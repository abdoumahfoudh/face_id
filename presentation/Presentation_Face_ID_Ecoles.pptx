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vous présente Face ID, une application de reconnaissance faciale pensée pour les établissements scolaires.
En une quinzaine de minutes, nous verrons : les besoins des écoles, ce que fait l'application, comment on l'utilise pas à pas, comment fonctionne la technologie, comment les données sont protégées, et enfin les avantages et les perspectives pour votre établissement.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de la présentation, en six parties. Nous partirons des besoins concrets des écoles, puis nous découvrirons l'application et son utilisation, avant de parler technologie, protection des données, et enfin des bénéfices et de la mise en place dans votre établissement.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les besoins. Chaque jour, les équipes éducatives consacrent du temps à des tâches répétitives : faire l'appel, vérifier qui entre et qui sort, tenir des registres papier.
À titre d'exemple : si l'appel prend 5 minutes par heure de cours, sur 6 heures cela représente 30 minutes par jour et par classe, soit environ 2 heures 30 par semaine. C'est un ordre de grandeur, à adapter à votre établissement, mais il montre que le gain potentiel est réel.
S'y ajoutent des enjeux de sécurité : savoir qui est présent dans l'établissement, repérer rapidement une personne extérieure.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ID est une application de reconnaissance faciale. Vous voyez ici une capture réelle de l'écran d'accueil : la caméra filme, le visage est encadré en vert et le nom de la personne reconnue s'affiche au-dessus.
Quatre points à retenir : la reconnaissance se fait en temps réel ; chaque personne est enregistrée avec trois photos pour plus de fiabilité ; l'application fonctionne entièrement hors ligne, les données restent dans l'école ; et elle est très simple à utiliser, avec seulement trois boutons.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l'écran d'accueil, avec ses quatre zones.
1. La zone caméra : c'est là que s'affiche l'image, avec le cadre vert autour du visage et le nom de la personne reconnue.
2. Le bouton « liste » : il ouvre la liste de toutes les personnes inscrites, avec la recherche, la modification et la suppression.
3. Le bouton « ajouter » : il ouvre l'écran d'inscription d'une nouvelle personne.
4. Le bouton caméra : il démarre ou arrête la reconnaissance.
Il n'y a rien d'autre à apprendre : c'est volontairement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 l'inscription. Depuis l'écran d'accueil, on appuie sur « ajouter ».
On saisit le nom de la personne, puis on ajoute trois photos : soit en important un fichier existant, par exemple la photo de la carte scolaire, soit en la prenant directement avec la caméra.
On peut ajouter une description libre : la classe, la fonction, le responsable légal…
On valide avec « Ajouter » : l'application calcule l'empreinte faciale et l'enregistre. La personne est reconnue immédiatement, sans redémarrer.
Conseil pratique : varier légèrement les trois photos, par exemple de face, de trois-quarts et avec un autre éclairage.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veille à la qualité des données, sans effort pour l'utilisateur.
Elle refuse une inscription sans nom ou sans les trois photos. Elle vérifie qu'il y a exactement un visage sur chaque photo : si la photo contient deux personnes ou aucun visage, elle l'indique clairement. Elle empêche aussi d'utiliser deux fois le même fichier.
Les photos sont redimensionnées automatiquement pour occuper peu de place, et le calcul se fait en arrière-plan : l'écran ne se bloque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 la reconnaissance. On appuie sur le bouton caméra, et la personne se place devant l'écran.
Trois situations sont possibles :
– la personne est inscrite : son nom s'affiche immédiatement au-dessus du cadre vert ;
– la personne n'est pas inscrite : l'application affiche « inconnu ». C'est typiquement un visiteur qu'il faut orienter vers l'accueil ;
– plusieurs visages sont dans le champ : l'application le signale, car l'identification se fait une personne à la fois, pour éviter toute confusion.
L'image est actualisée jusqu'à 30 fois par seconde, avec une simple webcam.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ça marche, en termes simples ?
1. La webcam capture l'image.
2. L'application détecte où se trouve le visage.
3. Elle transforme ce visage en 128 mesures : écartement des yeux, forme du nez, de la mâchoire… C'est l'« empreinte faciale ».
4. Elle compare cette empreinte à celles enregistrées dans la base.
5. Si elle trouve une correspondance, elle affiche le nom ; sinon, « inconnu ».
Le seuil de tolérance a été réglé à 0,45, plus strict que le réglage standard de 0,6 : l'application préfère dire « inconnu » plutôt que de se tromper de personne.
Chaque personne ayant trois empreintes, une seule correspondance suffit, ce qui la rend robuste aux changements d'angle ou d'éclairage.
Les technologies utilisées sont reconnues et open source : Python, OpenCV, face_recognition, Kivy et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 la gestion. Le bouton « liste » affiche toutes les personnes inscrites, avec leur photo.
On peut rechercher par nom, charger plus de résultats, modifier une fiche — nom, description ou photos — ou la supprimer. La suppression demande toujours une confirmation, pour éviter les erreurs.
En touchant une photo, on ouvre la fiche détaillée avec les trois photos et la description : par exemple la classe, le responsable légal ou une autorisation de sortie.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protection des données est un point essentiel, surtout lorsqu'il s'agit d'enfants.
Face ID a été conçue pour que les données restent dans l'établissement : tout est stocké sur l'ordinateur de l'école, rien n'est envoyé sur Internet. Pour reconnaître, le système compare des mesures numériques du visage. Quand on supprime une fiche, ses données sont effacées et les photos qui ne sont plus utilisées sont nettoyées automatiquement.
De votre côté, nous recommandons : d'informer les familles et le personnel et de recueillir leur consentement ; de respecter la loi nationale sur les données personnelles ; de protéger l'ordinateur par un mot de passe ; de désigner un responsable ; et de supprimer les fiches des élèves qui quittent l'établissement.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six bénéfices pour votre établissement :
– un gain de temps, car l'identification est instantanée ;
– de la fiabilité, grâce aux trois photos et au seuil strict ;
– plus de sécurité, car une personne inconnue est repérée tout de suite ;
– un coût maîtrisé : un ordinateur et une webcam suffisent, sans abonnement ni connexion Internet ;
– de la simplicité : l'interface est en français et se prend en main en quelques minutes ;
– enfin, une image moderne pour l'établissement auprès des familles.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où utiliser Face ID dans l'école ?
Dès aujourd'hui, avec la version actuelle :
– à l'entrée, pour identifier élèves et personnels et repérer une personne extérieure ;
– pendant les examens, pour vérifier l'identité des candidats ;
– à la sortie, pour vérifier que l'adulte qui vient chercher un enfant est bien autorisé : il suffit d'inscrire les parents autorisés, avec une description.
Avec un développement complémentaire, on peut aller plus loin : l'appel automatique en classe, le contrôle d'accès à la cantine ou à la bibliothèque, ou le transport scolaire.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est conçue pour évoluer. Voici les pistes envisagées :
– un registre de présence, où chaque reconnaissance est horodatée ;
– l'export de ces présences en Excel ou en PDF ;
– des alertes aux parents par SMS ou e-mail en cas d'absence ;
– un tableau de bord avec des statistiques d'assiduité ;
– plusieurs postes reliés à une même base, pour couvrir plusieurs entrées ;
– et une application mobile pour les surveillants.
Ces évolutions seront priorisées selon vos besoins : vos retours nous intéressent.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en place est simple et se fait en quatre étapes :
1. L'installation : l'application est fournie sous forme de programme Windows, installé sur l'ordinateur de l'accueil.
2. L'inscription : on enregistre les élèves et le personnel, trois photos chacun, après avoir recueilli le consentement.
3. La formation : quelques minutes suffisent au personnel pour la prendre en main.
4. Le suivi : on met à jour les photos chaque année, et nous accompagnons l'équipe.
Côté matériel, il faut simplement un ordinateur Windows et une webcam. Aucune connexion Internet n'est nécessaire.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être transparent, voici quelques bonnes pratiques et les limites de la technologie.
Pour de bons résultats : un éclairage de face, la caméra à hauteur de visage, une personne à la fois, et des photos mises à jour chaque année, car les enfants changent vite.
Les limites : les lunettes de soleil, masques ou casquettes gênent la reconnaissance ; des jumeaux peuvent être confondus ; et la qualité de la webcam compte.
Surtout, Face ID est un outil d'aide : en cas de doute, c'est toujours une personne qui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résumer, Face ID, c'est quatre mots : rapide, fiable, confidentiel et évolutif.
Nous vous proposons de commencer par un essai pilote dans votre établissement : par exemple à l'accueil ou avec une classe, pour mesurer concrètement le gain de temps et recueillir l'avis de vos équipes.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à votre disposition pour répondre à vos questions, et je peux vous faire une démonstration en direct de l'application : inscription d'une personne, puis reconnaissance devant la caméra.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1f_1"/>
          <p:cNvSpPr txBox="1"/>
          <p:nvPr/>
        </p:nvSpPr>
        <p:spPr>
          <a:xfrm>
            <a:off x="548640" y="1143000"/>
            <a:ext cx="4937760" cy="274320"/>
          </a:xfrm>
          <a:prstGeom prst="rect">
            <a:avLst/>
          </a:prstGeom>
          <a:noFill/>
          <a:ln/>
        </p:spPr>
        <p:txBody>
          <a:bodyPr wrap="square" lIns="0" tIns="0" rIns="0" bIns="0" rtlCol="0" anchor="t"/>
          <a:lstStyle/>
          <a:p>
            <a:pPr indent="0" marL="0">
              <a:buNone/>
            </a:pPr>
            <a:r>
              <a:rPr lang="en-US" sz="1100" b="1" spc="200" kern="0" dirty="0">
                <a:solidFill>
                  <a:srgbClr val="F5B301"/>
                </a:solidFill>
                <a:latin typeface="Arial" pitchFamily="34" charset="0"/>
                <a:ea typeface="Arial" pitchFamily="34" charset="-122"/>
                <a:cs typeface="Arial" pitchFamily="34" charset="-120"/>
              </a:rPr>
              <a:t>PRÉSENTATION AUX DIRECTIONS D'ÉTABLISSEMENTS</a:t>
            </a:r>
            <a:endParaRPr lang="en-US" sz="1100" dirty="0"/>
          </a:p>
        </p:txBody>
      </p:sp>
      <p:sp>
        <p:nvSpPr>
          <p:cNvPr id="3" name="a2u_2"/>
          <p:cNvSpPr txBox="1"/>
          <p:nvPr/>
        </p:nvSpPr>
        <p:spPr>
          <a:xfrm>
            <a:off x="548640" y="1463040"/>
            <a:ext cx="4937760" cy="1005840"/>
          </a:xfrm>
          <a:prstGeom prst="rect">
            <a:avLst/>
          </a:prstGeom>
          <a:noFill/>
          <a:ln/>
        </p:spPr>
        <p:txBody>
          <a:bodyPr wrap="square" lIns="0" tIns="0" rIns="0" bIns="0" rtlCol="0" anchor="t"/>
          <a:lstStyle/>
          <a:p>
            <a:pPr indent="0" marL="0">
              <a:buNone/>
            </a:pPr>
            <a:r>
              <a:rPr lang="en-US" sz="6400" b="1" dirty="0">
                <a:solidFill>
                  <a:srgbClr val="FFFFFF"/>
                </a:solidFill>
                <a:latin typeface="Arial" pitchFamily="34" charset="0"/>
                <a:ea typeface="Arial" pitchFamily="34" charset="-122"/>
                <a:cs typeface="Arial" pitchFamily="34" charset="-120"/>
              </a:rPr>
              <a:t>Face ID</a:t>
            </a:r>
            <a:endParaRPr lang="en-US" sz="6400" dirty="0"/>
          </a:p>
        </p:txBody>
      </p:sp>
      <p:sp>
        <p:nvSpPr>
          <p:cNvPr id="4" name="a3u_3"/>
          <p:cNvSpPr txBox="1"/>
          <p:nvPr/>
        </p:nvSpPr>
        <p:spPr>
          <a:xfrm>
            <a:off x="548640" y="2514600"/>
            <a:ext cx="4754880" cy="868680"/>
          </a:xfrm>
          <a:prstGeom prst="rect">
            <a:avLst/>
          </a:prstGeom>
          <a:noFill/>
          <a:ln/>
        </p:spPr>
        <p:txBody>
          <a:bodyPr wrap="square" lIns="0" tIns="0" rIns="0" bIns="0" rtlCol="0" anchor="t"/>
          <a:lstStyle/>
          <a:p>
            <a:pPr indent="0" marL="0">
              <a:buNone/>
            </a:pPr>
            <a:r>
              <a:rPr lang="en-US" sz="2200" dirty="0">
                <a:solidFill>
                  <a:srgbClr val="E4E0FF"/>
                </a:solidFill>
                <a:latin typeface="Arial" pitchFamily="34" charset="0"/>
                <a:ea typeface="Arial" pitchFamily="34" charset="-122"/>
                <a:cs typeface="Arial" pitchFamily="34" charset="-120"/>
              </a:rPr>
              <a:t>La reconnaissance faciale au service de la vie scolaire</a:t>
            </a:r>
            <a:endParaRPr lang="en-US" sz="2200" dirty="0"/>
          </a:p>
        </p:txBody>
      </p:sp>
      <p:sp>
        <p:nvSpPr>
          <p:cNvPr id="5" name="a4f_4"/>
          <p:cNvSpPr txBox="1"/>
          <p:nvPr/>
        </p:nvSpPr>
        <p:spPr>
          <a:xfrm>
            <a:off x="548640" y="3520440"/>
            <a:ext cx="4572000" cy="640080"/>
          </a:xfrm>
          <a:prstGeom prst="rect">
            <a:avLst/>
          </a:prstGeom>
          <a:noFill/>
          <a:ln/>
        </p:spPr>
        <p:txBody>
          <a:bodyPr wrap="square" lIns="0" tIns="0" rIns="0" bIns="0" rtlCol="0" anchor="t"/>
          <a:lstStyle/>
          <a:p>
            <a:pPr indent="0" marL="0">
              <a:buNone/>
            </a:pPr>
            <a:r>
              <a:rPr lang="en-US" sz="1300" i="1" dirty="0">
                <a:solidFill>
                  <a:srgbClr val="C9C3F5"/>
                </a:solidFill>
                <a:latin typeface="Arial" pitchFamily="34" charset="0"/>
                <a:ea typeface="Arial" pitchFamily="34" charset="-122"/>
                <a:cs typeface="Arial" pitchFamily="34" charset="-120"/>
              </a:rPr>
              <a:t>Identifier chaque personne en un regard — simplement, rapidement et en toute confidentialité.</a:t>
            </a:r>
            <a:endParaRPr lang="en-US" sz="1300" dirty="0"/>
          </a:p>
        </p:txBody>
      </p:sp>
      <p:pic>
        <p:nvPicPr>
          <p:cNvPr id="6" name="a2z_5" descr="/tmp/claude-0/-home-user-face-id/e849e0f3-7743-5449-a322-d35a4c4c9845/scratchpad/deck/img/Logo.png">    </p:cNvPr>
          <p:cNvPicPr>
            <a:picLocks noChangeAspect="1"/>
          </p:cNvPicPr>
          <p:nvPr/>
        </p:nvPicPr>
        <p:blipFill>
          <a:blip r:embed="rId2"/>
          <a:stretch>
            <a:fillRect/>
          </a:stretch>
        </p:blipFill>
        <p:spPr>
          <a:xfrm>
            <a:off x="5989320" y="1234440"/>
            <a:ext cx="2377440" cy="2377440"/>
          </a:xfrm>
          <a:prstGeom prst="rect">
            <a:avLst/>
          </a:prstGeom>
        </p:spPr>
      </p:pic>
      <p:sp>
        <p:nvSpPr>
          <p:cNvPr id="7" name="a3f_6"/>
          <p:cNvSpPr/>
          <p:nvPr/>
        </p:nvSpPr>
        <p:spPr>
          <a:xfrm>
            <a:off x="5760720" y="1005840"/>
            <a:ext cx="292608" cy="0"/>
          </a:xfrm>
          <a:prstGeom prst="line">
            <a:avLst/>
          </a:prstGeom>
          <a:noFill/>
          <a:ln w="31750">
            <a:solidFill>
              <a:srgbClr val="F5B301"/>
            </a:solidFill>
            <a:prstDash val="solid"/>
          </a:ln>
        </p:spPr>
      </p:sp>
      <p:sp>
        <p:nvSpPr>
          <p:cNvPr id="8" name="a3f_7"/>
          <p:cNvSpPr/>
          <p:nvPr/>
        </p:nvSpPr>
        <p:spPr>
          <a:xfrm>
            <a:off x="5760720" y="1005840"/>
            <a:ext cx="0" cy="292608"/>
          </a:xfrm>
          <a:prstGeom prst="line">
            <a:avLst/>
          </a:prstGeom>
          <a:noFill/>
          <a:ln w="31750">
            <a:solidFill>
              <a:srgbClr val="F5B301"/>
            </a:solidFill>
            <a:prstDash val="solid"/>
          </a:ln>
        </p:spPr>
      </p:sp>
      <p:sp>
        <p:nvSpPr>
          <p:cNvPr id="9" name="a3f_8"/>
          <p:cNvSpPr/>
          <p:nvPr/>
        </p:nvSpPr>
        <p:spPr>
          <a:xfrm>
            <a:off x="8302752" y="1005840"/>
            <a:ext cx="292608" cy="0"/>
          </a:xfrm>
          <a:prstGeom prst="line">
            <a:avLst/>
          </a:prstGeom>
          <a:noFill/>
          <a:ln w="31750">
            <a:solidFill>
              <a:srgbClr val="F5B301"/>
            </a:solidFill>
            <a:prstDash val="solid"/>
          </a:ln>
        </p:spPr>
      </p:sp>
      <p:sp>
        <p:nvSpPr>
          <p:cNvPr id="10" name="a3f_9"/>
          <p:cNvSpPr/>
          <p:nvPr/>
        </p:nvSpPr>
        <p:spPr>
          <a:xfrm>
            <a:off x="8595360" y="1005840"/>
            <a:ext cx="0" cy="292608"/>
          </a:xfrm>
          <a:prstGeom prst="line">
            <a:avLst/>
          </a:prstGeom>
          <a:noFill/>
          <a:ln w="31750">
            <a:solidFill>
              <a:srgbClr val="F5B301"/>
            </a:solidFill>
            <a:prstDash val="solid"/>
          </a:ln>
        </p:spPr>
      </p:sp>
      <p:sp>
        <p:nvSpPr>
          <p:cNvPr id="11" name="a3f_10"/>
          <p:cNvSpPr/>
          <p:nvPr/>
        </p:nvSpPr>
        <p:spPr>
          <a:xfrm>
            <a:off x="5760720" y="3840480"/>
            <a:ext cx="292608" cy="0"/>
          </a:xfrm>
          <a:prstGeom prst="line">
            <a:avLst/>
          </a:prstGeom>
          <a:noFill/>
          <a:ln w="31750">
            <a:solidFill>
              <a:srgbClr val="F5B301"/>
            </a:solidFill>
            <a:prstDash val="solid"/>
          </a:ln>
        </p:spPr>
      </p:sp>
      <p:sp>
        <p:nvSpPr>
          <p:cNvPr id="12" name="a3f_11"/>
          <p:cNvSpPr/>
          <p:nvPr/>
        </p:nvSpPr>
        <p:spPr>
          <a:xfrm>
            <a:off x="5760720" y="3547872"/>
            <a:ext cx="0" cy="292608"/>
          </a:xfrm>
          <a:prstGeom prst="line">
            <a:avLst/>
          </a:prstGeom>
          <a:noFill/>
          <a:ln w="31750">
            <a:solidFill>
              <a:srgbClr val="F5B301"/>
            </a:solidFill>
            <a:prstDash val="solid"/>
          </a:ln>
        </p:spPr>
      </p:sp>
      <p:sp>
        <p:nvSpPr>
          <p:cNvPr id="13" name="a3f_12"/>
          <p:cNvSpPr/>
          <p:nvPr/>
        </p:nvSpPr>
        <p:spPr>
          <a:xfrm>
            <a:off x="8302752" y="3840480"/>
            <a:ext cx="292608" cy="0"/>
          </a:xfrm>
          <a:prstGeom prst="line">
            <a:avLst/>
          </a:prstGeom>
          <a:noFill/>
          <a:ln w="31750">
            <a:solidFill>
              <a:srgbClr val="F5B301"/>
            </a:solidFill>
            <a:prstDash val="solid"/>
          </a:ln>
        </p:spPr>
      </p:sp>
      <p:sp>
        <p:nvSpPr>
          <p:cNvPr id="14" name="a3f_13"/>
          <p:cNvSpPr/>
          <p:nvPr/>
        </p:nvSpPr>
        <p:spPr>
          <a:xfrm>
            <a:off x="8595360" y="3547872"/>
            <a:ext cx="0" cy="292608"/>
          </a:xfrm>
          <a:prstGeom prst="line">
            <a:avLst/>
          </a:prstGeom>
          <a:noFill/>
          <a:ln w="31750">
            <a:solidFill>
              <a:srgbClr val="F5B301"/>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18" fill="hold">
                            <p:stCondLst>
                              <p:cond delay="500"/>
                            </p:stCondLst>
                            <p:childTnLst>
                              <p:par>
                                <p:cTn id="8" presetID="42"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anim calcmode="lin" valueType="num">
                                      <p:cBhvr additive="base">
                                        <p:cTn id="11" dur="600" fill="hold"/>
                                        <p:tgtEl>
                                          <p:spTgt spid="3"/>
                                        </p:tgtEl>
                                        <p:attrNameLst>
                                          <p:attrName>ppt_x</p:attrName>
                                        </p:attrNameLst>
                                      </p:cBhvr>
                                      <p:tavLst>
                                        <p:tav tm="0">
                                          <p:val>
                                            <p:strVal val="#ppt_x"/>
                                          </p:val>
                                        </p:tav>
                                        <p:tav tm="100000">
                                          <p:val>
                                            <p:strVal val="#ppt_x"/>
                                          </p:val>
                                        </p:tav>
                                      </p:tavLst>
                                    </p:anim>
                                    <p:anim calcmode="lin" valueType="num">
                                      <p:cBhvr additive="base">
                                        <p:cTn id="12" dur="600" fill="hold"/>
                                        <p:tgtEl>
                                          <p:spTgt spid="3"/>
                                        </p:tgtEl>
                                        <p:attrNameLst>
                                          <p:attrName>ppt_y</p:attrName>
                                        </p:attrNameLst>
                                      </p:cBhvr>
                                      <p:tavLst>
                                        <p:tav tm="0">
                                          <p:val>
                                            <p:strVal val="#ppt_y+.1"/>
                                          </p:val>
                                        </p:tav>
                                        <p:tav tm="100000">
                                          <p:val>
                                            <p:strVal val="#ppt_y"/>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450" fill="hold"/>
                                        <p:tgtEl>
                                          <p:spTgt spid="6"/>
                                        </p:tgtEl>
                                        <p:attrNameLst>
                                          <p:attrName>ppt_w</p:attrName>
                                        </p:attrNameLst>
                                      </p:cBhvr>
                                      <p:tavLst>
                                        <p:tav tm="0">
                                          <p:val>
                                            <p:fltVal val="0"/>
                                          </p:val>
                                        </p:tav>
                                        <p:tav tm="100000">
                                          <p:val>
                                            <p:strVal val="#ppt_w"/>
                                          </p:val>
                                        </p:tav>
                                      </p:tavLst>
                                    </p:anim>
                                    <p:anim calcmode="lin" valueType="num">
                                      <p:cBhvr>
                                        <p:cTn id="16" dur="450" fill="hold"/>
                                        <p:tgtEl>
                                          <p:spTgt spid="6"/>
                                        </p:tgtEl>
                                        <p:attrNameLst>
                                          <p:attrName>ppt_h</p:attrName>
                                        </p:attrNameLst>
                                      </p:cBhvr>
                                      <p:tavLst>
                                        <p:tav tm="0">
                                          <p:val>
                                            <p:fltVal val="0"/>
                                          </p:val>
                                        </p:tav>
                                        <p:tav tm="100000">
                                          <p:val>
                                            <p:strVal val="#ppt_h"/>
                                          </p:val>
                                        </p:tav>
                                      </p:tavLst>
                                    </p:anim>
                                    <p:animEffect transition="in" filter="fade">
                                      <p:cBhvr>
                                        <p:cTn id="17" dur="450"/>
                                        <p:tgtEl>
                                          <p:spTgt spid="6"/>
                                        </p:tgtEl>
                                      </p:cBhvr>
                                    </p:animEffect>
                                  </p:childTnLst>
                                </p:cTn>
                              </p:par>
                            </p:childTnLst>
                          </p:cTn>
                        </p:par>
                        <p:par>
                          <p:cTn id="48" fill="hold">
                            <p:stCondLst>
                              <p:cond delay="1100"/>
                            </p:stCondLst>
                            <p:childTnLst>
                              <p:par>
                                <p:cTn id="19" presetID="42"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600"/>
                                        <p:tgtEl>
                                          <p:spTgt spid="4"/>
                                        </p:tgtEl>
                                      </p:cBhvr>
                                    </p:animEffect>
                                    <p:anim calcmode="lin" valueType="num">
                                      <p:cBhvr additive="base">
                                        <p:cTn id="22" dur="600" fill="hold"/>
                                        <p:tgtEl>
                                          <p:spTgt spid="4"/>
                                        </p:tgtEl>
                                        <p:attrNameLst>
                                          <p:attrName>ppt_x</p:attrName>
                                        </p:attrNameLst>
                                      </p:cBhvr>
                                      <p:tavLst>
                                        <p:tav tm="0">
                                          <p:val>
                                            <p:strVal val="#ppt_x"/>
                                          </p:val>
                                        </p:tav>
                                        <p:tav tm="100000">
                                          <p:val>
                                            <p:strVal val="#ppt_x"/>
                                          </p:val>
                                        </p:tav>
                                      </p:tavLst>
                                    </p:anim>
                                    <p:anim calcmode="lin" valueType="num">
                                      <p:cBhvr additive="base">
                                        <p:cTn id="23" dur="600" fill="hold"/>
                                        <p:tgtEl>
                                          <p:spTgt spid="4"/>
                                        </p:tgtEl>
                                        <p:attrNameLst>
                                          <p:attrName>ppt_y</p:attrName>
                                        </p:attrNameLst>
                                      </p:cBhvr>
                                      <p:tavLst>
                                        <p:tav tm="0">
                                          <p:val>
                                            <p:strVal val="#ppt_y+.1"/>
                                          </p:val>
                                        </p:tav>
                                        <p:tav tm="100000">
                                          <p:val>
                                            <p:strVal val="#ppt_y"/>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par>
                          <p:cTn id="52"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2</a:t>
            </a:r>
            <a:endParaRPr lang="en-US" sz="800" dirty="0"/>
          </a:p>
        </p:txBody>
      </p:sp>
      <p:sp>
        <p:nvSpPr>
          <p:cNvPr id="4" name="a1f_14"/>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SOMMAIRE</a:t>
            </a:r>
            <a:endParaRPr lang="en-US" sz="1100" dirty="0"/>
          </a:p>
        </p:txBody>
      </p:sp>
      <p:sp>
        <p:nvSpPr>
          <p:cNvPr id="5" name="a1f_15"/>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Au programme</a:t>
            </a:r>
            <a:endParaRPr lang="en-US" sz="2800" dirty="0"/>
          </a:p>
        </p:txBody>
      </p:sp>
      <p:sp>
        <p:nvSpPr>
          <p:cNvPr id="6" name="a2u_16"/>
          <p:cNvSpPr/>
          <p:nvPr/>
        </p:nvSpPr>
        <p:spPr>
          <a:xfrm>
            <a:off x="457200" y="132588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17"/>
          <p:cNvSpPr/>
          <p:nvPr/>
        </p:nvSpPr>
        <p:spPr>
          <a:xfrm>
            <a:off x="640080" y="1508760"/>
            <a:ext cx="548640" cy="548640"/>
          </a:xfrm>
          <a:prstGeom prst="roundRect">
            <a:avLst>
              <a:gd name="adj" fmla="val 16667"/>
            </a:avLst>
          </a:prstGeom>
          <a:solidFill>
            <a:srgbClr val="7B68EE"/>
          </a:solidFill>
          <a:ln w="12700">
            <a:solidFill>
              <a:srgbClr val="7B68EE"/>
            </a:solidFill>
            <a:prstDash val="solid"/>
          </a:ln>
        </p:spPr>
      </p:sp>
      <p:sp>
        <p:nvSpPr>
          <p:cNvPr id="8" name="a2u_18"/>
          <p:cNvSpPr txBox="1"/>
          <p:nvPr/>
        </p:nvSpPr>
        <p:spPr>
          <a:xfrm>
            <a:off x="640080" y="1508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9" name="a2u_19"/>
          <p:cNvSpPr txBox="1"/>
          <p:nvPr/>
        </p:nvSpPr>
        <p:spPr>
          <a:xfrm>
            <a:off x="1371600" y="1508760"/>
            <a:ext cx="2926080" cy="292608"/>
          </a:xfrm>
          <a:prstGeom prst="rect">
            <a:avLst/>
          </a:prstGeom>
          <a:noFill/>
          <a:ln/>
        </p:spPr>
        <p:txBody>
          <a:bodyPr wrap="square" lIns="0" tIns="0" rIns="0" bIns="0" rtlCol="0" anchor="t"/>
          <a:lstStyle/>
          <a:p>
            <a:pPr indent="0" marL="0">
              <a:buNone/>
            </a:pPr>
            <a:r>
              <a:rPr lang="en-US" sz="1500" b="1" dirty="0">
                <a:solidFill>
                  <a:srgbClr val="1A1446"/>
                </a:solidFill>
                <a:latin typeface="Arial" pitchFamily="34" charset="0"/>
                <a:ea typeface="Arial" pitchFamily="34" charset="-122"/>
                <a:cs typeface="Arial" pitchFamily="34" charset="-120"/>
              </a:rPr>
              <a:t>Les enjeux</a:t>
            </a:r>
            <a:endParaRPr lang="en-US" sz="1500" dirty="0"/>
          </a:p>
        </p:txBody>
      </p:sp>
      <p:sp>
        <p:nvSpPr>
          <p:cNvPr id="10" name="a2u_20"/>
          <p:cNvSpPr txBox="1"/>
          <p:nvPr/>
        </p:nvSpPr>
        <p:spPr>
          <a:xfrm>
            <a:off x="1371600" y="1819656"/>
            <a:ext cx="2926080" cy="27432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Ce que vivent les écoles au quotidien</a:t>
            </a:r>
            <a:endParaRPr lang="en-US" sz="1100" dirty="0"/>
          </a:p>
        </p:txBody>
      </p:sp>
      <p:sp>
        <p:nvSpPr>
          <p:cNvPr id="11" name="a3u_21"/>
          <p:cNvSpPr/>
          <p:nvPr/>
        </p:nvSpPr>
        <p:spPr>
          <a:xfrm>
            <a:off x="457200" y="242316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u_22"/>
          <p:cNvSpPr/>
          <p:nvPr/>
        </p:nvSpPr>
        <p:spPr>
          <a:xfrm>
            <a:off x="640080" y="2606040"/>
            <a:ext cx="548640" cy="548640"/>
          </a:xfrm>
          <a:prstGeom prst="roundRect">
            <a:avLst>
              <a:gd name="adj" fmla="val 16667"/>
            </a:avLst>
          </a:prstGeom>
          <a:solidFill>
            <a:srgbClr val="1FA2FF"/>
          </a:solidFill>
          <a:ln w="12700">
            <a:solidFill>
              <a:srgbClr val="7B68EE"/>
            </a:solidFill>
            <a:prstDash val="solid"/>
          </a:ln>
        </p:spPr>
      </p:sp>
      <p:sp>
        <p:nvSpPr>
          <p:cNvPr id="13" name="a3u_23"/>
          <p:cNvSpPr txBox="1"/>
          <p:nvPr/>
        </p:nvSpPr>
        <p:spPr>
          <a:xfrm>
            <a:off x="640080" y="2606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4" name="a3u_24"/>
          <p:cNvSpPr txBox="1"/>
          <p:nvPr/>
        </p:nvSpPr>
        <p:spPr>
          <a:xfrm>
            <a:off x="1371600" y="2606040"/>
            <a:ext cx="2926080" cy="292608"/>
          </a:xfrm>
          <a:prstGeom prst="rect">
            <a:avLst/>
          </a:prstGeom>
          <a:noFill/>
          <a:ln/>
        </p:spPr>
        <p:txBody>
          <a:bodyPr wrap="square" lIns="0" tIns="0" rIns="0" bIns="0" rtlCol="0" anchor="t"/>
          <a:lstStyle/>
          <a:p>
            <a:pPr indent="0" marL="0">
              <a:buNone/>
            </a:pPr>
            <a:r>
              <a:rPr lang="en-US" sz="1500" b="1" dirty="0">
                <a:solidFill>
                  <a:srgbClr val="1A1446"/>
                </a:solidFill>
                <a:latin typeface="Arial" pitchFamily="34" charset="0"/>
                <a:ea typeface="Arial" pitchFamily="34" charset="-122"/>
                <a:cs typeface="Arial" pitchFamily="34" charset="-120"/>
              </a:rPr>
              <a:t>L'application</a:t>
            </a:r>
            <a:endParaRPr lang="en-US" sz="1500" dirty="0"/>
          </a:p>
        </p:txBody>
      </p:sp>
      <p:sp>
        <p:nvSpPr>
          <p:cNvPr id="15" name="a3u_25"/>
          <p:cNvSpPr txBox="1"/>
          <p:nvPr/>
        </p:nvSpPr>
        <p:spPr>
          <a:xfrm>
            <a:off x="1371600" y="2916936"/>
            <a:ext cx="2926080" cy="27432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Face ID en un coup d’œil</a:t>
            </a:r>
            <a:endParaRPr lang="en-US" sz="1100" dirty="0"/>
          </a:p>
        </p:txBody>
      </p:sp>
      <p:sp>
        <p:nvSpPr>
          <p:cNvPr id="16" name="a4u_26"/>
          <p:cNvSpPr/>
          <p:nvPr/>
        </p:nvSpPr>
        <p:spPr>
          <a:xfrm>
            <a:off x="457200" y="352044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u_27"/>
          <p:cNvSpPr/>
          <p:nvPr/>
        </p:nvSpPr>
        <p:spPr>
          <a:xfrm>
            <a:off x="640080" y="3703320"/>
            <a:ext cx="548640" cy="548640"/>
          </a:xfrm>
          <a:prstGeom prst="roundRect">
            <a:avLst>
              <a:gd name="adj" fmla="val 16667"/>
            </a:avLst>
          </a:prstGeom>
          <a:solidFill>
            <a:srgbClr val="7B68EE"/>
          </a:solidFill>
          <a:ln w="12700">
            <a:solidFill>
              <a:srgbClr val="7B68EE"/>
            </a:solidFill>
            <a:prstDash val="solid"/>
          </a:ln>
        </p:spPr>
      </p:sp>
      <p:sp>
        <p:nvSpPr>
          <p:cNvPr id="18" name="a4u_28"/>
          <p:cNvSpPr txBox="1"/>
          <p:nvPr/>
        </p:nvSpPr>
        <p:spPr>
          <a:xfrm>
            <a:off x="640080"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9" name="a4u_29"/>
          <p:cNvSpPr txBox="1"/>
          <p:nvPr/>
        </p:nvSpPr>
        <p:spPr>
          <a:xfrm>
            <a:off x="1371600" y="3703320"/>
            <a:ext cx="2926080" cy="292608"/>
          </a:xfrm>
          <a:prstGeom prst="rect">
            <a:avLst/>
          </a:prstGeom>
          <a:noFill/>
          <a:ln/>
        </p:spPr>
        <p:txBody>
          <a:bodyPr wrap="square" lIns="0" tIns="0" rIns="0" bIns="0" rtlCol="0" anchor="t"/>
          <a:lstStyle/>
          <a:p>
            <a:pPr indent="0" marL="0">
              <a:buNone/>
            </a:pPr>
            <a:r>
              <a:rPr lang="en-US" sz="1500" b="1" dirty="0">
                <a:solidFill>
                  <a:srgbClr val="1A1446"/>
                </a:solidFill>
                <a:latin typeface="Arial" pitchFamily="34" charset="0"/>
                <a:ea typeface="Arial" pitchFamily="34" charset="-122"/>
                <a:cs typeface="Arial" pitchFamily="34" charset="-120"/>
              </a:rPr>
              <a:t>Mode d'emploi</a:t>
            </a:r>
            <a:endParaRPr lang="en-US" sz="1500" dirty="0"/>
          </a:p>
        </p:txBody>
      </p:sp>
      <p:sp>
        <p:nvSpPr>
          <p:cNvPr id="20" name="a4u_30"/>
          <p:cNvSpPr txBox="1"/>
          <p:nvPr/>
        </p:nvSpPr>
        <p:spPr>
          <a:xfrm>
            <a:off x="1371600" y="4014216"/>
            <a:ext cx="2926080" cy="27432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Inscrire, reconnaître, gérer</a:t>
            </a:r>
            <a:endParaRPr lang="en-US" sz="1100" dirty="0"/>
          </a:p>
        </p:txBody>
      </p:sp>
      <p:sp>
        <p:nvSpPr>
          <p:cNvPr id="21" name="a5u_31"/>
          <p:cNvSpPr/>
          <p:nvPr/>
        </p:nvSpPr>
        <p:spPr>
          <a:xfrm>
            <a:off x="4709160" y="132588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u_32"/>
          <p:cNvSpPr/>
          <p:nvPr/>
        </p:nvSpPr>
        <p:spPr>
          <a:xfrm>
            <a:off x="4892040" y="1508760"/>
            <a:ext cx="548640" cy="548640"/>
          </a:xfrm>
          <a:prstGeom prst="roundRect">
            <a:avLst>
              <a:gd name="adj" fmla="val 16667"/>
            </a:avLst>
          </a:prstGeom>
          <a:solidFill>
            <a:srgbClr val="1FA2FF"/>
          </a:solidFill>
          <a:ln w="12700">
            <a:solidFill>
              <a:srgbClr val="7B68EE"/>
            </a:solidFill>
            <a:prstDash val="solid"/>
          </a:ln>
        </p:spPr>
      </p:sp>
      <p:sp>
        <p:nvSpPr>
          <p:cNvPr id="23" name="a5u_33"/>
          <p:cNvSpPr txBox="1"/>
          <p:nvPr/>
        </p:nvSpPr>
        <p:spPr>
          <a:xfrm>
            <a:off x="4892040" y="1508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24" name="a5u_34"/>
          <p:cNvSpPr txBox="1"/>
          <p:nvPr/>
        </p:nvSpPr>
        <p:spPr>
          <a:xfrm>
            <a:off x="5623560" y="1508760"/>
            <a:ext cx="2926080" cy="292608"/>
          </a:xfrm>
          <a:prstGeom prst="rect">
            <a:avLst/>
          </a:prstGeom>
          <a:noFill/>
          <a:ln/>
        </p:spPr>
        <p:txBody>
          <a:bodyPr wrap="square" lIns="0" tIns="0" rIns="0" bIns="0" rtlCol="0" anchor="t"/>
          <a:lstStyle/>
          <a:p>
            <a:pPr indent="0" marL="0">
              <a:buNone/>
            </a:pPr>
            <a:r>
              <a:rPr lang="en-US" sz="1500" b="1" dirty="0">
                <a:solidFill>
                  <a:srgbClr val="1A1446"/>
                </a:solidFill>
                <a:latin typeface="Arial" pitchFamily="34" charset="0"/>
                <a:ea typeface="Arial" pitchFamily="34" charset="-122"/>
                <a:cs typeface="Arial" pitchFamily="34" charset="-120"/>
              </a:rPr>
              <a:t>La technologie</a:t>
            </a:r>
            <a:endParaRPr lang="en-US" sz="1500" dirty="0"/>
          </a:p>
        </p:txBody>
      </p:sp>
      <p:sp>
        <p:nvSpPr>
          <p:cNvPr id="25" name="a5u_35"/>
          <p:cNvSpPr txBox="1"/>
          <p:nvPr/>
        </p:nvSpPr>
        <p:spPr>
          <a:xfrm>
            <a:off x="5623560" y="1819656"/>
            <a:ext cx="2926080" cy="27432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Comment un visage est reconnu</a:t>
            </a:r>
            <a:endParaRPr lang="en-US" sz="1100" dirty="0"/>
          </a:p>
        </p:txBody>
      </p:sp>
      <p:sp>
        <p:nvSpPr>
          <p:cNvPr id="26" name="a6u_36"/>
          <p:cNvSpPr/>
          <p:nvPr/>
        </p:nvSpPr>
        <p:spPr>
          <a:xfrm>
            <a:off x="4709160" y="242316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7" name="a6u_37"/>
          <p:cNvSpPr/>
          <p:nvPr/>
        </p:nvSpPr>
        <p:spPr>
          <a:xfrm>
            <a:off x="4892040" y="2606040"/>
            <a:ext cx="548640" cy="548640"/>
          </a:xfrm>
          <a:prstGeom prst="roundRect">
            <a:avLst>
              <a:gd name="adj" fmla="val 16667"/>
            </a:avLst>
          </a:prstGeom>
          <a:solidFill>
            <a:srgbClr val="7B68EE"/>
          </a:solidFill>
          <a:ln w="12700">
            <a:solidFill>
              <a:srgbClr val="7B68EE"/>
            </a:solidFill>
            <a:prstDash val="solid"/>
          </a:ln>
        </p:spPr>
      </p:sp>
      <p:sp>
        <p:nvSpPr>
          <p:cNvPr id="28" name="a6u_38"/>
          <p:cNvSpPr txBox="1"/>
          <p:nvPr/>
        </p:nvSpPr>
        <p:spPr>
          <a:xfrm>
            <a:off x="4892040" y="2606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29" name="a6u_39"/>
          <p:cNvSpPr txBox="1"/>
          <p:nvPr/>
        </p:nvSpPr>
        <p:spPr>
          <a:xfrm>
            <a:off x="5623560" y="2606040"/>
            <a:ext cx="2926080" cy="292608"/>
          </a:xfrm>
          <a:prstGeom prst="rect">
            <a:avLst/>
          </a:prstGeom>
          <a:noFill/>
          <a:ln/>
        </p:spPr>
        <p:txBody>
          <a:bodyPr wrap="square" lIns="0" tIns="0" rIns="0" bIns="0" rtlCol="0" anchor="t"/>
          <a:lstStyle/>
          <a:p>
            <a:pPr indent="0" marL="0">
              <a:buNone/>
            </a:pPr>
            <a:r>
              <a:rPr lang="en-US" sz="1500" b="1" dirty="0">
                <a:solidFill>
                  <a:srgbClr val="1A1446"/>
                </a:solidFill>
                <a:latin typeface="Arial" pitchFamily="34" charset="0"/>
                <a:ea typeface="Arial" pitchFamily="34" charset="-122"/>
                <a:cs typeface="Arial" pitchFamily="34" charset="-120"/>
              </a:rPr>
              <a:t>Données &amp; sécurité</a:t>
            </a:r>
            <a:endParaRPr lang="en-US" sz="1500" dirty="0"/>
          </a:p>
        </p:txBody>
      </p:sp>
      <p:sp>
        <p:nvSpPr>
          <p:cNvPr id="30" name="a6u_40"/>
          <p:cNvSpPr txBox="1"/>
          <p:nvPr/>
        </p:nvSpPr>
        <p:spPr>
          <a:xfrm>
            <a:off x="5623560" y="2916936"/>
            <a:ext cx="2926080" cy="27432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La confidentialité dès la conception</a:t>
            </a:r>
            <a:endParaRPr lang="en-US" sz="1100" dirty="0"/>
          </a:p>
        </p:txBody>
      </p:sp>
      <p:sp>
        <p:nvSpPr>
          <p:cNvPr id="31" name="a7u_41"/>
          <p:cNvSpPr/>
          <p:nvPr/>
        </p:nvSpPr>
        <p:spPr>
          <a:xfrm>
            <a:off x="4709160" y="3520440"/>
            <a:ext cx="3977640" cy="914400"/>
          </a:xfrm>
          <a:prstGeom prst="roundRect">
            <a:avLst>
              <a:gd name="adj" fmla="val 8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2" name="a7u_42"/>
          <p:cNvSpPr/>
          <p:nvPr/>
        </p:nvSpPr>
        <p:spPr>
          <a:xfrm>
            <a:off x="4892040" y="3703320"/>
            <a:ext cx="548640" cy="548640"/>
          </a:xfrm>
          <a:prstGeom prst="roundRect">
            <a:avLst>
              <a:gd name="adj" fmla="val 16667"/>
            </a:avLst>
          </a:prstGeom>
          <a:solidFill>
            <a:srgbClr val="1FA2FF"/>
          </a:solidFill>
          <a:ln w="12700">
            <a:solidFill>
              <a:srgbClr val="7B68EE"/>
            </a:solidFill>
            <a:prstDash val="solid"/>
          </a:ln>
        </p:spPr>
      </p:sp>
      <p:sp>
        <p:nvSpPr>
          <p:cNvPr id="33" name="a7u_43"/>
          <p:cNvSpPr txBox="1"/>
          <p:nvPr/>
        </p:nvSpPr>
        <p:spPr>
          <a:xfrm>
            <a:off x="4892040" y="3703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06</a:t>
            </a:r>
            <a:endParaRPr lang="en-US" sz="1800" dirty="0"/>
          </a:p>
        </p:txBody>
      </p:sp>
      <p:sp>
        <p:nvSpPr>
          <p:cNvPr id="34" name="a7u_44"/>
          <p:cNvSpPr txBox="1"/>
          <p:nvPr/>
        </p:nvSpPr>
        <p:spPr>
          <a:xfrm>
            <a:off x="5623560" y="3703320"/>
            <a:ext cx="2926080" cy="292608"/>
          </a:xfrm>
          <a:prstGeom prst="rect">
            <a:avLst/>
          </a:prstGeom>
          <a:noFill/>
          <a:ln/>
        </p:spPr>
        <p:txBody>
          <a:bodyPr wrap="square" lIns="0" tIns="0" rIns="0" bIns="0" rtlCol="0" anchor="t"/>
          <a:lstStyle/>
          <a:p>
            <a:pPr indent="0" marL="0">
              <a:buNone/>
            </a:pPr>
            <a:r>
              <a:rPr lang="en-US" sz="1500" b="1" dirty="0">
                <a:solidFill>
                  <a:srgbClr val="1A1446"/>
                </a:solidFill>
                <a:latin typeface="Arial" pitchFamily="34" charset="0"/>
                <a:ea typeface="Arial" pitchFamily="34" charset="-122"/>
                <a:cs typeface="Arial" pitchFamily="34" charset="-120"/>
              </a:rPr>
              <a:t>Avantages &amp; perspectives</a:t>
            </a:r>
            <a:endParaRPr lang="en-US" sz="1500" dirty="0"/>
          </a:p>
        </p:txBody>
      </p:sp>
      <p:sp>
        <p:nvSpPr>
          <p:cNvPr id="35" name="a7u_45"/>
          <p:cNvSpPr txBox="1"/>
          <p:nvPr/>
        </p:nvSpPr>
        <p:spPr>
          <a:xfrm>
            <a:off x="5623560" y="4014216"/>
            <a:ext cx="2926080" cy="27432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Usages, déploiement, évolutions</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1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additive="base">
                                        <p:cTn id="40" dur="600" fill="hold"/>
                                        <p:tgtEl>
                                          <p:spTgt spid="11"/>
                                        </p:tgtEl>
                                        <p:attrNameLst>
                                          <p:attrName>ppt_x</p:attrName>
                                        </p:attrNameLst>
                                      </p:cBhvr>
                                      <p:tavLst>
                                        <p:tav tm="0">
                                          <p:val>
                                            <p:strVal val="#ppt_x"/>
                                          </p:val>
                                        </p:tav>
                                        <p:tav tm="100000">
                                          <p:val>
                                            <p:strVal val="#ppt_x"/>
                                          </p:val>
                                        </p:tav>
                                      </p:tavLst>
                                    </p:anim>
                                    <p:anim calcmode="lin" valueType="num">
                                      <p:cBhvr additive="base">
                                        <p:cTn id="41" dur="6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p:tgtEl>
                                          <p:spTgt spid="12"/>
                                        </p:tgtEl>
                                        <p:attrNameLst>
                                          <p:attrName>ppt_x</p:attrName>
                                        </p:attrNameLst>
                                      </p:cBhvr>
                                      <p:tavLst>
                                        <p:tav tm="0">
                                          <p:val>
                                            <p:strVal val="#ppt_x"/>
                                          </p:val>
                                        </p:tav>
                                        <p:tav tm="100000">
                                          <p:val>
                                            <p:strVal val="#ppt_x"/>
                                          </p:val>
                                        </p:tav>
                                      </p:tavLst>
                                    </p:anim>
                                    <p:anim calcmode="lin" valueType="num">
                                      <p:cBhvr additive="base">
                                        <p:cTn id="46" dur="6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childTnLst>
                          </p:cTn>
                        </p:par>
                        <p:par>
                          <p:cTn id="88" fill="hold">
                            <p:stCondLst>
                              <p:cond delay="1700"/>
                            </p:stCondLst>
                            <p:childTnLst>
                              <p:par>
                                <p:cTn id="63" presetID="42" presetClass="entr" presetSubtype="0"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fill="hold"/>
                                        <p:tgtEl>
                                          <p:spTgt spid="19"/>
                                        </p:tgtEl>
                                        <p:attrNameLst>
                                          <p:attrName>ppt_x</p:attrName>
                                        </p:attrNameLst>
                                      </p:cBhvr>
                                      <p:tavLst>
                                        <p:tav tm="0">
                                          <p:val>
                                            <p:strVal val="#ppt_x"/>
                                          </p:val>
                                        </p:tav>
                                        <p:tav tm="100000">
                                          <p:val>
                                            <p:strVal val="#ppt_x"/>
                                          </p:val>
                                        </p:tav>
                                      </p:tavLst>
                                    </p:anim>
                                    <p:anim calcmode="lin" valueType="num">
                                      <p:cBhvr additive="base">
                                        <p:cTn id="82" dur="6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childTnLst>
                          </p:cTn>
                        </p:par>
                        <p:par>
                          <p:cTn id="114" fill="hold">
                            <p:stCondLst>
                              <p:cond delay="2300"/>
                            </p:stCondLst>
                            <p:childTnLst>
                              <p:par>
                                <p:cTn id="89" presetID="42" presetClass="entr" presetSubtype="0"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additive="base">
                                        <p:cTn id="92" dur="600" fill="hold"/>
                                        <p:tgtEl>
                                          <p:spTgt spid="21"/>
                                        </p:tgtEl>
                                        <p:attrNameLst>
                                          <p:attrName>ppt_x</p:attrName>
                                        </p:attrNameLst>
                                      </p:cBhvr>
                                      <p:tavLst>
                                        <p:tav tm="0">
                                          <p:val>
                                            <p:strVal val="#ppt_x"/>
                                          </p:val>
                                        </p:tav>
                                        <p:tav tm="100000">
                                          <p:val>
                                            <p:strVal val="#ppt_x"/>
                                          </p:val>
                                        </p:tav>
                                      </p:tavLst>
                                    </p:anim>
                                    <p:anim calcmode="lin" valueType="num">
                                      <p:cBhvr additive="base">
                                        <p:cTn id="93" dur="600" fill="hold"/>
                                        <p:tgtEl>
                                          <p:spTgt spid="2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additive="base">
                                        <p:cTn id="97" dur="600" fill="hold"/>
                                        <p:tgtEl>
                                          <p:spTgt spid="22"/>
                                        </p:tgtEl>
                                        <p:attrNameLst>
                                          <p:attrName>ppt_x</p:attrName>
                                        </p:attrNameLst>
                                      </p:cBhvr>
                                      <p:tavLst>
                                        <p:tav tm="0">
                                          <p:val>
                                            <p:strVal val="#ppt_x"/>
                                          </p:val>
                                        </p:tav>
                                        <p:tav tm="100000">
                                          <p:val>
                                            <p:strVal val="#ppt_x"/>
                                          </p:val>
                                        </p:tav>
                                      </p:tavLst>
                                    </p:anim>
                                    <p:anim calcmode="lin" valueType="num">
                                      <p:cBhvr additive="base">
                                        <p:cTn id="98" dur="600" fill="hold"/>
                                        <p:tgtEl>
                                          <p:spTgt spid="22"/>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600"/>
                                        <p:tgtEl>
                                          <p:spTgt spid="23"/>
                                        </p:tgtEl>
                                      </p:cBhvr>
                                    </p:animEffect>
                                    <p:anim calcmode="lin" valueType="num">
                                      <p:cBhvr additive="base">
                                        <p:cTn id="102" dur="600" fill="hold"/>
                                        <p:tgtEl>
                                          <p:spTgt spid="23"/>
                                        </p:tgtEl>
                                        <p:attrNameLst>
                                          <p:attrName>ppt_x</p:attrName>
                                        </p:attrNameLst>
                                      </p:cBhvr>
                                      <p:tavLst>
                                        <p:tav tm="0">
                                          <p:val>
                                            <p:strVal val="#ppt_x"/>
                                          </p:val>
                                        </p:tav>
                                        <p:tav tm="100000">
                                          <p:val>
                                            <p:strVal val="#ppt_x"/>
                                          </p:val>
                                        </p:tav>
                                      </p:tavLst>
                                    </p:anim>
                                    <p:anim calcmode="lin" valueType="num">
                                      <p:cBhvr additive="base">
                                        <p:cTn id="103" dur="600" fill="hold"/>
                                        <p:tgtEl>
                                          <p:spTgt spid="2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anim calcmode="lin" valueType="num">
                                      <p:cBhvr additive="base">
                                        <p:cTn id="107" dur="600" fill="hold"/>
                                        <p:tgtEl>
                                          <p:spTgt spid="24"/>
                                        </p:tgtEl>
                                        <p:attrNameLst>
                                          <p:attrName>ppt_x</p:attrName>
                                        </p:attrNameLst>
                                      </p:cBhvr>
                                      <p:tavLst>
                                        <p:tav tm="0">
                                          <p:val>
                                            <p:strVal val="#ppt_x"/>
                                          </p:val>
                                        </p:tav>
                                        <p:tav tm="100000">
                                          <p:val>
                                            <p:strVal val="#ppt_x"/>
                                          </p:val>
                                        </p:tav>
                                      </p:tavLst>
                                    </p:anim>
                                    <p:anim calcmode="lin" valueType="num">
                                      <p:cBhvr additive="base">
                                        <p:cTn id="108" dur="600" fill="hold"/>
                                        <p:tgtEl>
                                          <p:spTgt spid="24"/>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600"/>
                                        <p:tgtEl>
                                          <p:spTgt spid="25"/>
                                        </p:tgtEl>
                                      </p:cBhvr>
                                    </p:animEffect>
                                    <p:anim calcmode="lin" valueType="num">
                                      <p:cBhvr additive="base">
                                        <p:cTn id="112" dur="600" fill="hold"/>
                                        <p:tgtEl>
                                          <p:spTgt spid="25"/>
                                        </p:tgtEl>
                                        <p:attrNameLst>
                                          <p:attrName>ppt_x</p:attrName>
                                        </p:attrNameLst>
                                      </p:cBhvr>
                                      <p:tavLst>
                                        <p:tav tm="0">
                                          <p:val>
                                            <p:strVal val="#ppt_x"/>
                                          </p:val>
                                        </p:tav>
                                        <p:tav tm="100000">
                                          <p:val>
                                            <p:strVal val="#ppt_x"/>
                                          </p:val>
                                        </p:tav>
                                      </p:tavLst>
                                    </p:anim>
                                    <p:anim calcmode="lin" valueType="num">
                                      <p:cBhvr additive="base">
                                        <p:cTn id="113" dur="600" fill="hold"/>
                                        <p:tgtEl>
                                          <p:spTgt spid="25"/>
                                        </p:tgtEl>
                                        <p:attrNameLst>
                                          <p:attrName>ppt_y</p:attrName>
                                        </p:attrNameLst>
                                      </p:cBhvr>
                                      <p:tavLst>
                                        <p:tav tm="0">
                                          <p:val>
                                            <p:strVal val="#ppt_y+.1"/>
                                          </p:val>
                                        </p:tav>
                                        <p:tav tm="100000">
                                          <p:val>
                                            <p:strVal val="#ppt_y"/>
                                          </p:val>
                                        </p:tav>
                                      </p:tavLst>
                                    </p:anim>
                                  </p:childTnLst>
                                </p:cTn>
                              </p:par>
                            </p:childTnLst>
                          </p:cTn>
                        </p:par>
                        <p:par>
                          <p:cTn id="140" fill="hold">
                            <p:stCondLst>
                              <p:cond delay="2900"/>
                            </p:stCondLst>
                            <p:childTnLst>
                              <p:par>
                                <p:cTn id="115" presetID="42" presetClass="entr" presetSubtype="0"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600"/>
                                        <p:tgtEl>
                                          <p:spTgt spid="26"/>
                                        </p:tgtEl>
                                      </p:cBhvr>
                                    </p:animEffect>
                                    <p:anim calcmode="lin" valueType="num">
                                      <p:cBhvr additive="base">
                                        <p:cTn id="118" dur="600" fill="hold"/>
                                        <p:tgtEl>
                                          <p:spTgt spid="26"/>
                                        </p:tgtEl>
                                        <p:attrNameLst>
                                          <p:attrName>ppt_x</p:attrName>
                                        </p:attrNameLst>
                                      </p:cBhvr>
                                      <p:tavLst>
                                        <p:tav tm="0">
                                          <p:val>
                                            <p:strVal val="#ppt_x"/>
                                          </p:val>
                                        </p:tav>
                                        <p:tav tm="100000">
                                          <p:val>
                                            <p:strVal val="#ppt_x"/>
                                          </p:val>
                                        </p:tav>
                                      </p:tavLst>
                                    </p:anim>
                                    <p:anim calcmode="lin" valueType="num">
                                      <p:cBhvr additive="base">
                                        <p:cTn id="119" dur="600" fill="hold"/>
                                        <p:tgtEl>
                                          <p:spTgt spid="2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600"/>
                                        <p:tgtEl>
                                          <p:spTgt spid="27"/>
                                        </p:tgtEl>
                                      </p:cBhvr>
                                    </p:animEffect>
                                    <p:anim calcmode="lin" valueType="num">
                                      <p:cBhvr additive="base">
                                        <p:cTn id="123" dur="600" fill="hold"/>
                                        <p:tgtEl>
                                          <p:spTgt spid="27"/>
                                        </p:tgtEl>
                                        <p:attrNameLst>
                                          <p:attrName>ppt_x</p:attrName>
                                        </p:attrNameLst>
                                      </p:cBhvr>
                                      <p:tavLst>
                                        <p:tav tm="0">
                                          <p:val>
                                            <p:strVal val="#ppt_x"/>
                                          </p:val>
                                        </p:tav>
                                        <p:tav tm="100000">
                                          <p:val>
                                            <p:strVal val="#ppt_x"/>
                                          </p:val>
                                        </p:tav>
                                      </p:tavLst>
                                    </p:anim>
                                    <p:anim calcmode="lin" valueType="num">
                                      <p:cBhvr additive="base">
                                        <p:cTn id="124" dur="600" fill="hold"/>
                                        <p:tgtEl>
                                          <p:spTgt spid="27"/>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600"/>
                                        <p:tgtEl>
                                          <p:spTgt spid="28"/>
                                        </p:tgtEl>
                                      </p:cBhvr>
                                    </p:animEffect>
                                    <p:anim calcmode="lin" valueType="num">
                                      <p:cBhvr additive="base">
                                        <p:cTn id="128" dur="600" fill="hold"/>
                                        <p:tgtEl>
                                          <p:spTgt spid="28"/>
                                        </p:tgtEl>
                                        <p:attrNameLst>
                                          <p:attrName>ppt_x</p:attrName>
                                        </p:attrNameLst>
                                      </p:cBhvr>
                                      <p:tavLst>
                                        <p:tav tm="0">
                                          <p:val>
                                            <p:strVal val="#ppt_x"/>
                                          </p:val>
                                        </p:tav>
                                        <p:tav tm="100000">
                                          <p:val>
                                            <p:strVal val="#ppt_x"/>
                                          </p:val>
                                        </p:tav>
                                      </p:tavLst>
                                    </p:anim>
                                    <p:anim calcmode="lin" valueType="num">
                                      <p:cBhvr additive="base">
                                        <p:cTn id="129" dur="600" fill="hold"/>
                                        <p:tgtEl>
                                          <p:spTgt spid="2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600"/>
                                        <p:tgtEl>
                                          <p:spTgt spid="29"/>
                                        </p:tgtEl>
                                      </p:cBhvr>
                                    </p:animEffect>
                                    <p:anim calcmode="lin" valueType="num">
                                      <p:cBhvr additive="base">
                                        <p:cTn id="133" dur="600" fill="hold"/>
                                        <p:tgtEl>
                                          <p:spTgt spid="29"/>
                                        </p:tgtEl>
                                        <p:attrNameLst>
                                          <p:attrName>ppt_x</p:attrName>
                                        </p:attrNameLst>
                                      </p:cBhvr>
                                      <p:tavLst>
                                        <p:tav tm="0">
                                          <p:val>
                                            <p:strVal val="#ppt_x"/>
                                          </p:val>
                                        </p:tav>
                                        <p:tav tm="100000">
                                          <p:val>
                                            <p:strVal val="#ppt_x"/>
                                          </p:val>
                                        </p:tav>
                                      </p:tavLst>
                                    </p:anim>
                                    <p:anim calcmode="lin" valueType="num">
                                      <p:cBhvr additive="base">
                                        <p:cTn id="134" dur="600" fill="hold"/>
                                        <p:tgtEl>
                                          <p:spTgt spid="2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600"/>
                                        <p:tgtEl>
                                          <p:spTgt spid="30"/>
                                        </p:tgtEl>
                                      </p:cBhvr>
                                    </p:animEffect>
                                    <p:anim calcmode="lin" valueType="num">
                                      <p:cBhvr additive="base">
                                        <p:cTn id="138" dur="600" fill="hold"/>
                                        <p:tgtEl>
                                          <p:spTgt spid="30"/>
                                        </p:tgtEl>
                                        <p:attrNameLst>
                                          <p:attrName>ppt_x</p:attrName>
                                        </p:attrNameLst>
                                      </p:cBhvr>
                                      <p:tavLst>
                                        <p:tav tm="0">
                                          <p:val>
                                            <p:strVal val="#ppt_x"/>
                                          </p:val>
                                        </p:tav>
                                        <p:tav tm="100000">
                                          <p:val>
                                            <p:strVal val="#ppt_x"/>
                                          </p:val>
                                        </p:tav>
                                      </p:tavLst>
                                    </p:anim>
                                    <p:anim calcmode="lin" valueType="num">
                                      <p:cBhvr additive="base">
                                        <p:cTn id="139" dur="600" fill="hold"/>
                                        <p:tgtEl>
                                          <p:spTgt spid="30"/>
                                        </p:tgtEl>
                                        <p:attrNameLst>
                                          <p:attrName>ppt_y</p:attrName>
                                        </p:attrNameLst>
                                      </p:cBhvr>
                                      <p:tavLst>
                                        <p:tav tm="0">
                                          <p:val>
                                            <p:strVal val="#ppt_y+.1"/>
                                          </p:val>
                                        </p:tav>
                                        <p:tav tm="100000">
                                          <p:val>
                                            <p:strVal val="#ppt_y"/>
                                          </p:val>
                                        </p:tav>
                                      </p:tavLst>
                                    </p:anim>
                                  </p:childTnLst>
                                </p:cTn>
                              </p:par>
                            </p:childTnLst>
                          </p:cTn>
                        </p:par>
                        <p:par>
                          <p:cTn id="166" fill="hold">
                            <p:stCondLst>
                              <p:cond delay="3500"/>
                            </p:stCondLst>
                            <p:childTnLst>
                              <p:par>
                                <p:cTn id="141" presetID="42" presetClass="entr" presetSubtype="0" fill="hold" grpId="0" nodeType="afterEffect">
                                  <p:stCondLst>
                                    <p:cond delay="0"/>
                                  </p:stCondLst>
                                  <p:childTnLst>
                                    <p:set>
                                      <p:cBhvr>
                                        <p:cTn id="142" dur="1" fill="hold">
                                          <p:stCondLst>
                                            <p:cond delay="0"/>
                                          </p:stCondLst>
                                        </p:cTn>
                                        <p:tgtEl>
                                          <p:spTgt spid="31"/>
                                        </p:tgtEl>
                                        <p:attrNameLst>
                                          <p:attrName>style.visibility</p:attrName>
                                        </p:attrNameLst>
                                      </p:cBhvr>
                                      <p:to>
                                        <p:strVal val="visible"/>
                                      </p:to>
                                    </p:set>
                                    <p:animEffect transition="in" filter="fade">
                                      <p:cBhvr>
                                        <p:cTn id="143" dur="600"/>
                                        <p:tgtEl>
                                          <p:spTgt spid="31"/>
                                        </p:tgtEl>
                                      </p:cBhvr>
                                    </p:animEffect>
                                    <p:anim calcmode="lin" valueType="num">
                                      <p:cBhvr additive="base">
                                        <p:cTn id="144" dur="600" fill="hold"/>
                                        <p:tgtEl>
                                          <p:spTgt spid="31"/>
                                        </p:tgtEl>
                                        <p:attrNameLst>
                                          <p:attrName>ppt_x</p:attrName>
                                        </p:attrNameLst>
                                      </p:cBhvr>
                                      <p:tavLst>
                                        <p:tav tm="0">
                                          <p:val>
                                            <p:strVal val="#ppt_x"/>
                                          </p:val>
                                        </p:tav>
                                        <p:tav tm="100000">
                                          <p:val>
                                            <p:strVal val="#ppt_x"/>
                                          </p:val>
                                        </p:tav>
                                      </p:tavLst>
                                    </p:anim>
                                    <p:anim calcmode="lin" valueType="num">
                                      <p:cBhvr additive="base">
                                        <p:cTn id="145" dur="600" fill="hold"/>
                                        <p:tgtEl>
                                          <p:spTgt spid="31"/>
                                        </p:tgtEl>
                                        <p:attrNameLst>
                                          <p:attrName>ppt_y</p:attrName>
                                        </p:attrNameLst>
                                      </p:cBhvr>
                                      <p:tavLst>
                                        <p:tav tm="0">
                                          <p:val>
                                            <p:strVal val="#ppt_y+.1"/>
                                          </p:val>
                                        </p:tav>
                                        <p:tav tm="100000">
                                          <p:val>
                                            <p:strVal val="#ppt_y"/>
                                          </p:val>
                                        </p:tav>
                                      </p:tavLst>
                                    </p:anim>
                                  </p:childTnLst>
                                </p:cTn>
                              </p:par>
                              <p:par>
                                <p:cTn id="146" presetID="42" presetClass="entr" presetSubtype="0" fill="hold" grpId="0" nodeType="withEffect">
                                  <p:stCondLst>
                                    <p:cond delay="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600"/>
                                        <p:tgtEl>
                                          <p:spTgt spid="32"/>
                                        </p:tgtEl>
                                      </p:cBhvr>
                                    </p:animEffect>
                                    <p:anim calcmode="lin" valueType="num">
                                      <p:cBhvr additive="base">
                                        <p:cTn id="149" dur="600" fill="hold"/>
                                        <p:tgtEl>
                                          <p:spTgt spid="32"/>
                                        </p:tgtEl>
                                        <p:attrNameLst>
                                          <p:attrName>ppt_x</p:attrName>
                                        </p:attrNameLst>
                                      </p:cBhvr>
                                      <p:tavLst>
                                        <p:tav tm="0">
                                          <p:val>
                                            <p:strVal val="#ppt_x"/>
                                          </p:val>
                                        </p:tav>
                                        <p:tav tm="100000">
                                          <p:val>
                                            <p:strVal val="#ppt_x"/>
                                          </p:val>
                                        </p:tav>
                                      </p:tavLst>
                                    </p:anim>
                                    <p:anim calcmode="lin" valueType="num">
                                      <p:cBhvr additive="base">
                                        <p:cTn id="150" dur="600" fill="hold"/>
                                        <p:tgtEl>
                                          <p:spTgt spid="32"/>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600"/>
                                        <p:tgtEl>
                                          <p:spTgt spid="33"/>
                                        </p:tgtEl>
                                      </p:cBhvr>
                                    </p:animEffect>
                                    <p:anim calcmode="lin" valueType="num">
                                      <p:cBhvr additive="base">
                                        <p:cTn id="154" dur="600" fill="hold"/>
                                        <p:tgtEl>
                                          <p:spTgt spid="33"/>
                                        </p:tgtEl>
                                        <p:attrNameLst>
                                          <p:attrName>ppt_x</p:attrName>
                                        </p:attrNameLst>
                                      </p:cBhvr>
                                      <p:tavLst>
                                        <p:tav tm="0">
                                          <p:val>
                                            <p:strVal val="#ppt_x"/>
                                          </p:val>
                                        </p:tav>
                                        <p:tav tm="100000">
                                          <p:val>
                                            <p:strVal val="#ppt_x"/>
                                          </p:val>
                                        </p:tav>
                                      </p:tavLst>
                                    </p:anim>
                                    <p:anim calcmode="lin" valueType="num">
                                      <p:cBhvr additive="base">
                                        <p:cTn id="155" dur="600" fill="hold"/>
                                        <p:tgtEl>
                                          <p:spTgt spid="33"/>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600"/>
                                        <p:tgtEl>
                                          <p:spTgt spid="34"/>
                                        </p:tgtEl>
                                      </p:cBhvr>
                                    </p:animEffect>
                                    <p:anim calcmode="lin" valueType="num">
                                      <p:cBhvr additive="base">
                                        <p:cTn id="159" dur="600" fill="hold"/>
                                        <p:tgtEl>
                                          <p:spTgt spid="34"/>
                                        </p:tgtEl>
                                        <p:attrNameLst>
                                          <p:attrName>ppt_x</p:attrName>
                                        </p:attrNameLst>
                                      </p:cBhvr>
                                      <p:tavLst>
                                        <p:tav tm="0">
                                          <p:val>
                                            <p:strVal val="#ppt_x"/>
                                          </p:val>
                                        </p:tav>
                                        <p:tav tm="100000">
                                          <p:val>
                                            <p:strVal val="#ppt_x"/>
                                          </p:val>
                                        </p:tav>
                                      </p:tavLst>
                                    </p:anim>
                                    <p:anim calcmode="lin" valueType="num">
                                      <p:cBhvr additive="base">
                                        <p:cTn id="160" dur="600" fill="hold"/>
                                        <p:tgtEl>
                                          <p:spTgt spid="34"/>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Effect transition="in" filter="fade">
                                      <p:cBhvr>
                                        <p:cTn id="163" dur="600"/>
                                        <p:tgtEl>
                                          <p:spTgt spid="35"/>
                                        </p:tgtEl>
                                      </p:cBhvr>
                                    </p:animEffect>
                                    <p:anim calcmode="lin" valueType="num">
                                      <p:cBhvr additive="base">
                                        <p:cTn id="164" dur="600" fill="hold"/>
                                        <p:tgtEl>
                                          <p:spTgt spid="35"/>
                                        </p:tgtEl>
                                        <p:attrNameLst>
                                          <p:attrName>ppt_x</p:attrName>
                                        </p:attrNameLst>
                                      </p:cBhvr>
                                      <p:tavLst>
                                        <p:tav tm="0">
                                          <p:val>
                                            <p:strVal val="#ppt_x"/>
                                          </p:val>
                                        </p:tav>
                                        <p:tav tm="100000">
                                          <p:val>
                                            <p:strVal val="#ppt_x"/>
                                          </p:val>
                                        </p:tav>
                                      </p:tavLst>
                                    </p:anim>
                                    <p:anim calcmode="lin" valueType="num">
                                      <p:cBhvr additive="base">
                                        <p:cTn id="165" dur="6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3</a:t>
            </a:r>
            <a:endParaRPr lang="en-US" sz="800" dirty="0"/>
          </a:p>
        </p:txBody>
      </p:sp>
      <p:sp>
        <p:nvSpPr>
          <p:cNvPr id="4" name="a1f_46"/>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01 · LES ENJEUX</a:t>
            </a:r>
            <a:endParaRPr lang="en-US" sz="1100" dirty="0"/>
          </a:p>
        </p:txBody>
      </p:sp>
      <p:sp>
        <p:nvSpPr>
          <p:cNvPr id="5" name="a1f_47"/>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Les défis quotidiens des écoles</a:t>
            </a:r>
            <a:endParaRPr lang="en-US" sz="2800" dirty="0"/>
          </a:p>
        </p:txBody>
      </p:sp>
      <p:sp>
        <p:nvSpPr>
          <p:cNvPr id="6" name="a2u_48"/>
          <p:cNvSpPr/>
          <p:nvPr/>
        </p:nvSpPr>
        <p:spPr>
          <a:xfrm>
            <a:off x="457200" y="128016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49"/>
          <p:cNvSpPr/>
          <p:nvPr/>
        </p:nvSpPr>
        <p:spPr>
          <a:xfrm>
            <a:off x="640080" y="1463040"/>
            <a:ext cx="502920" cy="502920"/>
          </a:xfrm>
          <a:prstGeom prst="ellipse">
            <a:avLst/>
          </a:prstGeom>
          <a:solidFill>
            <a:srgbClr val="EEEBFD"/>
          </a:solidFill>
          <a:ln w="12700">
            <a:solidFill>
              <a:srgbClr val="EEEBFD"/>
            </a:solidFill>
            <a:prstDash val="solid"/>
          </a:ln>
        </p:spPr>
      </p:sp>
      <p:pic>
        <p:nvPicPr>
          <p:cNvPr id="8" name="a2u_49i" descr="preencoded.png">    </p:cNvPr>
          <p:cNvPicPr>
            <a:picLocks noChangeAspect="1"/>
          </p:cNvPicPr>
          <p:nvPr/>
        </p:nvPicPr>
        <p:blipFill>
          <a:blip r:embed="rId1"/>
          <a:stretch>
            <a:fillRect/>
          </a:stretch>
        </p:blipFill>
        <p:spPr>
          <a:xfrm>
            <a:off x="760781" y="1583741"/>
            <a:ext cx="261518" cy="261518"/>
          </a:xfrm>
          <a:prstGeom prst="rect">
            <a:avLst/>
          </a:prstGeom>
        </p:spPr>
      </p:pic>
      <p:sp>
        <p:nvSpPr>
          <p:cNvPr id="9" name="a2u_50"/>
          <p:cNvSpPr txBox="1"/>
          <p:nvPr/>
        </p:nvSpPr>
        <p:spPr>
          <a:xfrm>
            <a:off x="640080" y="2084832"/>
            <a:ext cx="210312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Un appel chronophage</a:t>
            </a:r>
            <a:endParaRPr lang="en-US" sz="1300" dirty="0"/>
          </a:p>
        </p:txBody>
      </p:sp>
      <p:sp>
        <p:nvSpPr>
          <p:cNvPr id="10" name="a2u_51"/>
          <p:cNvSpPr txBox="1"/>
          <p:nvPr/>
        </p:nvSpPr>
        <p:spPr>
          <a:xfrm>
            <a:off x="640080" y="2359152"/>
            <a:ext cx="2103120" cy="41148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Faire l'appel prend de précieuses minutes à chaque cours.</a:t>
            </a:r>
            <a:endParaRPr lang="en-US" sz="1050" dirty="0"/>
          </a:p>
        </p:txBody>
      </p:sp>
      <p:sp>
        <p:nvSpPr>
          <p:cNvPr id="11" name="a3u_52"/>
          <p:cNvSpPr/>
          <p:nvPr/>
        </p:nvSpPr>
        <p:spPr>
          <a:xfrm>
            <a:off x="3063240" y="128016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u_53"/>
          <p:cNvSpPr/>
          <p:nvPr/>
        </p:nvSpPr>
        <p:spPr>
          <a:xfrm>
            <a:off x="3246120" y="1463040"/>
            <a:ext cx="502920" cy="502920"/>
          </a:xfrm>
          <a:prstGeom prst="ellipse">
            <a:avLst/>
          </a:prstGeom>
          <a:solidFill>
            <a:srgbClr val="EEEBFD"/>
          </a:solidFill>
          <a:ln w="12700">
            <a:solidFill>
              <a:srgbClr val="EEEBFD"/>
            </a:solidFill>
            <a:prstDash val="solid"/>
          </a:ln>
        </p:spPr>
      </p:sp>
      <p:pic>
        <p:nvPicPr>
          <p:cNvPr id="13" name="a3u_53i" descr="preencoded.png">    </p:cNvPr>
          <p:cNvPicPr>
            <a:picLocks noChangeAspect="1"/>
          </p:cNvPicPr>
          <p:nvPr/>
        </p:nvPicPr>
        <p:blipFill>
          <a:blip r:embed="rId2"/>
          <a:stretch>
            <a:fillRect/>
          </a:stretch>
        </p:blipFill>
        <p:spPr>
          <a:xfrm>
            <a:off x="3366821" y="1583741"/>
            <a:ext cx="261518" cy="261518"/>
          </a:xfrm>
          <a:prstGeom prst="rect">
            <a:avLst/>
          </a:prstGeom>
        </p:spPr>
      </p:pic>
      <p:sp>
        <p:nvSpPr>
          <p:cNvPr id="14" name="a3u_54"/>
          <p:cNvSpPr txBox="1"/>
          <p:nvPr/>
        </p:nvSpPr>
        <p:spPr>
          <a:xfrm>
            <a:off x="3246120" y="2084832"/>
            <a:ext cx="210312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Le contrôle des accès</a:t>
            </a:r>
            <a:endParaRPr lang="en-US" sz="1300" dirty="0"/>
          </a:p>
        </p:txBody>
      </p:sp>
      <p:sp>
        <p:nvSpPr>
          <p:cNvPr id="15" name="a3u_55"/>
          <p:cNvSpPr txBox="1"/>
          <p:nvPr/>
        </p:nvSpPr>
        <p:spPr>
          <a:xfrm>
            <a:off x="3246120" y="2359152"/>
            <a:ext cx="2103120" cy="41148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Savoir, à tout moment, qui entre dans l'établissement.</a:t>
            </a:r>
            <a:endParaRPr lang="en-US" sz="1050" dirty="0"/>
          </a:p>
        </p:txBody>
      </p:sp>
      <p:sp>
        <p:nvSpPr>
          <p:cNvPr id="16" name="a4u_56"/>
          <p:cNvSpPr/>
          <p:nvPr/>
        </p:nvSpPr>
        <p:spPr>
          <a:xfrm>
            <a:off x="457200" y="301752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u_57"/>
          <p:cNvSpPr/>
          <p:nvPr/>
        </p:nvSpPr>
        <p:spPr>
          <a:xfrm>
            <a:off x="640080" y="3200400"/>
            <a:ext cx="502920" cy="502920"/>
          </a:xfrm>
          <a:prstGeom prst="ellipse">
            <a:avLst/>
          </a:prstGeom>
          <a:solidFill>
            <a:srgbClr val="EEEBFD"/>
          </a:solidFill>
          <a:ln w="12700">
            <a:solidFill>
              <a:srgbClr val="EEEBFD"/>
            </a:solidFill>
            <a:prstDash val="solid"/>
          </a:ln>
        </p:spPr>
      </p:sp>
      <p:pic>
        <p:nvPicPr>
          <p:cNvPr id="18" name="a4u_57i" descr="preencoded.png">    </p:cNvPr>
          <p:cNvPicPr>
            <a:picLocks noChangeAspect="1"/>
          </p:cNvPicPr>
          <p:nvPr/>
        </p:nvPicPr>
        <p:blipFill>
          <a:blip r:embed="rId3"/>
          <a:stretch>
            <a:fillRect/>
          </a:stretch>
        </p:blipFill>
        <p:spPr>
          <a:xfrm>
            <a:off x="760781" y="3321101"/>
            <a:ext cx="261518" cy="261518"/>
          </a:xfrm>
          <a:prstGeom prst="rect">
            <a:avLst/>
          </a:prstGeom>
        </p:spPr>
      </p:pic>
      <p:sp>
        <p:nvSpPr>
          <p:cNvPr id="19" name="a4u_58"/>
          <p:cNvSpPr txBox="1"/>
          <p:nvPr/>
        </p:nvSpPr>
        <p:spPr>
          <a:xfrm>
            <a:off x="640080" y="3822192"/>
            <a:ext cx="210312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Une identification fiable</a:t>
            </a:r>
            <a:endParaRPr lang="en-US" sz="1300" dirty="0"/>
          </a:p>
        </p:txBody>
      </p:sp>
      <p:sp>
        <p:nvSpPr>
          <p:cNvPr id="20" name="a4u_59"/>
          <p:cNvSpPr txBox="1"/>
          <p:nvPr/>
        </p:nvSpPr>
        <p:spPr>
          <a:xfrm>
            <a:off x="640080" y="4096512"/>
            <a:ext cx="2103120" cy="41148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Reconnaître élèves et personnels, même en début d’année.</a:t>
            </a:r>
            <a:endParaRPr lang="en-US" sz="1050" dirty="0"/>
          </a:p>
        </p:txBody>
      </p:sp>
      <p:sp>
        <p:nvSpPr>
          <p:cNvPr id="21" name="a5u_60"/>
          <p:cNvSpPr/>
          <p:nvPr/>
        </p:nvSpPr>
        <p:spPr>
          <a:xfrm>
            <a:off x="3063240" y="3017520"/>
            <a:ext cx="242316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u_61"/>
          <p:cNvSpPr/>
          <p:nvPr/>
        </p:nvSpPr>
        <p:spPr>
          <a:xfrm>
            <a:off x="3246120" y="3200400"/>
            <a:ext cx="502920" cy="502920"/>
          </a:xfrm>
          <a:prstGeom prst="ellipse">
            <a:avLst/>
          </a:prstGeom>
          <a:solidFill>
            <a:srgbClr val="EEEBFD"/>
          </a:solidFill>
          <a:ln w="12700">
            <a:solidFill>
              <a:srgbClr val="EEEBFD"/>
            </a:solidFill>
            <a:prstDash val="solid"/>
          </a:ln>
        </p:spPr>
      </p:sp>
      <p:pic>
        <p:nvPicPr>
          <p:cNvPr id="23" name="a5u_61i" descr="preencoded.png">    </p:cNvPr>
          <p:cNvPicPr>
            <a:picLocks noChangeAspect="1"/>
          </p:cNvPicPr>
          <p:nvPr/>
        </p:nvPicPr>
        <p:blipFill>
          <a:blip r:embed="rId4"/>
          <a:stretch>
            <a:fillRect/>
          </a:stretch>
        </p:blipFill>
        <p:spPr>
          <a:xfrm>
            <a:off x="3366821" y="3321101"/>
            <a:ext cx="261518" cy="261518"/>
          </a:xfrm>
          <a:prstGeom prst="rect">
            <a:avLst/>
          </a:prstGeom>
        </p:spPr>
      </p:pic>
      <p:sp>
        <p:nvSpPr>
          <p:cNvPr id="24" name="a5u_62"/>
          <p:cNvSpPr txBox="1"/>
          <p:nvPr/>
        </p:nvSpPr>
        <p:spPr>
          <a:xfrm>
            <a:off x="3246120" y="3822192"/>
            <a:ext cx="210312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Des registres papier</a:t>
            </a:r>
            <a:endParaRPr lang="en-US" sz="1300" dirty="0"/>
          </a:p>
        </p:txBody>
      </p:sp>
      <p:sp>
        <p:nvSpPr>
          <p:cNvPr id="25" name="a5u_63"/>
          <p:cNvSpPr txBox="1"/>
          <p:nvPr/>
        </p:nvSpPr>
        <p:spPr>
          <a:xfrm>
            <a:off x="3246120" y="4096512"/>
            <a:ext cx="2103120" cy="41148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Pertes, erreurs de saisie, oublis… et peu de traçabilité.</a:t>
            </a:r>
            <a:endParaRPr lang="en-US" sz="1050" dirty="0"/>
          </a:p>
        </p:txBody>
      </p:sp>
      <p:sp>
        <p:nvSpPr>
          <p:cNvPr id="26" name="a6z_64"/>
          <p:cNvSpPr/>
          <p:nvPr/>
        </p:nvSpPr>
        <p:spPr>
          <a:xfrm>
            <a:off x="5806440" y="1280160"/>
            <a:ext cx="2880360" cy="3291840"/>
          </a:xfrm>
          <a:prstGeom prst="roundRect">
            <a:avLst>
              <a:gd name="adj" fmla="val 2540"/>
            </a:avLst>
          </a:prstGeom>
          <a:solidFill>
            <a:srgbClr val="1A1446"/>
          </a:solidFill>
          <a:ln w="12700">
            <a:solidFill>
              <a:srgbClr val="1A1446"/>
            </a:solidFill>
            <a:prstDash val="solid"/>
          </a:ln>
          <a:effectLst>
            <a:outerShdw sx="100000" sy="100000" kx="0" ky="0" algn="bl" rotWithShape="0" blurRad="127000" dist="25400" dir="5400000">
              <a:srgbClr val="000000">
                <a:alpha val="10000"/>
              </a:srgbClr>
            </a:outerShdw>
          </a:effectLst>
        </p:spPr>
      </p:sp>
      <p:sp>
        <p:nvSpPr>
          <p:cNvPr id="27" name="a7f_65"/>
          <p:cNvSpPr txBox="1"/>
          <p:nvPr/>
        </p:nvSpPr>
        <p:spPr>
          <a:xfrm>
            <a:off x="6080760" y="1536192"/>
            <a:ext cx="2377440" cy="228600"/>
          </a:xfrm>
          <a:prstGeom prst="rect">
            <a:avLst/>
          </a:prstGeom>
          <a:noFill/>
          <a:ln/>
        </p:spPr>
        <p:txBody>
          <a:bodyPr wrap="square" lIns="0" tIns="0" rIns="0" bIns="0" rtlCol="0" anchor="t"/>
          <a:lstStyle/>
          <a:p>
            <a:pPr indent="0" marL="0">
              <a:buNone/>
            </a:pPr>
            <a:r>
              <a:rPr lang="en-US" sz="1000" b="1" spc="200" kern="0" dirty="0">
                <a:solidFill>
                  <a:srgbClr val="F5B301"/>
                </a:solidFill>
                <a:latin typeface="Arial" pitchFamily="34" charset="0"/>
                <a:ea typeface="Arial" pitchFamily="34" charset="-122"/>
                <a:cs typeface="Arial" pitchFamily="34" charset="-120"/>
              </a:rPr>
              <a:t>EXEMPLE INDICATIF</a:t>
            </a:r>
            <a:endParaRPr lang="en-US" sz="1000" dirty="0"/>
          </a:p>
        </p:txBody>
      </p:sp>
      <p:sp>
        <p:nvSpPr>
          <p:cNvPr id="28" name="a7u_66"/>
          <p:cNvSpPr txBox="1"/>
          <p:nvPr/>
        </p:nvSpPr>
        <p:spPr>
          <a:xfrm>
            <a:off x="6080760" y="1783080"/>
            <a:ext cx="2377440" cy="73152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30 min</a:t>
            </a:r>
            <a:endParaRPr lang="en-US" sz="4600" dirty="0"/>
          </a:p>
        </p:txBody>
      </p:sp>
      <p:sp>
        <p:nvSpPr>
          <p:cNvPr id="29" name="a7u_67"/>
          <p:cNvSpPr txBox="1"/>
          <p:nvPr/>
        </p:nvSpPr>
        <p:spPr>
          <a:xfrm>
            <a:off x="6080760" y="2514600"/>
            <a:ext cx="2377440" cy="457200"/>
          </a:xfrm>
          <a:prstGeom prst="rect">
            <a:avLst/>
          </a:prstGeom>
          <a:noFill/>
          <a:ln/>
        </p:spPr>
        <p:txBody>
          <a:bodyPr wrap="square" lIns="0" tIns="0" rIns="0" bIns="0" rtlCol="0" anchor="t"/>
          <a:lstStyle/>
          <a:p>
            <a:pPr indent="0" marL="0">
              <a:buNone/>
            </a:pPr>
            <a:r>
              <a:rPr lang="en-US" sz="1200" dirty="0">
                <a:solidFill>
                  <a:srgbClr val="C9C3F5"/>
                </a:solidFill>
                <a:latin typeface="Arial" pitchFamily="34" charset="0"/>
                <a:ea typeface="Arial" pitchFamily="34" charset="-122"/>
                <a:cs typeface="Arial" pitchFamily="34" charset="-120"/>
              </a:rPr>
              <a:t>par jour et par classe consacrées à l'appel</a:t>
            </a:r>
            <a:endParaRPr lang="en-US" sz="1200" dirty="0"/>
          </a:p>
        </p:txBody>
      </p:sp>
      <p:sp>
        <p:nvSpPr>
          <p:cNvPr id="30" name="a8f_68"/>
          <p:cNvSpPr txBox="1"/>
          <p:nvPr/>
        </p:nvSpPr>
        <p:spPr>
          <a:xfrm>
            <a:off x="6080760" y="3063240"/>
            <a:ext cx="237744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5 min × 6 heures de cours</a:t>
            </a:r>
            <a:endParaRPr lang="en-US" sz="1300" dirty="0"/>
          </a:p>
        </p:txBody>
      </p:sp>
      <p:sp>
        <p:nvSpPr>
          <p:cNvPr id="31" name="a8u_69"/>
          <p:cNvSpPr txBox="1"/>
          <p:nvPr/>
        </p:nvSpPr>
        <p:spPr>
          <a:xfrm>
            <a:off x="6080760" y="3474720"/>
            <a:ext cx="2377440" cy="365760"/>
          </a:xfrm>
          <a:prstGeom prst="rect">
            <a:avLst/>
          </a:prstGeom>
          <a:noFill/>
          <a:ln/>
        </p:spPr>
        <p:txBody>
          <a:bodyPr wrap="square" lIns="0" tIns="0" rIns="0" bIns="0" rtlCol="0" anchor="t"/>
          <a:lstStyle/>
          <a:p>
            <a:pPr indent="0" marL="0">
              <a:buNone/>
            </a:pPr>
            <a:r>
              <a:rPr lang="en-US" sz="1900" b="1" dirty="0">
                <a:solidFill>
                  <a:srgbClr val="F5B301"/>
                </a:solidFill>
                <a:latin typeface="Arial" pitchFamily="34" charset="0"/>
                <a:ea typeface="Arial" pitchFamily="34" charset="-122"/>
                <a:cs typeface="Arial" pitchFamily="34" charset="-120"/>
              </a:rPr>
              <a:t>≈ 2 h 30 par semaine</a:t>
            </a:r>
            <a:endParaRPr lang="en-US" sz="1900" dirty="0"/>
          </a:p>
        </p:txBody>
      </p:sp>
      <p:sp>
        <p:nvSpPr>
          <p:cNvPr id="32" name="a8f_70"/>
          <p:cNvSpPr txBox="1"/>
          <p:nvPr/>
        </p:nvSpPr>
        <p:spPr>
          <a:xfrm>
            <a:off x="6080760" y="3931920"/>
            <a:ext cx="2377440" cy="411480"/>
          </a:xfrm>
          <a:prstGeom prst="rect">
            <a:avLst/>
          </a:prstGeom>
          <a:noFill/>
          <a:ln/>
        </p:spPr>
        <p:txBody>
          <a:bodyPr wrap="square" lIns="0" tIns="0" rIns="0" bIns="0" rtlCol="0" anchor="t"/>
          <a:lstStyle/>
          <a:p>
            <a:pPr indent="0" marL="0">
              <a:buNone/>
            </a:pPr>
            <a:r>
              <a:rPr lang="en-US" sz="900" i="1" dirty="0">
                <a:solidFill>
                  <a:srgbClr val="C9C3F5"/>
                </a:solidFill>
                <a:latin typeface="Arial" pitchFamily="34" charset="0"/>
                <a:ea typeface="Arial" pitchFamily="34" charset="-122"/>
                <a:cs typeface="Arial" pitchFamily="34" charset="-120"/>
              </a:rPr>
              <a:t>Calcul théorique sur 5 jours, à adapter à chaque établissement.</a:t>
            </a:r>
            <a:endParaRPr lang="en-US" sz="9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1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additive="base">
                                        <p:cTn id="40" dur="600" fill="hold"/>
                                        <p:tgtEl>
                                          <p:spTgt spid="11"/>
                                        </p:tgtEl>
                                        <p:attrNameLst>
                                          <p:attrName>ppt_x</p:attrName>
                                        </p:attrNameLst>
                                      </p:cBhvr>
                                      <p:tavLst>
                                        <p:tav tm="0">
                                          <p:val>
                                            <p:strVal val="#ppt_x"/>
                                          </p:val>
                                        </p:tav>
                                        <p:tav tm="100000">
                                          <p:val>
                                            <p:strVal val="#ppt_x"/>
                                          </p:val>
                                        </p:tav>
                                      </p:tavLst>
                                    </p:anim>
                                    <p:anim calcmode="lin" valueType="num">
                                      <p:cBhvr additive="base">
                                        <p:cTn id="41" dur="6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p:tgtEl>
                                          <p:spTgt spid="12"/>
                                        </p:tgtEl>
                                        <p:attrNameLst>
                                          <p:attrName>ppt_x</p:attrName>
                                        </p:attrNameLst>
                                      </p:cBhvr>
                                      <p:tavLst>
                                        <p:tav tm="0">
                                          <p:val>
                                            <p:strVal val="#ppt_x"/>
                                          </p:val>
                                        </p:tav>
                                        <p:tav tm="100000">
                                          <p:val>
                                            <p:strVal val="#ppt_x"/>
                                          </p:val>
                                        </p:tav>
                                      </p:tavLst>
                                    </p:anim>
                                    <p:anim calcmode="lin" valueType="num">
                                      <p:cBhvr additive="base">
                                        <p:cTn id="46" dur="6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childTnLst>
                          </p:cTn>
                        </p:par>
                        <p:par>
                          <p:cTn id="88" fill="hold">
                            <p:stCondLst>
                              <p:cond delay="1700"/>
                            </p:stCondLst>
                            <p:childTnLst>
                              <p:par>
                                <p:cTn id="63" presetID="42" presetClass="entr" presetSubtype="0"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fill="hold"/>
                                        <p:tgtEl>
                                          <p:spTgt spid="19"/>
                                        </p:tgtEl>
                                        <p:attrNameLst>
                                          <p:attrName>ppt_x</p:attrName>
                                        </p:attrNameLst>
                                      </p:cBhvr>
                                      <p:tavLst>
                                        <p:tav tm="0">
                                          <p:val>
                                            <p:strVal val="#ppt_x"/>
                                          </p:val>
                                        </p:tav>
                                        <p:tav tm="100000">
                                          <p:val>
                                            <p:strVal val="#ppt_x"/>
                                          </p:val>
                                        </p:tav>
                                      </p:tavLst>
                                    </p:anim>
                                    <p:anim calcmode="lin" valueType="num">
                                      <p:cBhvr additive="base">
                                        <p:cTn id="82" dur="6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childTnLst>
                          </p:cTn>
                        </p:par>
                        <p:par>
                          <p:cTn id="114" fill="hold">
                            <p:stCondLst>
                              <p:cond delay="2300"/>
                            </p:stCondLst>
                            <p:childTnLst>
                              <p:par>
                                <p:cTn id="89" presetID="42" presetClass="entr" presetSubtype="0"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additive="base">
                                        <p:cTn id="92" dur="600" fill="hold"/>
                                        <p:tgtEl>
                                          <p:spTgt spid="21"/>
                                        </p:tgtEl>
                                        <p:attrNameLst>
                                          <p:attrName>ppt_x</p:attrName>
                                        </p:attrNameLst>
                                      </p:cBhvr>
                                      <p:tavLst>
                                        <p:tav tm="0">
                                          <p:val>
                                            <p:strVal val="#ppt_x"/>
                                          </p:val>
                                        </p:tav>
                                        <p:tav tm="100000">
                                          <p:val>
                                            <p:strVal val="#ppt_x"/>
                                          </p:val>
                                        </p:tav>
                                      </p:tavLst>
                                    </p:anim>
                                    <p:anim calcmode="lin" valueType="num">
                                      <p:cBhvr additive="base">
                                        <p:cTn id="93" dur="600" fill="hold"/>
                                        <p:tgtEl>
                                          <p:spTgt spid="2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additive="base">
                                        <p:cTn id="97" dur="600" fill="hold"/>
                                        <p:tgtEl>
                                          <p:spTgt spid="22"/>
                                        </p:tgtEl>
                                        <p:attrNameLst>
                                          <p:attrName>ppt_x</p:attrName>
                                        </p:attrNameLst>
                                      </p:cBhvr>
                                      <p:tavLst>
                                        <p:tav tm="0">
                                          <p:val>
                                            <p:strVal val="#ppt_x"/>
                                          </p:val>
                                        </p:tav>
                                        <p:tav tm="100000">
                                          <p:val>
                                            <p:strVal val="#ppt_x"/>
                                          </p:val>
                                        </p:tav>
                                      </p:tavLst>
                                    </p:anim>
                                    <p:anim calcmode="lin" valueType="num">
                                      <p:cBhvr additive="base">
                                        <p:cTn id="98" dur="600" fill="hold"/>
                                        <p:tgtEl>
                                          <p:spTgt spid="22"/>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600"/>
                                        <p:tgtEl>
                                          <p:spTgt spid="23"/>
                                        </p:tgtEl>
                                      </p:cBhvr>
                                    </p:animEffect>
                                    <p:anim calcmode="lin" valueType="num">
                                      <p:cBhvr additive="base">
                                        <p:cTn id="102" dur="600" fill="hold"/>
                                        <p:tgtEl>
                                          <p:spTgt spid="23"/>
                                        </p:tgtEl>
                                        <p:attrNameLst>
                                          <p:attrName>ppt_x</p:attrName>
                                        </p:attrNameLst>
                                      </p:cBhvr>
                                      <p:tavLst>
                                        <p:tav tm="0">
                                          <p:val>
                                            <p:strVal val="#ppt_x"/>
                                          </p:val>
                                        </p:tav>
                                        <p:tav tm="100000">
                                          <p:val>
                                            <p:strVal val="#ppt_x"/>
                                          </p:val>
                                        </p:tav>
                                      </p:tavLst>
                                    </p:anim>
                                    <p:anim calcmode="lin" valueType="num">
                                      <p:cBhvr additive="base">
                                        <p:cTn id="103" dur="600" fill="hold"/>
                                        <p:tgtEl>
                                          <p:spTgt spid="2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anim calcmode="lin" valueType="num">
                                      <p:cBhvr additive="base">
                                        <p:cTn id="107" dur="600" fill="hold"/>
                                        <p:tgtEl>
                                          <p:spTgt spid="24"/>
                                        </p:tgtEl>
                                        <p:attrNameLst>
                                          <p:attrName>ppt_x</p:attrName>
                                        </p:attrNameLst>
                                      </p:cBhvr>
                                      <p:tavLst>
                                        <p:tav tm="0">
                                          <p:val>
                                            <p:strVal val="#ppt_x"/>
                                          </p:val>
                                        </p:tav>
                                        <p:tav tm="100000">
                                          <p:val>
                                            <p:strVal val="#ppt_x"/>
                                          </p:val>
                                        </p:tav>
                                      </p:tavLst>
                                    </p:anim>
                                    <p:anim calcmode="lin" valueType="num">
                                      <p:cBhvr additive="base">
                                        <p:cTn id="108" dur="600" fill="hold"/>
                                        <p:tgtEl>
                                          <p:spTgt spid="24"/>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600"/>
                                        <p:tgtEl>
                                          <p:spTgt spid="25"/>
                                        </p:tgtEl>
                                      </p:cBhvr>
                                    </p:animEffect>
                                    <p:anim calcmode="lin" valueType="num">
                                      <p:cBhvr additive="base">
                                        <p:cTn id="112" dur="600" fill="hold"/>
                                        <p:tgtEl>
                                          <p:spTgt spid="25"/>
                                        </p:tgtEl>
                                        <p:attrNameLst>
                                          <p:attrName>ppt_x</p:attrName>
                                        </p:attrNameLst>
                                      </p:cBhvr>
                                      <p:tavLst>
                                        <p:tav tm="0">
                                          <p:val>
                                            <p:strVal val="#ppt_x"/>
                                          </p:val>
                                        </p:tav>
                                        <p:tav tm="100000">
                                          <p:val>
                                            <p:strVal val="#ppt_x"/>
                                          </p:val>
                                        </p:tav>
                                      </p:tavLst>
                                    </p:anim>
                                    <p:anim calcmode="lin" valueType="num">
                                      <p:cBhvr additive="base">
                                        <p:cTn id="113" dur="600" fill="hold"/>
                                        <p:tgtEl>
                                          <p:spTgt spid="25"/>
                                        </p:tgtEl>
                                        <p:attrNameLst>
                                          <p:attrName>ppt_y</p:attrName>
                                        </p:attrNameLst>
                                      </p:cBhvr>
                                      <p:tavLst>
                                        <p:tav tm="0">
                                          <p:val>
                                            <p:strVal val="#ppt_y+.1"/>
                                          </p:val>
                                        </p:tav>
                                        <p:tav tm="100000">
                                          <p:val>
                                            <p:strVal val="#ppt_y"/>
                                          </p:val>
                                        </p:tav>
                                      </p:tavLst>
                                    </p:anim>
                                  </p:childTnLst>
                                </p:cTn>
                              </p:par>
                            </p:childTnLst>
                          </p:cTn>
                        </p:par>
                        <p:par>
                          <p:cTn id="120" fill="hold">
                            <p:stCondLst>
                              <p:cond delay="2900"/>
                            </p:stCondLst>
                            <p:childTnLst>
                              <p:par>
                                <p:cTn id="115" presetID="53" presetClass="entr" presetSubtype="16"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p:cTn id="117" dur="450" fill="hold"/>
                                        <p:tgtEl>
                                          <p:spTgt spid="26"/>
                                        </p:tgtEl>
                                        <p:attrNameLst>
                                          <p:attrName>ppt_w</p:attrName>
                                        </p:attrNameLst>
                                      </p:cBhvr>
                                      <p:tavLst>
                                        <p:tav tm="0">
                                          <p:val>
                                            <p:fltVal val="0"/>
                                          </p:val>
                                        </p:tav>
                                        <p:tav tm="100000">
                                          <p:val>
                                            <p:strVal val="#ppt_w"/>
                                          </p:val>
                                        </p:tav>
                                      </p:tavLst>
                                    </p:anim>
                                    <p:anim calcmode="lin" valueType="num">
                                      <p:cBhvr>
                                        <p:cTn id="118" dur="450" fill="hold"/>
                                        <p:tgtEl>
                                          <p:spTgt spid="26"/>
                                        </p:tgtEl>
                                        <p:attrNameLst>
                                          <p:attrName>ppt_h</p:attrName>
                                        </p:attrNameLst>
                                      </p:cBhvr>
                                      <p:tavLst>
                                        <p:tav tm="0">
                                          <p:val>
                                            <p:fltVal val="0"/>
                                          </p:val>
                                        </p:tav>
                                        <p:tav tm="100000">
                                          <p:val>
                                            <p:strVal val="#ppt_h"/>
                                          </p:val>
                                        </p:tav>
                                      </p:tavLst>
                                    </p:anim>
                                    <p:animEffect transition="in" filter="fade">
                                      <p:cBhvr>
                                        <p:cTn id="119" dur="450"/>
                                        <p:tgtEl>
                                          <p:spTgt spid="26"/>
                                        </p:tgtEl>
                                      </p:cBhvr>
                                    </p:animEffect>
                                  </p:childTnLst>
                                </p:cTn>
                              </p:par>
                            </p:childTnLst>
                          </p:cTn>
                        </p:par>
                        <p:par>
                          <p:cTn id="134" fill="hold">
                            <p:stCondLst>
                              <p:cond delay="3350"/>
                            </p:stCondLst>
                            <p:childTnLst>
                              <p:par>
                                <p:cTn id="121" presetID="10" presetClass="entr" presetSubtype="0" fill="hold" grpId="0" nodeType="afterEffect">
                                  <p:stCondLst>
                                    <p:cond delay="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500"/>
                                        <p:tgtEl>
                                          <p:spTgt spid="27"/>
                                        </p:tgtEl>
                                      </p:cBhvr>
                                    </p:animEffect>
                                  </p:childTnLst>
                                </p:cTn>
                              </p:par>
                              <p:par>
                                <p:cTn id="124" presetID="42" presetClass="entr" presetSubtype="0" fill="hold" grpId="0" nodeType="withEffect">
                                  <p:stCondLst>
                                    <p:cond delay="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600"/>
                                        <p:tgtEl>
                                          <p:spTgt spid="28"/>
                                        </p:tgtEl>
                                      </p:cBhvr>
                                    </p:animEffect>
                                    <p:anim calcmode="lin" valueType="num">
                                      <p:cBhvr additive="base">
                                        <p:cTn id="127" dur="600" fill="hold"/>
                                        <p:tgtEl>
                                          <p:spTgt spid="28"/>
                                        </p:tgtEl>
                                        <p:attrNameLst>
                                          <p:attrName>ppt_x</p:attrName>
                                        </p:attrNameLst>
                                      </p:cBhvr>
                                      <p:tavLst>
                                        <p:tav tm="0">
                                          <p:val>
                                            <p:strVal val="#ppt_x"/>
                                          </p:val>
                                        </p:tav>
                                        <p:tav tm="100000">
                                          <p:val>
                                            <p:strVal val="#ppt_x"/>
                                          </p:val>
                                        </p:tav>
                                      </p:tavLst>
                                    </p:anim>
                                    <p:anim calcmode="lin" valueType="num">
                                      <p:cBhvr additive="base">
                                        <p:cTn id="128" dur="600" fill="hold"/>
                                        <p:tgtEl>
                                          <p:spTgt spid="28"/>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600"/>
                                        <p:tgtEl>
                                          <p:spTgt spid="29"/>
                                        </p:tgtEl>
                                      </p:cBhvr>
                                    </p:animEffect>
                                    <p:anim calcmode="lin" valueType="num">
                                      <p:cBhvr additive="base">
                                        <p:cTn id="132" dur="600" fill="hold"/>
                                        <p:tgtEl>
                                          <p:spTgt spid="29"/>
                                        </p:tgtEl>
                                        <p:attrNameLst>
                                          <p:attrName>ppt_x</p:attrName>
                                        </p:attrNameLst>
                                      </p:cBhvr>
                                      <p:tavLst>
                                        <p:tav tm="0">
                                          <p:val>
                                            <p:strVal val="#ppt_x"/>
                                          </p:val>
                                        </p:tav>
                                        <p:tav tm="100000">
                                          <p:val>
                                            <p:strVal val="#ppt_x"/>
                                          </p:val>
                                        </p:tav>
                                      </p:tavLst>
                                    </p:anim>
                                    <p:anim calcmode="lin" valueType="num">
                                      <p:cBhvr additive="base">
                                        <p:cTn id="133" dur="600" fill="hold"/>
                                        <p:tgtEl>
                                          <p:spTgt spid="29"/>
                                        </p:tgtEl>
                                        <p:attrNameLst>
                                          <p:attrName>ppt_y</p:attrName>
                                        </p:attrNameLst>
                                      </p:cBhvr>
                                      <p:tavLst>
                                        <p:tav tm="0">
                                          <p:val>
                                            <p:strVal val="#ppt_y+.1"/>
                                          </p:val>
                                        </p:tav>
                                        <p:tav tm="100000">
                                          <p:val>
                                            <p:strVal val="#ppt_y"/>
                                          </p:val>
                                        </p:tav>
                                      </p:tavLst>
                                    </p:anim>
                                  </p:childTnLst>
                                </p:cTn>
                              </p:par>
                            </p:childTnLst>
                          </p:cTn>
                        </p:par>
                        <p:par>
                          <p:cTn id="146" fill="hold">
                            <p:stCondLst>
                              <p:cond delay="3950"/>
                            </p:stCondLst>
                            <p:childTnLst>
                              <p:par>
                                <p:cTn id="135" presetID="10" presetClass="entr" presetSubtype="0" fill="hold" grpId="0" nodeType="after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childTnLst>
                                </p:cTn>
                              </p:par>
                              <p:par>
                                <p:cTn id="138" presetID="42" presetClass="entr" presetSubtype="0" fill="hold" grpId="0" nodeType="withEffect">
                                  <p:stCondLst>
                                    <p:cond delay="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600"/>
                                        <p:tgtEl>
                                          <p:spTgt spid="31"/>
                                        </p:tgtEl>
                                      </p:cBhvr>
                                    </p:animEffect>
                                    <p:anim calcmode="lin" valueType="num">
                                      <p:cBhvr additive="base">
                                        <p:cTn id="141" dur="600" fill="hold"/>
                                        <p:tgtEl>
                                          <p:spTgt spid="31"/>
                                        </p:tgtEl>
                                        <p:attrNameLst>
                                          <p:attrName>ppt_x</p:attrName>
                                        </p:attrNameLst>
                                      </p:cBhvr>
                                      <p:tavLst>
                                        <p:tav tm="0">
                                          <p:val>
                                            <p:strVal val="#ppt_x"/>
                                          </p:val>
                                        </p:tav>
                                        <p:tav tm="100000">
                                          <p:val>
                                            <p:strVal val="#ppt_x"/>
                                          </p:val>
                                        </p:tav>
                                      </p:tavLst>
                                    </p:anim>
                                    <p:anim calcmode="lin" valueType="num">
                                      <p:cBhvr additive="base">
                                        <p:cTn id="142" dur="600" fill="hold"/>
                                        <p:tgtEl>
                                          <p:spTgt spid="31"/>
                                        </p:tgtEl>
                                        <p:attrNameLst>
                                          <p:attrName>ppt_y</p:attrName>
                                        </p:attrNameLst>
                                      </p:cBhvr>
                                      <p:tavLst>
                                        <p:tav tm="0">
                                          <p:val>
                                            <p:strVal val="#ppt_y+.1"/>
                                          </p:val>
                                        </p:tav>
                                        <p:tav tm="100000">
                                          <p:val>
                                            <p:strVal val="#ppt_y"/>
                                          </p:val>
                                        </p:tav>
                                      </p:tavLst>
                                    </p:anim>
                                  </p:childTnLst>
                                </p:cTn>
                              </p:par>
                              <p:par>
                                <p:cTn id="143" presetID="10" presetClass="entr" presetSubtype="0" fill="hold" grpId="0" nodeType="withEffect">
                                  <p:stCondLst>
                                    <p:cond delay="0"/>
                                  </p:stCondLst>
                                  <p:childTnLst>
                                    <p:set>
                                      <p:cBhvr>
                                        <p:cTn id="144" dur="1" fill="hold">
                                          <p:stCondLst>
                                            <p:cond delay="0"/>
                                          </p:stCondLst>
                                        </p:cTn>
                                        <p:tgtEl>
                                          <p:spTgt spid="32"/>
                                        </p:tgtEl>
                                        <p:attrNameLst>
                                          <p:attrName>style.visibility</p:attrName>
                                        </p:attrNameLst>
                                      </p:cBhvr>
                                      <p:to>
                                        <p:strVal val="visible"/>
                                      </p:to>
                                    </p:set>
                                    <p:animEffect transition="in" filter="fade">
                                      <p:cBhvr>
                                        <p:cTn id="1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4</a:t>
            </a:r>
            <a:endParaRPr lang="en-US" sz="800" dirty="0"/>
          </a:p>
        </p:txBody>
      </p:sp>
      <p:sp>
        <p:nvSpPr>
          <p:cNvPr id="4" name="a1f_71"/>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02 · L'APPLICATION</a:t>
            </a:r>
            <a:endParaRPr lang="en-US" sz="1100" dirty="0"/>
          </a:p>
        </p:txBody>
      </p:sp>
      <p:sp>
        <p:nvSpPr>
          <p:cNvPr id="5" name="a1f_72"/>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Face ID en un coup d’œil</a:t>
            </a:r>
            <a:endParaRPr lang="en-US" sz="2800" dirty="0"/>
          </a:p>
        </p:txBody>
      </p:sp>
      <p:pic>
        <p:nvPicPr>
          <p:cNvPr id="6" name="a2z_73" descr="/tmp/claude-0/-home-user-face-id/e849e0f3-7743-5449-a322-d35a4c4c9845/scratchpad/deck/img/app_description.png">    </p:cNvPr>
          <p:cNvPicPr>
            <a:picLocks noChangeAspect="1"/>
          </p:cNvPicPr>
          <p:nvPr/>
        </p:nvPicPr>
        <p:blipFill>
          <a:blip r:embed="rId1"/>
          <a:stretch>
            <a:fillRect/>
          </a:stretch>
        </p:blipFill>
        <p:spPr>
          <a:xfrm>
            <a:off x="914400" y="1280160"/>
            <a:ext cx="2336327" cy="2926080"/>
          </a:xfrm>
          <a:prstGeom prst="rect">
            <a:avLst/>
          </a:prstGeom>
        </p:spPr>
      </p:pic>
      <p:sp>
        <p:nvSpPr>
          <p:cNvPr id="7" name="a2f_74"/>
          <p:cNvSpPr/>
          <p:nvPr/>
        </p:nvSpPr>
        <p:spPr>
          <a:xfrm>
            <a:off x="731520" y="1124712"/>
            <a:ext cx="292608" cy="0"/>
          </a:xfrm>
          <a:prstGeom prst="line">
            <a:avLst/>
          </a:prstGeom>
          <a:noFill/>
          <a:ln w="31750">
            <a:solidFill>
              <a:srgbClr val="7B68EE"/>
            </a:solidFill>
            <a:prstDash val="solid"/>
          </a:ln>
        </p:spPr>
      </p:sp>
      <p:sp>
        <p:nvSpPr>
          <p:cNvPr id="8" name="a2f_75"/>
          <p:cNvSpPr/>
          <p:nvPr/>
        </p:nvSpPr>
        <p:spPr>
          <a:xfrm>
            <a:off x="731520" y="1124712"/>
            <a:ext cx="0" cy="292608"/>
          </a:xfrm>
          <a:prstGeom prst="line">
            <a:avLst/>
          </a:prstGeom>
          <a:noFill/>
          <a:ln w="31750">
            <a:solidFill>
              <a:srgbClr val="7B68EE"/>
            </a:solidFill>
            <a:prstDash val="solid"/>
          </a:ln>
        </p:spPr>
      </p:sp>
      <p:sp>
        <p:nvSpPr>
          <p:cNvPr id="9" name="a2f_76"/>
          <p:cNvSpPr/>
          <p:nvPr/>
        </p:nvSpPr>
        <p:spPr>
          <a:xfrm>
            <a:off x="3140999" y="1124712"/>
            <a:ext cx="292608" cy="0"/>
          </a:xfrm>
          <a:prstGeom prst="line">
            <a:avLst/>
          </a:prstGeom>
          <a:noFill/>
          <a:ln w="31750">
            <a:solidFill>
              <a:srgbClr val="7B68EE"/>
            </a:solidFill>
            <a:prstDash val="solid"/>
          </a:ln>
        </p:spPr>
      </p:sp>
      <p:sp>
        <p:nvSpPr>
          <p:cNvPr id="10" name="a2f_77"/>
          <p:cNvSpPr/>
          <p:nvPr/>
        </p:nvSpPr>
        <p:spPr>
          <a:xfrm>
            <a:off x="3433607" y="1124712"/>
            <a:ext cx="0" cy="292608"/>
          </a:xfrm>
          <a:prstGeom prst="line">
            <a:avLst/>
          </a:prstGeom>
          <a:noFill/>
          <a:ln w="31750">
            <a:solidFill>
              <a:srgbClr val="7B68EE"/>
            </a:solidFill>
            <a:prstDash val="solid"/>
          </a:ln>
        </p:spPr>
      </p:sp>
      <p:sp>
        <p:nvSpPr>
          <p:cNvPr id="11" name="a2f_78"/>
          <p:cNvSpPr/>
          <p:nvPr/>
        </p:nvSpPr>
        <p:spPr>
          <a:xfrm>
            <a:off x="731520" y="4361688"/>
            <a:ext cx="292608" cy="0"/>
          </a:xfrm>
          <a:prstGeom prst="line">
            <a:avLst/>
          </a:prstGeom>
          <a:noFill/>
          <a:ln w="31750">
            <a:solidFill>
              <a:srgbClr val="7B68EE"/>
            </a:solidFill>
            <a:prstDash val="solid"/>
          </a:ln>
        </p:spPr>
      </p:sp>
      <p:sp>
        <p:nvSpPr>
          <p:cNvPr id="12" name="a2f_79"/>
          <p:cNvSpPr/>
          <p:nvPr/>
        </p:nvSpPr>
        <p:spPr>
          <a:xfrm>
            <a:off x="731520" y="4069080"/>
            <a:ext cx="0" cy="292608"/>
          </a:xfrm>
          <a:prstGeom prst="line">
            <a:avLst/>
          </a:prstGeom>
          <a:noFill/>
          <a:ln w="31750">
            <a:solidFill>
              <a:srgbClr val="7B68EE"/>
            </a:solidFill>
            <a:prstDash val="solid"/>
          </a:ln>
        </p:spPr>
      </p:sp>
      <p:sp>
        <p:nvSpPr>
          <p:cNvPr id="13" name="a2f_80"/>
          <p:cNvSpPr/>
          <p:nvPr/>
        </p:nvSpPr>
        <p:spPr>
          <a:xfrm>
            <a:off x="3140999" y="4361688"/>
            <a:ext cx="292608" cy="0"/>
          </a:xfrm>
          <a:prstGeom prst="line">
            <a:avLst/>
          </a:prstGeom>
          <a:noFill/>
          <a:ln w="31750">
            <a:solidFill>
              <a:srgbClr val="7B68EE"/>
            </a:solidFill>
            <a:prstDash val="solid"/>
          </a:ln>
        </p:spPr>
      </p:sp>
      <p:sp>
        <p:nvSpPr>
          <p:cNvPr id="14" name="a2f_81"/>
          <p:cNvSpPr/>
          <p:nvPr/>
        </p:nvSpPr>
        <p:spPr>
          <a:xfrm>
            <a:off x="3433607" y="4069080"/>
            <a:ext cx="0" cy="292608"/>
          </a:xfrm>
          <a:prstGeom prst="line">
            <a:avLst/>
          </a:prstGeom>
          <a:noFill/>
          <a:ln w="31750">
            <a:solidFill>
              <a:srgbClr val="7B68EE"/>
            </a:solidFill>
            <a:prstDash val="solid"/>
          </a:ln>
        </p:spPr>
      </p:sp>
      <p:sp>
        <p:nvSpPr>
          <p:cNvPr id="15" name="a2f_82"/>
          <p:cNvSpPr txBox="1"/>
          <p:nvPr/>
        </p:nvSpPr>
        <p:spPr>
          <a:xfrm>
            <a:off x="457200" y="4434840"/>
            <a:ext cx="3383280" cy="274320"/>
          </a:xfrm>
          <a:prstGeom prst="rect">
            <a:avLst/>
          </a:prstGeom>
          <a:noFill/>
          <a:ln/>
        </p:spPr>
        <p:txBody>
          <a:bodyPr wrap="square" lIns="0" tIns="0" rIns="0" bIns="0" rtlCol="0" anchor="t"/>
          <a:lstStyle/>
          <a:p>
            <a:pPr indent="0" marL="0">
              <a:buNone/>
            </a:pPr>
            <a:r>
              <a:rPr lang="en-US" sz="900" i="1" dirty="0">
                <a:solidFill>
                  <a:srgbClr val="5F5B7A"/>
                </a:solidFill>
                <a:latin typeface="Arial" pitchFamily="34" charset="0"/>
                <a:ea typeface="Arial" pitchFamily="34" charset="-122"/>
                <a:cs typeface="Arial" pitchFamily="34" charset="-120"/>
              </a:rPr>
              <a:t>Capture réelle : la personne est reconnue, son nom s'affiche au-dessus du cadre vert.</a:t>
            </a:r>
            <a:endParaRPr lang="en-US" sz="900" dirty="0"/>
          </a:p>
        </p:txBody>
      </p:sp>
      <p:sp>
        <p:nvSpPr>
          <p:cNvPr id="16" name="a3z_83"/>
          <p:cNvSpPr/>
          <p:nvPr/>
        </p:nvSpPr>
        <p:spPr>
          <a:xfrm>
            <a:off x="4114800" y="1280160"/>
            <a:ext cx="548640" cy="548640"/>
          </a:xfrm>
          <a:prstGeom prst="ellipse">
            <a:avLst/>
          </a:prstGeom>
          <a:solidFill>
            <a:srgbClr val="7B68EE"/>
          </a:solidFill>
          <a:ln w="12700">
            <a:solidFill>
              <a:srgbClr val="7B68EE"/>
            </a:solidFill>
            <a:prstDash val="solid"/>
          </a:ln>
        </p:spPr>
      </p:sp>
      <p:pic>
        <p:nvPicPr>
          <p:cNvPr id="17" name="a3z_83i" descr="preencoded.png">    </p:cNvPr>
          <p:cNvPicPr>
            <a:picLocks noChangeAspect="1"/>
          </p:cNvPicPr>
          <p:nvPr/>
        </p:nvPicPr>
        <p:blipFill>
          <a:blip r:embed="rId2"/>
          <a:stretch>
            <a:fillRect/>
          </a:stretch>
        </p:blipFill>
        <p:spPr>
          <a:xfrm>
            <a:off x="4246474" y="1411834"/>
            <a:ext cx="285293" cy="285293"/>
          </a:xfrm>
          <a:prstGeom prst="rect">
            <a:avLst/>
          </a:prstGeom>
        </p:spPr>
      </p:pic>
      <p:sp>
        <p:nvSpPr>
          <p:cNvPr id="18" name="a3u_84"/>
          <p:cNvSpPr txBox="1"/>
          <p:nvPr/>
        </p:nvSpPr>
        <p:spPr>
          <a:xfrm>
            <a:off x="4846320" y="1280160"/>
            <a:ext cx="384048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Reconnaissance en temps réel</a:t>
            </a:r>
            <a:endParaRPr lang="en-US" sz="1400" dirty="0"/>
          </a:p>
        </p:txBody>
      </p:sp>
      <p:sp>
        <p:nvSpPr>
          <p:cNvPr id="19" name="a3u_85"/>
          <p:cNvSpPr txBox="1"/>
          <p:nvPr/>
        </p:nvSpPr>
        <p:spPr>
          <a:xfrm>
            <a:off x="4846320" y="1572768"/>
            <a:ext cx="3840480" cy="45720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Le flux de la caméra est analysé en continu : le nom apparaît instantanément.</a:t>
            </a:r>
            <a:endParaRPr lang="en-US" sz="1100" dirty="0"/>
          </a:p>
        </p:txBody>
      </p:sp>
      <p:sp>
        <p:nvSpPr>
          <p:cNvPr id="20" name="a4z_86"/>
          <p:cNvSpPr/>
          <p:nvPr/>
        </p:nvSpPr>
        <p:spPr>
          <a:xfrm>
            <a:off x="4114800" y="2103120"/>
            <a:ext cx="548640" cy="548640"/>
          </a:xfrm>
          <a:prstGeom prst="ellipse">
            <a:avLst/>
          </a:prstGeom>
          <a:solidFill>
            <a:srgbClr val="1FA2FF"/>
          </a:solidFill>
          <a:ln w="12700">
            <a:solidFill>
              <a:srgbClr val="1FA2FF"/>
            </a:solidFill>
            <a:prstDash val="solid"/>
          </a:ln>
        </p:spPr>
      </p:sp>
      <p:pic>
        <p:nvPicPr>
          <p:cNvPr id="21" name="a4z_86i" descr="preencoded.png">    </p:cNvPr>
          <p:cNvPicPr>
            <a:picLocks noChangeAspect="1"/>
          </p:cNvPicPr>
          <p:nvPr/>
        </p:nvPicPr>
        <p:blipFill>
          <a:blip r:embed="rId3"/>
          <a:stretch>
            <a:fillRect/>
          </a:stretch>
        </p:blipFill>
        <p:spPr>
          <a:xfrm>
            <a:off x="4246474" y="2234794"/>
            <a:ext cx="285293" cy="285293"/>
          </a:xfrm>
          <a:prstGeom prst="rect">
            <a:avLst/>
          </a:prstGeom>
        </p:spPr>
      </p:pic>
      <p:sp>
        <p:nvSpPr>
          <p:cNvPr id="22" name="a4u_87"/>
          <p:cNvSpPr txBox="1"/>
          <p:nvPr/>
        </p:nvSpPr>
        <p:spPr>
          <a:xfrm>
            <a:off x="4846320" y="2103120"/>
            <a:ext cx="384048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Trois photos par personne</a:t>
            </a:r>
            <a:endParaRPr lang="en-US" sz="1400" dirty="0"/>
          </a:p>
        </p:txBody>
      </p:sp>
      <p:sp>
        <p:nvSpPr>
          <p:cNvPr id="23" name="a4u_88"/>
          <p:cNvSpPr txBox="1"/>
          <p:nvPr/>
        </p:nvSpPr>
        <p:spPr>
          <a:xfrm>
            <a:off x="4846320" y="2395728"/>
            <a:ext cx="3840480" cy="45720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Une meilleure fiabilité, quels que soient l'angle et l'éclairage.</a:t>
            </a:r>
            <a:endParaRPr lang="en-US" sz="1100" dirty="0"/>
          </a:p>
        </p:txBody>
      </p:sp>
      <p:sp>
        <p:nvSpPr>
          <p:cNvPr id="24" name="a5z_89"/>
          <p:cNvSpPr/>
          <p:nvPr/>
        </p:nvSpPr>
        <p:spPr>
          <a:xfrm>
            <a:off x="4114800" y="2926080"/>
            <a:ext cx="548640" cy="548640"/>
          </a:xfrm>
          <a:prstGeom prst="ellipse">
            <a:avLst/>
          </a:prstGeom>
          <a:solidFill>
            <a:srgbClr val="7B68EE"/>
          </a:solidFill>
          <a:ln w="12700">
            <a:solidFill>
              <a:srgbClr val="7B68EE"/>
            </a:solidFill>
            <a:prstDash val="solid"/>
          </a:ln>
        </p:spPr>
      </p:sp>
      <p:pic>
        <p:nvPicPr>
          <p:cNvPr id="25" name="a5z_89i" descr="preencoded.png">    </p:cNvPr>
          <p:cNvPicPr>
            <a:picLocks noChangeAspect="1"/>
          </p:cNvPicPr>
          <p:nvPr/>
        </p:nvPicPr>
        <p:blipFill>
          <a:blip r:embed="rId4"/>
          <a:stretch>
            <a:fillRect/>
          </a:stretch>
        </p:blipFill>
        <p:spPr>
          <a:xfrm>
            <a:off x="4246474" y="3057754"/>
            <a:ext cx="285293" cy="285293"/>
          </a:xfrm>
          <a:prstGeom prst="rect">
            <a:avLst/>
          </a:prstGeom>
        </p:spPr>
      </p:pic>
      <p:sp>
        <p:nvSpPr>
          <p:cNvPr id="26" name="a5u_90"/>
          <p:cNvSpPr txBox="1"/>
          <p:nvPr/>
        </p:nvSpPr>
        <p:spPr>
          <a:xfrm>
            <a:off x="4846320" y="2926080"/>
            <a:ext cx="384048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Fonctionne hors ligne</a:t>
            </a:r>
            <a:endParaRPr lang="en-US" sz="1400" dirty="0"/>
          </a:p>
        </p:txBody>
      </p:sp>
      <p:sp>
        <p:nvSpPr>
          <p:cNvPr id="27" name="a5u_91"/>
          <p:cNvSpPr txBox="1"/>
          <p:nvPr/>
        </p:nvSpPr>
        <p:spPr>
          <a:xfrm>
            <a:off x="4846320" y="3218688"/>
            <a:ext cx="3840480" cy="45720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Tout reste sur l'ordinateur de l'école : aucune connexion Internet n'est nécessaire.</a:t>
            </a:r>
            <a:endParaRPr lang="en-US" sz="1100" dirty="0"/>
          </a:p>
        </p:txBody>
      </p:sp>
      <p:sp>
        <p:nvSpPr>
          <p:cNvPr id="28" name="a6z_92"/>
          <p:cNvSpPr/>
          <p:nvPr/>
        </p:nvSpPr>
        <p:spPr>
          <a:xfrm>
            <a:off x="4114800" y="3749040"/>
            <a:ext cx="548640" cy="548640"/>
          </a:xfrm>
          <a:prstGeom prst="ellipse">
            <a:avLst/>
          </a:prstGeom>
          <a:solidFill>
            <a:srgbClr val="1FA2FF"/>
          </a:solidFill>
          <a:ln w="12700">
            <a:solidFill>
              <a:srgbClr val="1FA2FF"/>
            </a:solidFill>
            <a:prstDash val="solid"/>
          </a:ln>
        </p:spPr>
      </p:sp>
      <p:pic>
        <p:nvPicPr>
          <p:cNvPr id="29" name="a6z_92i" descr="preencoded.png">    </p:cNvPr>
          <p:cNvPicPr>
            <a:picLocks noChangeAspect="1"/>
          </p:cNvPicPr>
          <p:nvPr/>
        </p:nvPicPr>
        <p:blipFill>
          <a:blip r:embed="rId5"/>
          <a:stretch>
            <a:fillRect/>
          </a:stretch>
        </p:blipFill>
        <p:spPr>
          <a:xfrm>
            <a:off x="4246474" y="3880714"/>
            <a:ext cx="285293" cy="285293"/>
          </a:xfrm>
          <a:prstGeom prst="rect">
            <a:avLst/>
          </a:prstGeom>
        </p:spPr>
      </p:pic>
      <p:sp>
        <p:nvSpPr>
          <p:cNvPr id="30" name="a6u_93"/>
          <p:cNvSpPr txBox="1"/>
          <p:nvPr/>
        </p:nvSpPr>
        <p:spPr>
          <a:xfrm>
            <a:off x="4846320" y="3749040"/>
            <a:ext cx="384048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Prise en main immédiate</a:t>
            </a:r>
            <a:endParaRPr lang="en-US" sz="1400" dirty="0"/>
          </a:p>
        </p:txBody>
      </p:sp>
      <p:sp>
        <p:nvSpPr>
          <p:cNvPr id="31" name="a6u_94"/>
          <p:cNvSpPr txBox="1"/>
          <p:nvPr/>
        </p:nvSpPr>
        <p:spPr>
          <a:xfrm>
            <a:off x="4846320" y="4041648"/>
            <a:ext cx="3840480" cy="45720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Trois boutons principaux, une interface entièrement en français.</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43"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450" fill="hold"/>
                                        <p:tgtEl>
                                          <p:spTgt spid="6"/>
                                        </p:tgtEl>
                                        <p:attrNameLst>
                                          <p:attrName>ppt_w</p:attrName>
                                        </p:attrNameLst>
                                      </p:cBhvr>
                                      <p:tavLst>
                                        <p:tav tm="0">
                                          <p:val>
                                            <p:fltVal val="0"/>
                                          </p:val>
                                        </p:tav>
                                        <p:tav tm="100000">
                                          <p:val>
                                            <p:strVal val="#ppt_w"/>
                                          </p:val>
                                        </p:tav>
                                      </p:tavLst>
                                    </p:anim>
                                    <p:anim calcmode="lin" valueType="num">
                                      <p:cBhvr>
                                        <p:cTn id="14" dur="450" fill="hold"/>
                                        <p:tgtEl>
                                          <p:spTgt spid="6"/>
                                        </p:tgtEl>
                                        <p:attrNameLst>
                                          <p:attrName>ppt_h</p:attrName>
                                        </p:attrNameLst>
                                      </p:cBhvr>
                                      <p:tavLst>
                                        <p:tav tm="0">
                                          <p:val>
                                            <p:fltVal val="0"/>
                                          </p:val>
                                        </p:tav>
                                        <p:tav tm="100000">
                                          <p:val>
                                            <p:strVal val="#ppt_h"/>
                                          </p:val>
                                        </p:tav>
                                      </p:tavLst>
                                    </p:anim>
                                    <p:animEffect transition="in" filter="fade">
                                      <p:cBhvr>
                                        <p:cTn id="15" dur="45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64" fill="hold">
                            <p:stCondLst>
                              <p:cond delay="100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p:cTn id="46" dur="450" fill="hold"/>
                                        <p:tgtEl>
                                          <p:spTgt spid="16"/>
                                        </p:tgtEl>
                                        <p:attrNameLst>
                                          <p:attrName>ppt_w</p:attrName>
                                        </p:attrNameLst>
                                      </p:cBhvr>
                                      <p:tavLst>
                                        <p:tav tm="0">
                                          <p:val>
                                            <p:fltVal val="0"/>
                                          </p:val>
                                        </p:tav>
                                        <p:tav tm="100000">
                                          <p:val>
                                            <p:strVal val="#ppt_w"/>
                                          </p:val>
                                        </p:tav>
                                      </p:tavLst>
                                    </p:anim>
                                    <p:anim calcmode="lin" valueType="num">
                                      <p:cBhvr>
                                        <p:cTn id="47" dur="450" fill="hold"/>
                                        <p:tgtEl>
                                          <p:spTgt spid="16"/>
                                        </p:tgtEl>
                                        <p:attrNameLst>
                                          <p:attrName>ppt_h</p:attrName>
                                        </p:attrNameLst>
                                      </p:cBhvr>
                                      <p:tavLst>
                                        <p:tav tm="0">
                                          <p:val>
                                            <p:fltVal val="0"/>
                                          </p:val>
                                        </p:tav>
                                        <p:tav tm="100000">
                                          <p:val>
                                            <p:strVal val="#ppt_h"/>
                                          </p:val>
                                        </p:tav>
                                      </p:tavLst>
                                    </p:anim>
                                    <p:animEffect transition="in" filter="fade">
                                      <p:cBhvr>
                                        <p:cTn id="48" dur="450"/>
                                        <p:tgtEl>
                                          <p:spTgt spid="16"/>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p:cTn id="51" dur="450" fill="hold"/>
                                        <p:tgtEl>
                                          <p:spTgt spid="17"/>
                                        </p:tgtEl>
                                        <p:attrNameLst>
                                          <p:attrName>ppt_w</p:attrName>
                                        </p:attrNameLst>
                                      </p:cBhvr>
                                      <p:tavLst>
                                        <p:tav tm="0">
                                          <p:val>
                                            <p:fltVal val="0"/>
                                          </p:val>
                                        </p:tav>
                                        <p:tav tm="100000">
                                          <p:val>
                                            <p:strVal val="#ppt_w"/>
                                          </p:val>
                                        </p:tav>
                                      </p:tavLst>
                                    </p:anim>
                                    <p:anim calcmode="lin" valueType="num">
                                      <p:cBhvr>
                                        <p:cTn id="52" dur="450" fill="hold"/>
                                        <p:tgtEl>
                                          <p:spTgt spid="17"/>
                                        </p:tgtEl>
                                        <p:attrNameLst>
                                          <p:attrName>ppt_h</p:attrName>
                                        </p:attrNameLst>
                                      </p:cBhvr>
                                      <p:tavLst>
                                        <p:tav tm="0">
                                          <p:val>
                                            <p:fltVal val="0"/>
                                          </p:val>
                                        </p:tav>
                                        <p:tav tm="100000">
                                          <p:val>
                                            <p:strVal val="#ppt_h"/>
                                          </p:val>
                                        </p:tav>
                                      </p:tavLst>
                                    </p:anim>
                                    <p:animEffect transition="in" filter="fade">
                                      <p:cBhvr>
                                        <p:cTn id="53" dur="450"/>
                                        <p:tgtEl>
                                          <p:spTgt spid="17"/>
                                        </p:tgtEl>
                                      </p:cBhvr>
                                    </p:animEffect>
                                  </p:childTnLst>
                                </p:cTn>
                              </p:par>
                              <p:par>
                                <p:cTn id="54" presetID="42"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600"/>
                                        <p:tgtEl>
                                          <p:spTgt spid="18"/>
                                        </p:tgtEl>
                                      </p:cBhvr>
                                    </p:animEffect>
                                    <p:anim calcmode="lin" valueType="num">
                                      <p:cBhvr additive="base">
                                        <p:cTn id="57" dur="600" fill="hold"/>
                                        <p:tgtEl>
                                          <p:spTgt spid="18"/>
                                        </p:tgtEl>
                                        <p:attrNameLst>
                                          <p:attrName>ppt_x</p:attrName>
                                        </p:attrNameLst>
                                      </p:cBhvr>
                                      <p:tavLst>
                                        <p:tav tm="0">
                                          <p:val>
                                            <p:strVal val="#ppt_x"/>
                                          </p:val>
                                        </p:tav>
                                        <p:tav tm="100000">
                                          <p:val>
                                            <p:strVal val="#ppt_x"/>
                                          </p:val>
                                        </p:tav>
                                      </p:tavLst>
                                    </p:anim>
                                    <p:anim calcmode="lin" valueType="num">
                                      <p:cBhvr additive="base">
                                        <p:cTn id="58" dur="600" fill="hold"/>
                                        <p:tgtEl>
                                          <p:spTgt spid="18"/>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anim calcmode="lin" valueType="num">
                                      <p:cBhvr additive="base">
                                        <p:cTn id="62" dur="600" fill="hold"/>
                                        <p:tgtEl>
                                          <p:spTgt spid="19"/>
                                        </p:tgtEl>
                                        <p:attrNameLst>
                                          <p:attrName>ppt_x</p:attrName>
                                        </p:attrNameLst>
                                      </p:cBhvr>
                                      <p:tavLst>
                                        <p:tav tm="0">
                                          <p:val>
                                            <p:strVal val="#ppt_x"/>
                                          </p:val>
                                        </p:tav>
                                        <p:tav tm="100000">
                                          <p:val>
                                            <p:strVal val="#ppt_x"/>
                                          </p:val>
                                        </p:tav>
                                      </p:tavLst>
                                    </p:anim>
                                    <p:anim calcmode="lin" valueType="num">
                                      <p:cBhvr additive="base">
                                        <p:cTn id="63" dur="600" fill="hold"/>
                                        <p:tgtEl>
                                          <p:spTgt spid="19"/>
                                        </p:tgtEl>
                                        <p:attrNameLst>
                                          <p:attrName>ppt_y</p:attrName>
                                        </p:attrNameLst>
                                      </p:cBhvr>
                                      <p:tavLst>
                                        <p:tav tm="0">
                                          <p:val>
                                            <p:strVal val="#ppt_y+.1"/>
                                          </p:val>
                                        </p:tav>
                                        <p:tav tm="100000">
                                          <p:val>
                                            <p:strVal val="#ppt_y"/>
                                          </p:val>
                                        </p:tav>
                                      </p:tavLst>
                                    </p:anim>
                                  </p:childTnLst>
                                </p:cTn>
                              </p:par>
                            </p:childTnLst>
                          </p:cTn>
                        </p:par>
                        <p:par>
                          <p:cTn id="85" fill="hold">
                            <p:stCondLst>
                              <p:cond delay="1600"/>
                            </p:stCondLst>
                            <p:childTnLst>
                              <p:par>
                                <p:cTn id="65" presetID="53" presetClass="entr" presetSubtype="16"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p:cTn id="67" dur="450" fill="hold"/>
                                        <p:tgtEl>
                                          <p:spTgt spid="20"/>
                                        </p:tgtEl>
                                        <p:attrNameLst>
                                          <p:attrName>ppt_w</p:attrName>
                                        </p:attrNameLst>
                                      </p:cBhvr>
                                      <p:tavLst>
                                        <p:tav tm="0">
                                          <p:val>
                                            <p:fltVal val="0"/>
                                          </p:val>
                                        </p:tav>
                                        <p:tav tm="100000">
                                          <p:val>
                                            <p:strVal val="#ppt_w"/>
                                          </p:val>
                                        </p:tav>
                                      </p:tavLst>
                                    </p:anim>
                                    <p:anim calcmode="lin" valueType="num">
                                      <p:cBhvr>
                                        <p:cTn id="68" dur="450" fill="hold"/>
                                        <p:tgtEl>
                                          <p:spTgt spid="20"/>
                                        </p:tgtEl>
                                        <p:attrNameLst>
                                          <p:attrName>ppt_h</p:attrName>
                                        </p:attrNameLst>
                                      </p:cBhvr>
                                      <p:tavLst>
                                        <p:tav tm="0">
                                          <p:val>
                                            <p:fltVal val="0"/>
                                          </p:val>
                                        </p:tav>
                                        <p:tav tm="100000">
                                          <p:val>
                                            <p:strVal val="#ppt_h"/>
                                          </p:val>
                                        </p:tav>
                                      </p:tavLst>
                                    </p:anim>
                                    <p:animEffect transition="in" filter="fade">
                                      <p:cBhvr>
                                        <p:cTn id="69" dur="450"/>
                                        <p:tgtEl>
                                          <p:spTgt spid="20"/>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p:cTn id="72" dur="450" fill="hold"/>
                                        <p:tgtEl>
                                          <p:spTgt spid="21"/>
                                        </p:tgtEl>
                                        <p:attrNameLst>
                                          <p:attrName>ppt_w</p:attrName>
                                        </p:attrNameLst>
                                      </p:cBhvr>
                                      <p:tavLst>
                                        <p:tav tm="0">
                                          <p:val>
                                            <p:fltVal val="0"/>
                                          </p:val>
                                        </p:tav>
                                        <p:tav tm="100000">
                                          <p:val>
                                            <p:strVal val="#ppt_w"/>
                                          </p:val>
                                        </p:tav>
                                      </p:tavLst>
                                    </p:anim>
                                    <p:anim calcmode="lin" valueType="num">
                                      <p:cBhvr>
                                        <p:cTn id="73" dur="450" fill="hold"/>
                                        <p:tgtEl>
                                          <p:spTgt spid="21"/>
                                        </p:tgtEl>
                                        <p:attrNameLst>
                                          <p:attrName>ppt_h</p:attrName>
                                        </p:attrNameLst>
                                      </p:cBhvr>
                                      <p:tavLst>
                                        <p:tav tm="0">
                                          <p:val>
                                            <p:fltVal val="0"/>
                                          </p:val>
                                        </p:tav>
                                        <p:tav tm="100000">
                                          <p:val>
                                            <p:strVal val="#ppt_h"/>
                                          </p:val>
                                        </p:tav>
                                      </p:tavLst>
                                    </p:anim>
                                    <p:animEffect transition="in" filter="fade">
                                      <p:cBhvr>
                                        <p:cTn id="74" dur="450"/>
                                        <p:tgtEl>
                                          <p:spTgt spid="21"/>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anim calcmode="lin" valueType="num">
                                      <p:cBhvr additive="base">
                                        <p:cTn id="78" dur="600" fill="hold"/>
                                        <p:tgtEl>
                                          <p:spTgt spid="22"/>
                                        </p:tgtEl>
                                        <p:attrNameLst>
                                          <p:attrName>ppt_x</p:attrName>
                                        </p:attrNameLst>
                                      </p:cBhvr>
                                      <p:tavLst>
                                        <p:tav tm="0">
                                          <p:val>
                                            <p:strVal val="#ppt_x"/>
                                          </p:val>
                                        </p:tav>
                                        <p:tav tm="100000">
                                          <p:val>
                                            <p:strVal val="#ppt_x"/>
                                          </p:val>
                                        </p:tav>
                                      </p:tavLst>
                                    </p:anim>
                                    <p:anim calcmode="lin" valueType="num">
                                      <p:cBhvr additive="base">
                                        <p:cTn id="79" dur="600" fill="hold"/>
                                        <p:tgtEl>
                                          <p:spTgt spid="22"/>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fill="hold"/>
                                        <p:tgtEl>
                                          <p:spTgt spid="23"/>
                                        </p:tgtEl>
                                        <p:attrNameLst>
                                          <p:attrName>ppt_x</p:attrName>
                                        </p:attrNameLst>
                                      </p:cBhvr>
                                      <p:tavLst>
                                        <p:tav tm="0">
                                          <p:val>
                                            <p:strVal val="#ppt_x"/>
                                          </p:val>
                                        </p:tav>
                                        <p:tav tm="100000">
                                          <p:val>
                                            <p:strVal val="#ppt_x"/>
                                          </p:val>
                                        </p:tav>
                                      </p:tavLst>
                                    </p:anim>
                                    <p:anim calcmode="lin" valueType="num">
                                      <p:cBhvr additive="base">
                                        <p:cTn id="84" dur="600" fill="hold"/>
                                        <p:tgtEl>
                                          <p:spTgt spid="23"/>
                                        </p:tgtEl>
                                        <p:attrNameLst>
                                          <p:attrName>ppt_y</p:attrName>
                                        </p:attrNameLst>
                                      </p:cBhvr>
                                      <p:tavLst>
                                        <p:tav tm="0">
                                          <p:val>
                                            <p:strVal val="#ppt_y+.1"/>
                                          </p:val>
                                        </p:tav>
                                        <p:tav tm="100000">
                                          <p:val>
                                            <p:strVal val="#ppt_y"/>
                                          </p:val>
                                        </p:tav>
                                      </p:tavLst>
                                    </p:anim>
                                  </p:childTnLst>
                                </p:cTn>
                              </p:par>
                            </p:childTnLst>
                          </p:cTn>
                        </p:par>
                        <p:par>
                          <p:cTn id="106" fill="hold">
                            <p:stCondLst>
                              <p:cond delay="2200"/>
                            </p:stCondLst>
                            <p:childTnLst>
                              <p:par>
                                <p:cTn id="86" presetID="53" presetClass="entr" presetSubtype="16"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 calcmode="lin" valueType="num">
                                      <p:cBhvr>
                                        <p:cTn id="88" dur="450" fill="hold"/>
                                        <p:tgtEl>
                                          <p:spTgt spid="24"/>
                                        </p:tgtEl>
                                        <p:attrNameLst>
                                          <p:attrName>ppt_w</p:attrName>
                                        </p:attrNameLst>
                                      </p:cBhvr>
                                      <p:tavLst>
                                        <p:tav tm="0">
                                          <p:val>
                                            <p:fltVal val="0"/>
                                          </p:val>
                                        </p:tav>
                                        <p:tav tm="100000">
                                          <p:val>
                                            <p:strVal val="#ppt_w"/>
                                          </p:val>
                                        </p:tav>
                                      </p:tavLst>
                                    </p:anim>
                                    <p:anim calcmode="lin" valueType="num">
                                      <p:cBhvr>
                                        <p:cTn id="89" dur="450" fill="hold"/>
                                        <p:tgtEl>
                                          <p:spTgt spid="24"/>
                                        </p:tgtEl>
                                        <p:attrNameLst>
                                          <p:attrName>ppt_h</p:attrName>
                                        </p:attrNameLst>
                                      </p:cBhvr>
                                      <p:tavLst>
                                        <p:tav tm="0">
                                          <p:val>
                                            <p:fltVal val="0"/>
                                          </p:val>
                                        </p:tav>
                                        <p:tav tm="100000">
                                          <p:val>
                                            <p:strVal val="#ppt_h"/>
                                          </p:val>
                                        </p:tav>
                                      </p:tavLst>
                                    </p:anim>
                                    <p:animEffect transition="in" filter="fade">
                                      <p:cBhvr>
                                        <p:cTn id="90" dur="450"/>
                                        <p:tgtEl>
                                          <p:spTgt spid="24"/>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anim calcmode="lin" valueType="num">
                                      <p:cBhvr>
                                        <p:cTn id="93" dur="450" fill="hold"/>
                                        <p:tgtEl>
                                          <p:spTgt spid="25"/>
                                        </p:tgtEl>
                                        <p:attrNameLst>
                                          <p:attrName>ppt_w</p:attrName>
                                        </p:attrNameLst>
                                      </p:cBhvr>
                                      <p:tavLst>
                                        <p:tav tm="0">
                                          <p:val>
                                            <p:fltVal val="0"/>
                                          </p:val>
                                        </p:tav>
                                        <p:tav tm="100000">
                                          <p:val>
                                            <p:strVal val="#ppt_w"/>
                                          </p:val>
                                        </p:tav>
                                      </p:tavLst>
                                    </p:anim>
                                    <p:anim calcmode="lin" valueType="num">
                                      <p:cBhvr>
                                        <p:cTn id="94" dur="450" fill="hold"/>
                                        <p:tgtEl>
                                          <p:spTgt spid="25"/>
                                        </p:tgtEl>
                                        <p:attrNameLst>
                                          <p:attrName>ppt_h</p:attrName>
                                        </p:attrNameLst>
                                      </p:cBhvr>
                                      <p:tavLst>
                                        <p:tav tm="0">
                                          <p:val>
                                            <p:fltVal val="0"/>
                                          </p:val>
                                        </p:tav>
                                        <p:tav tm="100000">
                                          <p:val>
                                            <p:strVal val="#ppt_h"/>
                                          </p:val>
                                        </p:tav>
                                      </p:tavLst>
                                    </p:anim>
                                    <p:animEffect transition="in" filter="fade">
                                      <p:cBhvr>
                                        <p:cTn id="95" dur="450"/>
                                        <p:tgtEl>
                                          <p:spTgt spid="25"/>
                                        </p:tgtEl>
                                      </p:cBhvr>
                                    </p:animEffect>
                                  </p:childTnLst>
                                </p:cTn>
                              </p:par>
                              <p:par>
                                <p:cTn id="96" presetID="42" presetClass="entr" presetSubtype="0" fill="hold" grpId="0" nodeType="with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600"/>
                                        <p:tgtEl>
                                          <p:spTgt spid="26"/>
                                        </p:tgtEl>
                                      </p:cBhvr>
                                    </p:animEffect>
                                    <p:anim calcmode="lin" valueType="num">
                                      <p:cBhvr additive="base">
                                        <p:cTn id="99" dur="600" fill="hold"/>
                                        <p:tgtEl>
                                          <p:spTgt spid="26"/>
                                        </p:tgtEl>
                                        <p:attrNameLst>
                                          <p:attrName>ppt_x</p:attrName>
                                        </p:attrNameLst>
                                      </p:cBhvr>
                                      <p:tavLst>
                                        <p:tav tm="0">
                                          <p:val>
                                            <p:strVal val="#ppt_x"/>
                                          </p:val>
                                        </p:tav>
                                        <p:tav tm="100000">
                                          <p:val>
                                            <p:strVal val="#ppt_x"/>
                                          </p:val>
                                        </p:tav>
                                      </p:tavLst>
                                    </p:anim>
                                    <p:anim calcmode="lin" valueType="num">
                                      <p:cBhvr additive="base">
                                        <p:cTn id="100" dur="600" fill="hold"/>
                                        <p:tgtEl>
                                          <p:spTgt spid="26"/>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600"/>
                                        <p:tgtEl>
                                          <p:spTgt spid="27"/>
                                        </p:tgtEl>
                                      </p:cBhvr>
                                    </p:animEffect>
                                    <p:anim calcmode="lin" valueType="num">
                                      <p:cBhvr additive="base">
                                        <p:cTn id="104" dur="600" fill="hold"/>
                                        <p:tgtEl>
                                          <p:spTgt spid="27"/>
                                        </p:tgtEl>
                                        <p:attrNameLst>
                                          <p:attrName>ppt_x</p:attrName>
                                        </p:attrNameLst>
                                      </p:cBhvr>
                                      <p:tavLst>
                                        <p:tav tm="0">
                                          <p:val>
                                            <p:strVal val="#ppt_x"/>
                                          </p:val>
                                        </p:tav>
                                        <p:tav tm="100000">
                                          <p:val>
                                            <p:strVal val="#ppt_x"/>
                                          </p:val>
                                        </p:tav>
                                      </p:tavLst>
                                    </p:anim>
                                    <p:anim calcmode="lin" valueType="num">
                                      <p:cBhvr additive="base">
                                        <p:cTn id="105" dur="600" fill="hold"/>
                                        <p:tgtEl>
                                          <p:spTgt spid="27"/>
                                        </p:tgtEl>
                                        <p:attrNameLst>
                                          <p:attrName>ppt_y</p:attrName>
                                        </p:attrNameLst>
                                      </p:cBhvr>
                                      <p:tavLst>
                                        <p:tav tm="0">
                                          <p:val>
                                            <p:strVal val="#ppt_y+.1"/>
                                          </p:val>
                                        </p:tav>
                                        <p:tav tm="100000">
                                          <p:val>
                                            <p:strVal val="#ppt_y"/>
                                          </p:val>
                                        </p:tav>
                                      </p:tavLst>
                                    </p:anim>
                                  </p:childTnLst>
                                </p:cTn>
                              </p:par>
                            </p:childTnLst>
                          </p:cTn>
                        </p:par>
                        <p:par>
                          <p:cTn id="127" fill="hold">
                            <p:stCondLst>
                              <p:cond delay="2800"/>
                            </p:stCondLst>
                            <p:childTnLst>
                              <p:par>
                                <p:cTn id="107" presetID="53" presetClass="entr" presetSubtype="16" fill="hold" grpId="0" nodeType="after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p:cTn id="109" dur="450" fill="hold"/>
                                        <p:tgtEl>
                                          <p:spTgt spid="28"/>
                                        </p:tgtEl>
                                        <p:attrNameLst>
                                          <p:attrName>ppt_w</p:attrName>
                                        </p:attrNameLst>
                                      </p:cBhvr>
                                      <p:tavLst>
                                        <p:tav tm="0">
                                          <p:val>
                                            <p:fltVal val="0"/>
                                          </p:val>
                                        </p:tav>
                                        <p:tav tm="100000">
                                          <p:val>
                                            <p:strVal val="#ppt_w"/>
                                          </p:val>
                                        </p:tav>
                                      </p:tavLst>
                                    </p:anim>
                                    <p:anim calcmode="lin" valueType="num">
                                      <p:cBhvr>
                                        <p:cTn id="110" dur="450" fill="hold"/>
                                        <p:tgtEl>
                                          <p:spTgt spid="28"/>
                                        </p:tgtEl>
                                        <p:attrNameLst>
                                          <p:attrName>ppt_h</p:attrName>
                                        </p:attrNameLst>
                                      </p:cBhvr>
                                      <p:tavLst>
                                        <p:tav tm="0">
                                          <p:val>
                                            <p:fltVal val="0"/>
                                          </p:val>
                                        </p:tav>
                                        <p:tav tm="100000">
                                          <p:val>
                                            <p:strVal val="#ppt_h"/>
                                          </p:val>
                                        </p:tav>
                                      </p:tavLst>
                                    </p:anim>
                                    <p:animEffect transition="in" filter="fade">
                                      <p:cBhvr>
                                        <p:cTn id="111" dur="450"/>
                                        <p:tgtEl>
                                          <p:spTgt spid="28"/>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29"/>
                                        </p:tgtEl>
                                        <p:attrNameLst>
                                          <p:attrName>style.visibility</p:attrName>
                                        </p:attrNameLst>
                                      </p:cBhvr>
                                      <p:to>
                                        <p:strVal val="visible"/>
                                      </p:to>
                                    </p:set>
                                    <p:anim calcmode="lin" valueType="num">
                                      <p:cBhvr>
                                        <p:cTn id="114" dur="450" fill="hold"/>
                                        <p:tgtEl>
                                          <p:spTgt spid="29"/>
                                        </p:tgtEl>
                                        <p:attrNameLst>
                                          <p:attrName>ppt_w</p:attrName>
                                        </p:attrNameLst>
                                      </p:cBhvr>
                                      <p:tavLst>
                                        <p:tav tm="0">
                                          <p:val>
                                            <p:fltVal val="0"/>
                                          </p:val>
                                        </p:tav>
                                        <p:tav tm="100000">
                                          <p:val>
                                            <p:strVal val="#ppt_w"/>
                                          </p:val>
                                        </p:tav>
                                      </p:tavLst>
                                    </p:anim>
                                    <p:anim calcmode="lin" valueType="num">
                                      <p:cBhvr>
                                        <p:cTn id="115" dur="450" fill="hold"/>
                                        <p:tgtEl>
                                          <p:spTgt spid="29"/>
                                        </p:tgtEl>
                                        <p:attrNameLst>
                                          <p:attrName>ppt_h</p:attrName>
                                        </p:attrNameLst>
                                      </p:cBhvr>
                                      <p:tavLst>
                                        <p:tav tm="0">
                                          <p:val>
                                            <p:fltVal val="0"/>
                                          </p:val>
                                        </p:tav>
                                        <p:tav tm="100000">
                                          <p:val>
                                            <p:strVal val="#ppt_h"/>
                                          </p:val>
                                        </p:tav>
                                      </p:tavLst>
                                    </p:anim>
                                    <p:animEffect transition="in" filter="fade">
                                      <p:cBhvr>
                                        <p:cTn id="116" dur="450"/>
                                        <p:tgtEl>
                                          <p:spTgt spid="29"/>
                                        </p:tgtEl>
                                      </p:cBhvr>
                                    </p:animEffect>
                                  </p:childTnLst>
                                </p:cTn>
                              </p:par>
                              <p:par>
                                <p:cTn id="117" presetID="42" presetClass="entr" presetSubtype="0"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600"/>
                                        <p:tgtEl>
                                          <p:spTgt spid="30"/>
                                        </p:tgtEl>
                                      </p:cBhvr>
                                    </p:animEffect>
                                    <p:anim calcmode="lin" valueType="num">
                                      <p:cBhvr additive="base">
                                        <p:cTn id="120" dur="600" fill="hold"/>
                                        <p:tgtEl>
                                          <p:spTgt spid="30"/>
                                        </p:tgtEl>
                                        <p:attrNameLst>
                                          <p:attrName>ppt_x</p:attrName>
                                        </p:attrNameLst>
                                      </p:cBhvr>
                                      <p:tavLst>
                                        <p:tav tm="0">
                                          <p:val>
                                            <p:strVal val="#ppt_x"/>
                                          </p:val>
                                        </p:tav>
                                        <p:tav tm="100000">
                                          <p:val>
                                            <p:strVal val="#ppt_x"/>
                                          </p:val>
                                        </p:tav>
                                      </p:tavLst>
                                    </p:anim>
                                    <p:anim calcmode="lin" valueType="num">
                                      <p:cBhvr additive="base">
                                        <p:cTn id="121" dur="600" fill="hold"/>
                                        <p:tgtEl>
                                          <p:spTgt spid="30"/>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600"/>
                                        <p:tgtEl>
                                          <p:spTgt spid="31"/>
                                        </p:tgtEl>
                                      </p:cBhvr>
                                    </p:animEffect>
                                    <p:anim calcmode="lin" valueType="num">
                                      <p:cBhvr additive="base">
                                        <p:cTn id="125" dur="600" fill="hold"/>
                                        <p:tgtEl>
                                          <p:spTgt spid="31"/>
                                        </p:tgtEl>
                                        <p:attrNameLst>
                                          <p:attrName>ppt_x</p:attrName>
                                        </p:attrNameLst>
                                      </p:cBhvr>
                                      <p:tavLst>
                                        <p:tav tm="0">
                                          <p:val>
                                            <p:strVal val="#ppt_x"/>
                                          </p:val>
                                        </p:tav>
                                        <p:tav tm="100000">
                                          <p:val>
                                            <p:strVal val="#ppt_x"/>
                                          </p:val>
                                        </p:tav>
                                      </p:tavLst>
                                    </p:anim>
                                    <p:anim calcmode="lin" valueType="num">
                                      <p:cBhvr additive="base">
                                        <p:cTn id="126" dur="6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5</a:t>
            </a:r>
            <a:endParaRPr lang="en-US" sz="800" dirty="0"/>
          </a:p>
        </p:txBody>
      </p:sp>
      <p:sp>
        <p:nvSpPr>
          <p:cNvPr id="4" name="a1f_95"/>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03 · MODE D'EMPLOI</a:t>
            </a:r>
            <a:endParaRPr lang="en-US" sz="1100" dirty="0"/>
          </a:p>
        </p:txBody>
      </p:sp>
      <p:sp>
        <p:nvSpPr>
          <p:cNvPr id="5" name="a1f_96"/>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L'écran d'accueil : trois boutons, c'est tout</a:t>
            </a:r>
            <a:endParaRPr lang="en-US" sz="2800" dirty="0"/>
          </a:p>
        </p:txBody>
      </p:sp>
      <p:pic>
        <p:nvPicPr>
          <p:cNvPr id="6" name="a2f_97" descr="/tmp/claude-0/-home-user-face-id/e849e0f3-7743-5449-a322-d35a4c4c9845/scratchpad/deck/img/app_description.png">    </p:cNvPr>
          <p:cNvPicPr>
            <a:picLocks noChangeAspect="1"/>
          </p:cNvPicPr>
          <p:nvPr/>
        </p:nvPicPr>
        <p:blipFill>
          <a:blip r:embed="rId1"/>
          <a:stretch>
            <a:fillRect/>
          </a:stretch>
        </p:blipFill>
        <p:spPr>
          <a:xfrm>
            <a:off x="3203058" y="1188720"/>
            <a:ext cx="2737884" cy="3429000"/>
          </a:xfrm>
          <a:prstGeom prst="rect">
            <a:avLst/>
          </a:prstGeom>
          <a:effectLst>
            <a:outerShdw sx="100000" sy="100000" kx="0" ky="0" algn="bl" rotWithShape="0" blurRad="127000" dist="25400" dir="5400000">
              <a:srgbClr val="000000">
                <a:alpha val="10000"/>
              </a:srgbClr>
            </a:outerShdw>
          </a:effectLst>
        </p:spPr>
      </p:pic>
      <p:sp>
        <p:nvSpPr>
          <p:cNvPr id="7" name="a3z_98"/>
          <p:cNvSpPr/>
          <p:nvPr/>
        </p:nvSpPr>
        <p:spPr>
          <a:xfrm>
            <a:off x="4792838" y="2246872"/>
            <a:ext cx="329184" cy="329184"/>
          </a:xfrm>
          <a:prstGeom prst="ellipse">
            <a:avLst/>
          </a:prstGeom>
          <a:solidFill>
            <a:srgbClr val="F5B301"/>
          </a:solidFill>
          <a:ln w="25400">
            <a:solidFill>
              <a:srgbClr val="FFFFFF"/>
            </a:solidFill>
            <a:prstDash val="solid"/>
          </a:ln>
        </p:spPr>
      </p:sp>
      <p:sp>
        <p:nvSpPr>
          <p:cNvPr id="8" name="a3z_99"/>
          <p:cNvSpPr txBox="1"/>
          <p:nvPr/>
        </p:nvSpPr>
        <p:spPr>
          <a:xfrm>
            <a:off x="4792838" y="2246872"/>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1</a:t>
            </a:r>
            <a:endParaRPr lang="en-US" sz="1300" dirty="0"/>
          </a:p>
        </p:txBody>
      </p:sp>
      <p:sp>
        <p:nvSpPr>
          <p:cNvPr id="9" name="a3f_100"/>
          <p:cNvSpPr/>
          <p:nvPr/>
        </p:nvSpPr>
        <p:spPr>
          <a:xfrm>
            <a:off x="457200" y="1325880"/>
            <a:ext cx="329184" cy="329184"/>
          </a:xfrm>
          <a:prstGeom prst="ellipse">
            <a:avLst/>
          </a:prstGeom>
          <a:solidFill>
            <a:srgbClr val="F5B301"/>
          </a:solidFill>
          <a:ln w="12700">
            <a:solidFill>
              <a:srgbClr val="F5B301"/>
            </a:solidFill>
            <a:prstDash val="solid"/>
          </a:ln>
        </p:spPr>
      </p:sp>
      <p:sp>
        <p:nvSpPr>
          <p:cNvPr id="10" name="a3f_101"/>
          <p:cNvSpPr txBox="1"/>
          <p:nvPr/>
        </p:nvSpPr>
        <p:spPr>
          <a:xfrm>
            <a:off x="457200" y="1325880"/>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1</a:t>
            </a:r>
            <a:endParaRPr lang="en-US" sz="1300" dirty="0"/>
          </a:p>
        </p:txBody>
      </p:sp>
      <p:sp>
        <p:nvSpPr>
          <p:cNvPr id="11" name="a3f_102"/>
          <p:cNvSpPr txBox="1"/>
          <p:nvPr/>
        </p:nvSpPr>
        <p:spPr>
          <a:xfrm>
            <a:off x="914400" y="1344168"/>
            <a:ext cx="201168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Zone caméra</a:t>
            </a:r>
            <a:endParaRPr lang="en-US" sz="1300" dirty="0"/>
          </a:p>
        </p:txBody>
      </p:sp>
      <p:sp>
        <p:nvSpPr>
          <p:cNvPr id="12" name="a3f_103"/>
          <p:cNvSpPr txBox="1"/>
          <p:nvPr/>
        </p:nvSpPr>
        <p:spPr>
          <a:xfrm>
            <a:off x="914400" y="1655064"/>
            <a:ext cx="2011680" cy="82296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Le visage détecté est encadré en vert ; le nom de la personne reconnue s’affiche au-dessus.</a:t>
            </a:r>
            <a:endParaRPr lang="en-US" sz="1050" dirty="0"/>
          </a:p>
        </p:txBody>
      </p:sp>
      <p:sp>
        <p:nvSpPr>
          <p:cNvPr id="13" name="a4z_104"/>
          <p:cNvSpPr/>
          <p:nvPr/>
        </p:nvSpPr>
        <p:spPr>
          <a:xfrm>
            <a:off x="3703001" y="3469616"/>
            <a:ext cx="329184" cy="329184"/>
          </a:xfrm>
          <a:prstGeom prst="ellipse">
            <a:avLst/>
          </a:prstGeom>
          <a:solidFill>
            <a:srgbClr val="F5B301"/>
          </a:solidFill>
          <a:ln w="25400">
            <a:solidFill>
              <a:srgbClr val="FFFFFF"/>
            </a:solidFill>
            <a:prstDash val="solid"/>
          </a:ln>
        </p:spPr>
      </p:sp>
      <p:sp>
        <p:nvSpPr>
          <p:cNvPr id="14" name="a4z_105"/>
          <p:cNvSpPr txBox="1"/>
          <p:nvPr/>
        </p:nvSpPr>
        <p:spPr>
          <a:xfrm>
            <a:off x="3703001" y="3469616"/>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2</a:t>
            </a:r>
            <a:endParaRPr lang="en-US" sz="1300" dirty="0"/>
          </a:p>
        </p:txBody>
      </p:sp>
      <p:sp>
        <p:nvSpPr>
          <p:cNvPr id="15" name="a4f_106"/>
          <p:cNvSpPr/>
          <p:nvPr/>
        </p:nvSpPr>
        <p:spPr>
          <a:xfrm>
            <a:off x="457200" y="3154680"/>
            <a:ext cx="329184" cy="329184"/>
          </a:xfrm>
          <a:prstGeom prst="ellipse">
            <a:avLst/>
          </a:prstGeom>
          <a:solidFill>
            <a:srgbClr val="F5B301"/>
          </a:solidFill>
          <a:ln w="12700">
            <a:solidFill>
              <a:srgbClr val="F5B301"/>
            </a:solidFill>
            <a:prstDash val="solid"/>
          </a:ln>
        </p:spPr>
      </p:sp>
      <p:sp>
        <p:nvSpPr>
          <p:cNvPr id="16" name="a4f_107"/>
          <p:cNvSpPr txBox="1"/>
          <p:nvPr/>
        </p:nvSpPr>
        <p:spPr>
          <a:xfrm>
            <a:off x="457200" y="3154680"/>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2</a:t>
            </a:r>
            <a:endParaRPr lang="en-US" sz="1300" dirty="0"/>
          </a:p>
        </p:txBody>
      </p:sp>
      <p:sp>
        <p:nvSpPr>
          <p:cNvPr id="17" name="a4f_108"/>
          <p:cNvSpPr txBox="1"/>
          <p:nvPr/>
        </p:nvSpPr>
        <p:spPr>
          <a:xfrm>
            <a:off x="914400" y="3172968"/>
            <a:ext cx="201168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Liste des inscrits</a:t>
            </a:r>
            <a:endParaRPr lang="en-US" sz="1300" dirty="0"/>
          </a:p>
        </p:txBody>
      </p:sp>
      <p:sp>
        <p:nvSpPr>
          <p:cNvPr id="18" name="a4f_109"/>
          <p:cNvSpPr txBox="1"/>
          <p:nvPr/>
        </p:nvSpPr>
        <p:spPr>
          <a:xfrm>
            <a:off x="914400" y="3483864"/>
            <a:ext cx="2011680" cy="82296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Consulter, rechercher, modifier ou supprimer les personnes enregistrées.</a:t>
            </a:r>
            <a:endParaRPr lang="en-US" sz="1050" dirty="0"/>
          </a:p>
        </p:txBody>
      </p:sp>
      <p:sp>
        <p:nvSpPr>
          <p:cNvPr id="19" name="a5z_110"/>
          <p:cNvSpPr/>
          <p:nvPr/>
        </p:nvSpPr>
        <p:spPr>
          <a:xfrm>
            <a:off x="5138396" y="3416454"/>
            <a:ext cx="329184" cy="329184"/>
          </a:xfrm>
          <a:prstGeom prst="ellipse">
            <a:avLst/>
          </a:prstGeom>
          <a:solidFill>
            <a:srgbClr val="F5B301"/>
          </a:solidFill>
          <a:ln w="25400">
            <a:solidFill>
              <a:srgbClr val="FFFFFF"/>
            </a:solidFill>
            <a:prstDash val="solid"/>
          </a:ln>
        </p:spPr>
      </p:sp>
      <p:sp>
        <p:nvSpPr>
          <p:cNvPr id="20" name="a5z_111"/>
          <p:cNvSpPr txBox="1"/>
          <p:nvPr/>
        </p:nvSpPr>
        <p:spPr>
          <a:xfrm>
            <a:off x="5138396" y="3416454"/>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3</a:t>
            </a:r>
            <a:endParaRPr lang="en-US" sz="1300" dirty="0"/>
          </a:p>
        </p:txBody>
      </p:sp>
      <p:sp>
        <p:nvSpPr>
          <p:cNvPr id="21" name="a5f_112"/>
          <p:cNvSpPr/>
          <p:nvPr/>
        </p:nvSpPr>
        <p:spPr>
          <a:xfrm>
            <a:off x="6172200" y="1325880"/>
            <a:ext cx="329184" cy="329184"/>
          </a:xfrm>
          <a:prstGeom prst="ellipse">
            <a:avLst/>
          </a:prstGeom>
          <a:solidFill>
            <a:srgbClr val="F5B301"/>
          </a:solidFill>
          <a:ln w="12700">
            <a:solidFill>
              <a:srgbClr val="F5B301"/>
            </a:solidFill>
            <a:prstDash val="solid"/>
          </a:ln>
        </p:spPr>
      </p:sp>
      <p:sp>
        <p:nvSpPr>
          <p:cNvPr id="22" name="a5f_113"/>
          <p:cNvSpPr txBox="1"/>
          <p:nvPr/>
        </p:nvSpPr>
        <p:spPr>
          <a:xfrm>
            <a:off x="6172200" y="1325880"/>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3</a:t>
            </a:r>
            <a:endParaRPr lang="en-US" sz="1300" dirty="0"/>
          </a:p>
        </p:txBody>
      </p:sp>
      <p:sp>
        <p:nvSpPr>
          <p:cNvPr id="23" name="a5f_114"/>
          <p:cNvSpPr txBox="1"/>
          <p:nvPr/>
        </p:nvSpPr>
        <p:spPr>
          <a:xfrm>
            <a:off x="6629400" y="1344168"/>
            <a:ext cx="201168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Ajouter une personne</a:t>
            </a:r>
            <a:endParaRPr lang="en-US" sz="1300" dirty="0"/>
          </a:p>
        </p:txBody>
      </p:sp>
      <p:sp>
        <p:nvSpPr>
          <p:cNvPr id="24" name="a5f_115"/>
          <p:cNvSpPr txBox="1"/>
          <p:nvPr/>
        </p:nvSpPr>
        <p:spPr>
          <a:xfrm>
            <a:off x="6629400" y="1655064"/>
            <a:ext cx="2011680" cy="82296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Ouvre l'écran d'inscription : nom, trois photos et description.</a:t>
            </a:r>
            <a:endParaRPr lang="en-US" sz="1050" dirty="0"/>
          </a:p>
        </p:txBody>
      </p:sp>
      <p:sp>
        <p:nvSpPr>
          <p:cNvPr id="25" name="a6z_116"/>
          <p:cNvSpPr/>
          <p:nvPr/>
        </p:nvSpPr>
        <p:spPr>
          <a:xfrm>
            <a:off x="4181466" y="3921500"/>
            <a:ext cx="329184" cy="329184"/>
          </a:xfrm>
          <a:prstGeom prst="ellipse">
            <a:avLst/>
          </a:prstGeom>
          <a:solidFill>
            <a:srgbClr val="F5B301"/>
          </a:solidFill>
          <a:ln w="25400">
            <a:solidFill>
              <a:srgbClr val="FFFFFF"/>
            </a:solidFill>
            <a:prstDash val="solid"/>
          </a:ln>
        </p:spPr>
      </p:sp>
      <p:sp>
        <p:nvSpPr>
          <p:cNvPr id="26" name="a6z_117"/>
          <p:cNvSpPr txBox="1"/>
          <p:nvPr/>
        </p:nvSpPr>
        <p:spPr>
          <a:xfrm>
            <a:off x="4181466" y="3921500"/>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4</a:t>
            </a:r>
            <a:endParaRPr lang="en-US" sz="1300" dirty="0"/>
          </a:p>
        </p:txBody>
      </p:sp>
      <p:sp>
        <p:nvSpPr>
          <p:cNvPr id="27" name="a6f_118"/>
          <p:cNvSpPr/>
          <p:nvPr/>
        </p:nvSpPr>
        <p:spPr>
          <a:xfrm>
            <a:off x="6172200" y="3154680"/>
            <a:ext cx="329184" cy="329184"/>
          </a:xfrm>
          <a:prstGeom prst="ellipse">
            <a:avLst/>
          </a:prstGeom>
          <a:solidFill>
            <a:srgbClr val="F5B301"/>
          </a:solidFill>
          <a:ln w="12700">
            <a:solidFill>
              <a:srgbClr val="F5B301"/>
            </a:solidFill>
            <a:prstDash val="solid"/>
          </a:ln>
        </p:spPr>
      </p:sp>
      <p:sp>
        <p:nvSpPr>
          <p:cNvPr id="28" name="a6f_119"/>
          <p:cNvSpPr txBox="1"/>
          <p:nvPr/>
        </p:nvSpPr>
        <p:spPr>
          <a:xfrm>
            <a:off x="6172200" y="3154680"/>
            <a:ext cx="329184" cy="329184"/>
          </a:xfrm>
          <a:prstGeom prst="rect">
            <a:avLst/>
          </a:prstGeom>
          <a:noFill/>
          <a:ln/>
        </p:spPr>
        <p:txBody>
          <a:bodyPr wrap="square" lIns="0" tIns="0" rIns="0" bIns="0" rtlCol="0" anchor="ctr"/>
          <a:lstStyle/>
          <a:p>
            <a:pPr algn="ctr" indent="0" marL="0">
              <a:buNone/>
            </a:pPr>
            <a:r>
              <a:rPr lang="en-US" sz="1300" b="1" dirty="0">
                <a:solidFill>
                  <a:srgbClr val="1A1446"/>
                </a:solidFill>
                <a:latin typeface="Arial" pitchFamily="34" charset="0"/>
                <a:ea typeface="Arial" pitchFamily="34" charset="-122"/>
                <a:cs typeface="Arial" pitchFamily="34" charset="-120"/>
              </a:rPr>
              <a:t>4</a:t>
            </a:r>
            <a:endParaRPr lang="en-US" sz="1300" dirty="0"/>
          </a:p>
        </p:txBody>
      </p:sp>
      <p:sp>
        <p:nvSpPr>
          <p:cNvPr id="29" name="a6f_120"/>
          <p:cNvSpPr txBox="1"/>
          <p:nvPr/>
        </p:nvSpPr>
        <p:spPr>
          <a:xfrm>
            <a:off x="6629400" y="3172968"/>
            <a:ext cx="201168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Caméra</a:t>
            </a:r>
            <a:endParaRPr lang="en-US" sz="1300" dirty="0"/>
          </a:p>
        </p:txBody>
      </p:sp>
      <p:sp>
        <p:nvSpPr>
          <p:cNvPr id="30" name="a6f_121"/>
          <p:cNvSpPr txBox="1"/>
          <p:nvPr/>
        </p:nvSpPr>
        <p:spPr>
          <a:xfrm>
            <a:off x="6629400" y="3483864"/>
            <a:ext cx="2011680" cy="82296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Démarre ou arrête la reconnaissance en direct, d’un simple appui.</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4"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37"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450" fill="hold"/>
                                        <p:tgtEl>
                                          <p:spTgt spid="7"/>
                                        </p:tgtEl>
                                        <p:attrNameLst>
                                          <p:attrName>ppt_w</p:attrName>
                                        </p:attrNameLst>
                                      </p:cBhvr>
                                      <p:tavLst>
                                        <p:tav tm="0">
                                          <p:val>
                                            <p:fltVal val="0"/>
                                          </p:val>
                                        </p:tav>
                                        <p:tav tm="100000">
                                          <p:val>
                                            <p:strVal val="#ppt_w"/>
                                          </p:val>
                                        </p:tav>
                                      </p:tavLst>
                                    </p:anim>
                                    <p:anim calcmode="lin" valueType="num">
                                      <p:cBhvr>
                                        <p:cTn id="18" dur="450" fill="hold"/>
                                        <p:tgtEl>
                                          <p:spTgt spid="7"/>
                                        </p:tgtEl>
                                        <p:attrNameLst>
                                          <p:attrName>ppt_h</p:attrName>
                                        </p:attrNameLst>
                                      </p:cBhvr>
                                      <p:tavLst>
                                        <p:tav tm="0">
                                          <p:val>
                                            <p:fltVal val="0"/>
                                          </p:val>
                                        </p:tav>
                                        <p:tav tm="100000">
                                          <p:val>
                                            <p:strVal val="#ppt_h"/>
                                          </p:val>
                                        </p:tav>
                                      </p:tavLst>
                                    </p:anim>
                                    <p:animEffect transition="in" filter="fade">
                                      <p:cBhvr>
                                        <p:cTn id="19" dur="45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450" fill="hold"/>
                                        <p:tgtEl>
                                          <p:spTgt spid="8"/>
                                        </p:tgtEl>
                                        <p:attrNameLst>
                                          <p:attrName>ppt_w</p:attrName>
                                        </p:attrNameLst>
                                      </p:cBhvr>
                                      <p:tavLst>
                                        <p:tav tm="0">
                                          <p:val>
                                            <p:fltVal val="0"/>
                                          </p:val>
                                        </p:tav>
                                        <p:tav tm="100000">
                                          <p:val>
                                            <p:strVal val="#ppt_w"/>
                                          </p:val>
                                        </p:tav>
                                      </p:tavLst>
                                    </p:anim>
                                    <p:anim calcmode="lin" valueType="num">
                                      <p:cBhvr>
                                        <p:cTn id="23" dur="450" fill="hold"/>
                                        <p:tgtEl>
                                          <p:spTgt spid="8"/>
                                        </p:tgtEl>
                                        <p:attrNameLst>
                                          <p:attrName>ppt_h</p:attrName>
                                        </p:attrNameLst>
                                      </p:cBhvr>
                                      <p:tavLst>
                                        <p:tav tm="0">
                                          <p:val>
                                            <p:fltVal val="0"/>
                                          </p:val>
                                        </p:tav>
                                        <p:tav tm="100000">
                                          <p:val>
                                            <p:strVal val="#ppt_h"/>
                                          </p:val>
                                        </p:tav>
                                      </p:tavLst>
                                    </p:anim>
                                    <p:animEffect transition="in" filter="fade">
                                      <p:cBhvr>
                                        <p:cTn id="24" dur="45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60" fill="hold">
                            <p:stCondLst>
                              <p:cond delay="1500"/>
                            </p:stCondLst>
                            <p:childTnLst>
                              <p:par>
                                <p:cTn id="38" presetID="53" presetClass="entr" presetSubtype="16"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450" fill="hold"/>
                                        <p:tgtEl>
                                          <p:spTgt spid="13"/>
                                        </p:tgtEl>
                                        <p:attrNameLst>
                                          <p:attrName>ppt_w</p:attrName>
                                        </p:attrNameLst>
                                      </p:cBhvr>
                                      <p:tavLst>
                                        <p:tav tm="0">
                                          <p:val>
                                            <p:fltVal val="0"/>
                                          </p:val>
                                        </p:tav>
                                        <p:tav tm="100000">
                                          <p:val>
                                            <p:strVal val="#ppt_w"/>
                                          </p:val>
                                        </p:tav>
                                      </p:tavLst>
                                    </p:anim>
                                    <p:anim calcmode="lin" valueType="num">
                                      <p:cBhvr>
                                        <p:cTn id="41" dur="450" fill="hold"/>
                                        <p:tgtEl>
                                          <p:spTgt spid="13"/>
                                        </p:tgtEl>
                                        <p:attrNameLst>
                                          <p:attrName>ppt_h</p:attrName>
                                        </p:attrNameLst>
                                      </p:cBhvr>
                                      <p:tavLst>
                                        <p:tav tm="0">
                                          <p:val>
                                            <p:fltVal val="0"/>
                                          </p:val>
                                        </p:tav>
                                        <p:tav tm="100000">
                                          <p:val>
                                            <p:strVal val="#ppt_h"/>
                                          </p:val>
                                        </p:tav>
                                      </p:tavLst>
                                    </p:anim>
                                    <p:animEffect transition="in" filter="fade">
                                      <p:cBhvr>
                                        <p:cTn id="42" dur="450"/>
                                        <p:tgtEl>
                                          <p:spTgt spid="13"/>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p:cTn id="45" dur="450" fill="hold"/>
                                        <p:tgtEl>
                                          <p:spTgt spid="14"/>
                                        </p:tgtEl>
                                        <p:attrNameLst>
                                          <p:attrName>ppt_w</p:attrName>
                                        </p:attrNameLst>
                                      </p:cBhvr>
                                      <p:tavLst>
                                        <p:tav tm="0">
                                          <p:val>
                                            <p:fltVal val="0"/>
                                          </p:val>
                                        </p:tav>
                                        <p:tav tm="100000">
                                          <p:val>
                                            <p:strVal val="#ppt_w"/>
                                          </p:val>
                                        </p:tav>
                                      </p:tavLst>
                                    </p:anim>
                                    <p:anim calcmode="lin" valueType="num">
                                      <p:cBhvr>
                                        <p:cTn id="46" dur="450" fill="hold"/>
                                        <p:tgtEl>
                                          <p:spTgt spid="14"/>
                                        </p:tgtEl>
                                        <p:attrNameLst>
                                          <p:attrName>ppt_h</p:attrName>
                                        </p:attrNameLst>
                                      </p:cBhvr>
                                      <p:tavLst>
                                        <p:tav tm="0">
                                          <p:val>
                                            <p:fltVal val="0"/>
                                          </p:val>
                                        </p:tav>
                                        <p:tav tm="100000">
                                          <p:val>
                                            <p:strVal val="#ppt_h"/>
                                          </p:val>
                                        </p:tav>
                                      </p:tavLst>
                                    </p:anim>
                                    <p:animEffect transition="in" filter="fade">
                                      <p:cBhvr>
                                        <p:cTn id="47" dur="45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par>
                          <p:cTn id="83" fill="hold">
                            <p:stCondLst>
                              <p:cond delay="2000"/>
                            </p:stCondLst>
                            <p:childTnLst>
                              <p:par>
                                <p:cTn id="61" presetID="53" presetClass="entr" presetSubtype="16" fill="hold" grpId="0" nodeType="after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450" fill="hold"/>
                                        <p:tgtEl>
                                          <p:spTgt spid="19"/>
                                        </p:tgtEl>
                                        <p:attrNameLst>
                                          <p:attrName>ppt_w</p:attrName>
                                        </p:attrNameLst>
                                      </p:cBhvr>
                                      <p:tavLst>
                                        <p:tav tm="0">
                                          <p:val>
                                            <p:fltVal val="0"/>
                                          </p:val>
                                        </p:tav>
                                        <p:tav tm="100000">
                                          <p:val>
                                            <p:strVal val="#ppt_w"/>
                                          </p:val>
                                        </p:tav>
                                      </p:tavLst>
                                    </p:anim>
                                    <p:anim calcmode="lin" valueType="num">
                                      <p:cBhvr>
                                        <p:cTn id="64" dur="450" fill="hold"/>
                                        <p:tgtEl>
                                          <p:spTgt spid="19"/>
                                        </p:tgtEl>
                                        <p:attrNameLst>
                                          <p:attrName>ppt_h</p:attrName>
                                        </p:attrNameLst>
                                      </p:cBhvr>
                                      <p:tavLst>
                                        <p:tav tm="0">
                                          <p:val>
                                            <p:fltVal val="0"/>
                                          </p:val>
                                        </p:tav>
                                        <p:tav tm="100000">
                                          <p:val>
                                            <p:strVal val="#ppt_h"/>
                                          </p:val>
                                        </p:tav>
                                      </p:tavLst>
                                    </p:anim>
                                    <p:animEffect transition="in" filter="fade">
                                      <p:cBhvr>
                                        <p:cTn id="65" dur="450"/>
                                        <p:tgtEl>
                                          <p:spTgt spid="19"/>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450" fill="hold"/>
                                        <p:tgtEl>
                                          <p:spTgt spid="20"/>
                                        </p:tgtEl>
                                        <p:attrNameLst>
                                          <p:attrName>ppt_w</p:attrName>
                                        </p:attrNameLst>
                                      </p:cBhvr>
                                      <p:tavLst>
                                        <p:tav tm="0">
                                          <p:val>
                                            <p:fltVal val="0"/>
                                          </p:val>
                                        </p:tav>
                                        <p:tav tm="100000">
                                          <p:val>
                                            <p:strVal val="#ppt_w"/>
                                          </p:val>
                                        </p:tav>
                                      </p:tavLst>
                                    </p:anim>
                                    <p:anim calcmode="lin" valueType="num">
                                      <p:cBhvr>
                                        <p:cTn id="69" dur="450" fill="hold"/>
                                        <p:tgtEl>
                                          <p:spTgt spid="20"/>
                                        </p:tgtEl>
                                        <p:attrNameLst>
                                          <p:attrName>ppt_h</p:attrName>
                                        </p:attrNameLst>
                                      </p:cBhvr>
                                      <p:tavLst>
                                        <p:tav tm="0">
                                          <p:val>
                                            <p:fltVal val="0"/>
                                          </p:val>
                                        </p:tav>
                                        <p:tav tm="100000">
                                          <p:val>
                                            <p:strVal val="#ppt_h"/>
                                          </p:val>
                                        </p:tav>
                                      </p:tavLst>
                                    </p:anim>
                                    <p:animEffect transition="in" filter="fade">
                                      <p:cBhvr>
                                        <p:cTn id="70" dur="450"/>
                                        <p:tgtEl>
                                          <p:spTgt spid="2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500"/>
                                        <p:tgtEl>
                                          <p:spTgt spid="2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500"/>
                                        <p:tgtEl>
                                          <p:spTgt spid="2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par>
                          <p:cTn id="106" fill="hold">
                            <p:stCondLst>
                              <p:cond delay="2500"/>
                            </p:stCondLst>
                            <p:childTnLst>
                              <p:par>
                                <p:cTn id="84" presetID="53" presetClass="entr" presetSubtype="16" fill="hold" grpId="0" nodeType="afterEffect">
                                  <p:stCondLst>
                                    <p:cond delay="0"/>
                                  </p:stCondLst>
                                  <p:childTnLst>
                                    <p:set>
                                      <p:cBhvr>
                                        <p:cTn id="85" dur="1" fill="hold">
                                          <p:stCondLst>
                                            <p:cond delay="0"/>
                                          </p:stCondLst>
                                        </p:cTn>
                                        <p:tgtEl>
                                          <p:spTgt spid="25"/>
                                        </p:tgtEl>
                                        <p:attrNameLst>
                                          <p:attrName>style.visibility</p:attrName>
                                        </p:attrNameLst>
                                      </p:cBhvr>
                                      <p:to>
                                        <p:strVal val="visible"/>
                                      </p:to>
                                    </p:set>
                                    <p:anim calcmode="lin" valueType="num">
                                      <p:cBhvr>
                                        <p:cTn id="86" dur="450" fill="hold"/>
                                        <p:tgtEl>
                                          <p:spTgt spid="25"/>
                                        </p:tgtEl>
                                        <p:attrNameLst>
                                          <p:attrName>ppt_w</p:attrName>
                                        </p:attrNameLst>
                                      </p:cBhvr>
                                      <p:tavLst>
                                        <p:tav tm="0">
                                          <p:val>
                                            <p:fltVal val="0"/>
                                          </p:val>
                                        </p:tav>
                                        <p:tav tm="100000">
                                          <p:val>
                                            <p:strVal val="#ppt_w"/>
                                          </p:val>
                                        </p:tav>
                                      </p:tavLst>
                                    </p:anim>
                                    <p:anim calcmode="lin" valueType="num">
                                      <p:cBhvr>
                                        <p:cTn id="87" dur="450" fill="hold"/>
                                        <p:tgtEl>
                                          <p:spTgt spid="25"/>
                                        </p:tgtEl>
                                        <p:attrNameLst>
                                          <p:attrName>ppt_h</p:attrName>
                                        </p:attrNameLst>
                                      </p:cBhvr>
                                      <p:tavLst>
                                        <p:tav tm="0">
                                          <p:val>
                                            <p:fltVal val="0"/>
                                          </p:val>
                                        </p:tav>
                                        <p:tav tm="100000">
                                          <p:val>
                                            <p:strVal val="#ppt_h"/>
                                          </p:val>
                                        </p:tav>
                                      </p:tavLst>
                                    </p:anim>
                                    <p:animEffect transition="in" filter="fade">
                                      <p:cBhvr>
                                        <p:cTn id="88" dur="450"/>
                                        <p:tgtEl>
                                          <p:spTgt spid="25"/>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p:cTn id="91" dur="450" fill="hold"/>
                                        <p:tgtEl>
                                          <p:spTgt spid="26"/>
                                        </p:tgtEl>
                                        <p:attrNameLst>
                                          <p:attrName>ppt_w</p:attrName>
                                        </p:attrNameLst>
                                      </p:cBhvr>
                                      <p:tavLst>
                                        <p:tav tm="0">
                                          <p:val>
                                            <p:fltVal val="0"/>
                                          </p:val>
                                        </p:tav>
                                        <p:tav tm="100000">
                                          <p:val>
                                            <p:strVal val="#ppt_w"/>
                                          </p:val>
                                        </p:tav>
                                      </p:tavLst>
                                    </p:anim>
                                    <p:anim calcmode="lin" valueType="num">
                                      <p:cBhvr>
                                        <p:cTn id="92" dur="450" fill="hold"/>
                                        <p:tgtEl>
                                          <p:spTgt spid="26"/>
                                        </p:tgtEl>
                                        <p:attrNameLst>
                                          <p:attrName>ppt_h</p:attrName>
                                        </p:attrNameLst>
                                      </p:cBhvr>
                                      <p:tavLst>
                                        <p:tav tm="0">
                                          <p:val>
                                            <p:fltVal val="0"/>
                                          </p:val>
                                        </p:tav>
                                        <p:tav tm="100000">
                                          <p:val>
                                            <p:strVal val="#ppt_h"/>
                                          </p:val>
                                        </p:tav>
                                      </p:tavLst>
                                    </p:anim>
                                    <p:animEffect transition="in" filter="fade">
                                      <p:cBhvr>
                                        <p:cTn id="93" dur="450"/>
                                        <p:tgtEl>
                                          <p:spTgt spid="2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fade">
                                      <p:cBhvr>
                                        <p:cTn id="96" dur="500"/>
                                        <p:tgtEl>
                                          <p:spTgt spid="2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500"/>
                                        <p:tgtEl>
                                          <p:spTgt spid="2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6</a:t>
            </a:r>
            <a:endParaRPr lang="en-US" sz="800" dirty="0"/>
          </a:p>
        </p:txBody>
      </p:sp>
      <p:sp>
        <p:nvSpPr>
          <p:cNvPr id="4" name="a1f_122"/>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ÉTAPE 1 · INSCRIPTION</a:t>
            </a:r>
            <a:endParaRPr lang="en-US" sz="1100" dirty="0"/>
          </a:p>
        </p:txBody>
      </p:sp>
      <p:sp>
        <p:nvSpPr>
          <p:cNvPr id="5" name="a1f_123"/>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Inscrire une personne en quelques gestes</a:t>
            </a:r>
            <a:endParaRPr lang="en-US" sz="2800" dirty="0"/>
          </a:p>
        </p:txBody>
      </p:sp>
      <p:pic>
        <p:nvPicPr>
          <p:cNvPr id="6" name="a2u_124" descr="/tmp/claude-0/-home-user-face-id/e849e0f3-7743-5449-a322-d35a4c4c9845/scratchpad/deck/img/mock_insert.png">    </p:cNvPr>
          <p:cNvPicPr>
            <a:picLocks noChangeAspect="1"/>
          </p:cNvPicPr>
          <p:nvPr/>
        </p:nvPicPr>
        <p:blipFill>
          <a:blip r:embed="rId1"/>
          <a:stretch>
            <a:fillRect/>
          </a:stretch>
        </p:blipFill>
        <p:spPr>
          <a:xfrm>
            <a:off x="685800" y="1143000"/>
            <a:ext cx="1881051" cy="3657600"/>
          </a:xfrm>
          <a:prstGeom prst="rect">
            <a:avLst/>
          </a:prstGeom>
        </p:spPr>
      </p:pic>
      <p:sp>
        <p:nvSpPr>
          <p:cNvPr id="7" name="a3z_125"/>
          <p:cNvSpPr/>
          <p:nvPr/>
        </p:nvSpPr>
        <p:spPr>
          <a:xfrm>
            <a:off x="3200400" y="1234440"/>
            <a:ext cx="420624" cy="420624"/>
          </a:xfrm>
          <a:prstGeom prst="ellipse">
            <a:avLst/>
          </a:prstGeom>
          <a:solidFill>
            <a:srgbClr val="7B68EE"/>
          </a:solidFill>
          <a:ln w="12700">
            <a:solidFill>
              <a:srgbClr val="7B68EE"/>
            </a:solidFill>
            <a:prstDash val="solid"/>
          </a:ln>
        </p:spPr>
      </p:sp>
      <p:sp>
        <p:nvSpPr>
          <p:cNvPr id="8" name="a3z_126"/>
          <p:cNvSpPr txBox="1"/>
          <p:nvPr/>
        </p:nvSpPr>
        <p:spPr>
          <a:xfrm>
            <a:off x="3200400" y="12344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a3u_127"/>
          <p:cNvSpPr txBox="1"/>
          <p:nvPr/>
        </p:nvSpPr>
        <p:spPr>
          <a:xfrm>
            <a:off x="3794760" y="1216152"/>
            <a:ext cx="48463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Saisir le nom</a:t>
            </a:r>
            <a:endParaRPr lang="en-US" sz="1400" dirty="0"/>
          </a:p>
        </p:txBody>
      </p:sp>
      <p:sp>
        <p:nvSpPr>
          <p:cNvPr id="10" name="a3u_128"/>
          <p:cNvSpPr txBox="1"/>
          <p:nvPr/>
        </p:nvSpPr>
        <p:spPr>
          <a:xfrm>
            <a:off x="3794760" y="1490472"/>
            <a:ext cx="4846320" cy="41148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Champ obligatoire : prénom et nom de l'élève ou du membre du personnel.</a:t>
            </a:r>
            <a:endParaRPr lang="en-US" sz="1100" dirty="0"/>
          </a:p>
        </p:txBody>
      </p:sp>
      <p:sp>
        <p:nvSpPr>
          <p:cNvPr id="11" name="a4z_129"/>
          <p:cNvSpPr/>
          <p:nvPr/>
        </p:nvSpPr>
        <p:spPr>
          <a:xfrm>
            <a:off x="3200400" y="1947672"/>
            <a:ext cx="420624" cy="420624"/>
          </a:xfrm>
          <a:prstGeom prst="ellipse">
            <a:avLst/>
          </a:prstGeom>
          <a:solidFill>
            <a:srgbClr val="7B68EE"/>
          </a:solidFill>
          <a:ln w="12700">
            <a:solidFill>
              <a:srgbClr val="7B68EE"/>
            </a:solidFill>
            <a:prstDash val="solid"/>
          </a:ln>
        </p:spPr>
      </p:sp>
      <p:sp>
        <p:nvSpPr>
          <p:cNvPr id="12" name="a4z_130"/>
          <p:cNvSpPr txBox="1"/>
          <p:nvPr/>
        </p:nvSpPr>
        <p:spPr>
          <a:xfrm>
            <a:off x="3200400" y="19476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a4u_131"/>
          <p:cNvSpPr txBox="1"/>
          <p:nvPr/>
        </p:nvSpPr>
        <p:spPr>
          <a:xfrm>
            <a:off x="3794760" y="1929384"/>
            <a:ext cx="48463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Ajouter trois photos</a:t>
            </a:r>
            <a:endParaRPr lang="en-US" sz="1400" dirty="0"/>
          </a:p>
        </p:txBody>
      </p:sp>
      <p:sp>
        <p:nvSpPr>
          <p:cNvPr id="14" name="a4u_132"/>
          <p:cNvSpPr txBox="1"/>
          <p:nvPr/>
        </p:nvSpPr>
        <p:spPr>
          <a:xfrm>
            <a:off x="3794760" y="2203704"/>
            <a:ext cx="4846320" cy="41148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Pour chacune : importer un fichier existant ou la prendre directement avec la caméra.</a:t>
            </a:r>
            <a:endParaRPr lang="en-US" sz="1100" dirty="0"/>
          </a:p>
        </p:txBody>
      </p:sp>
      <p:sp>
        <p:nvSpPr>
          <p:cNvPr id="15" name="a5z_133"/>
          <p:cNvSpPr/>
          <p:nvPr/>
        </p:nvSpPr>
        <p:spPr>
          <a:xfrm>
            <a:off x="3200400" y="2660904"/>
            <a:ext cx="420624" cy="420624"/>
          </a:xfrm>
          <a:prstGeom prst="ellipse">
            <a:avLst/>
          </a:prstGeom>
          <a:solidFill>
            <a:srgbClr val="7B68EE"/>
          </a:solidFill>
          <a:ln w="12700">
            <a:solidFill>
              <a:srgbClr val="7B68EE"/>
            </a:solidFill>
            <a:prstDash val="solid"/>
          </a:ln>
        </p:spPr>
      </p:sp>
      <p:sp>
        <p:nvSpPr>
          <p:cNvPr id="16" name="a5z_134"/>
          <p:cNvSpPr txBox="1"/>
          <p:nvPr/>
        </p:nvSpPr>
        <p:spPr>
          <a:xfrm>
            <a:off x="3200400" y="26609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a5u_135"/>
          <p:cNvSpPr txBox="1"/>
          <p:nvPr/>
        </p:nvSpPr>
        <p:spPr>
          <a:xfrm>
            <a:off x="3794760" y="2642616"/>
            <a:ext cx="48463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Compléter la description</a:t>
            </a:r>
            <a:endParaRPr lang="en-US" sz="1400" dirty="0"/>
          </a:p>
        </p:txBody>
      </p:sp>
      <p:sp>
        <p:nvSpPr>
          <p:cNvPr id="18" name="a5u_136"/>
          <p:cNvSpPr txBox="1"/>
          <p:nvPr/>
        </p:nvSpPr>
        <p:spPr>
          <a:xfrm>
            <a:off x="3794760" y="2916936"/>
            <a:ext cx="4846320" cy="41148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Classe, fonction, responsable légal, remarques utiles…</a:t>
            </a:r>
            <a:endParaRPr lang="en-US" sz="1100" dirty="0"/>
          </a:p>
        </p:txBody>
      </p:sp>
      <p:sp>
        <p:nvSpPr>
          <p:cNvPr id="19" name="a6z_137"/>
          <p:cNvSpPr/>
          <p:nvPr/>
        </p:nvSpPr>
        <p:spPr>
          <a:xfrm>
            <a:off x="3200400" y="3374136"/>
            <a:ext cx="420624" cy="420624"/>
          </a:xfrm>
          <a:prstGeom prst="ellipse">
            <a:avLst/>
          </a:prstGeom>
          <a:solidFill>
            <a:srgbClr val="7B68EE"/>
          </a:solidFill>
          <a:ln w="12700">
            <a:solidFill>
              <a:srgbClr val="7B68EE"/>
            </a:solidFill>
            <a:prstDash val="solid"/>
          </a:ln>
        </p:spPr>
      </p:sp>
      <p:sp>
        <p:nvSpPr>
          <p:cNvPr id="20" name="a6z_138"/>
          <p:cNvSpPr txBox="1"/>
          <p:nvPr/>
        </p:nvSpPr>
        <p:spPr>
          <a:xfrm>
            <a:off x="3200400" y="33741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a6u_139"/>
          <p:cNvSpPr txBox="1"/>
          <p:nvPr/>
        </p:nvSpPr>
        <p:spPr>
          <a:xfrm>
            <a:off x="3794760" y="3355848"/>
            <a:ext cx="48463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Valider avec « Ajouter »</a:t>
            </a:r>
            <a:endParaRPr lang="en-US" sz="1400" dirty="0"/>
          </a:p>
        </p:txBody>
      </p:sp>
      <p:sp>
        <p:nvSpPr>
          <p:cNvPr id="22" name="a6u_140"/>
          <p:cNvSpPr txBox="1"/>
          <p:nvPr/>
        </p:nvSpPr>
        <p:spPr>
          <a:xfrm>
            <a:off x="3794760" y="3630168"/>
            <a:ext cx="4846320" cy="411480"/>
          </a:xfrm>
          <a:prstGeom prst="rect">
            <a:avLst/>
          </a:prstGeom>
          <a:noFill/>
          <a:ln/>
        </p:spPr>
        <p:txBody>
          <a:bodyPr wrap="square" lIns="0" tIns="0" rIns="0" bIns="0" rtlCol="0" anchor="t"/>
          <a:lstStyle/>
          <a:p>
            <a:pPr indent="0" marL="0">
              <a:buNone/>
            </a:pPr>
            <a:r>
              <a:rPr lang="en-US" sz="1100" dirty="0">
                <a:solidFill>
                  <a:srgbClr val="5F5B7A"/>
                </a:solidFill>
                <a:latin typeface="Arial" pitchFamily="34" charset="0"/>
                <a:ea typeface="Arial" pitchFamily="34" charset="-122"/>
                <a:cs typeface="Arial" pitchFamily="34" charset="-120"/>
              </a:rPr>
              <a:t>L'empreinte faciale est calculée et enregistrée : la personne est reconnue aussitôt.</a:t>
            </a:r>
            <a:endParaRPr lang="en-US" sz="1100" dirty="0"/>
          </a:p>
        </p:txBody>
      </p:sp>
      <p:sp>
        <p:nvSpPr>
          <p:cNvPr id="23" name="a7u_141"/>
          <p:cNvSpPr/>
          <p:nvPr/>
        </p:nvSpPr>
        <p:spPr>
          <a:xfrm>
            <a:off x="3200400" y="4206240"/>
            <a:ext cx="5486400" cy="548640"/>
          </a:xfrm>
          <a:prstGeom prst="roundRect">
            <a:avLst>
              <a:gd name="adj" fmla="val 13333"/>
            </a:avLst>
          </a:prstGeom>
          <a:solidFill>
            <a:srgbClr val="EEEBFD"/>
          </a:solidFill>
          <a:ln w="12700">
            <a:solidFill>
              <a:srgbClr val="EEEBFD"/>
            </a:solidFill>
            <a:prstDash val="solid"/>
          </a:ln>
        </p:spPr>
      </p:sp>
      <p:pic>
        <p:nvPicPr>
          <p:cNvPr id="24" name="a7u_142" descr="preencoded.png">    </p:cNvPr>
          <p:cNvPicPr>
            <a:picLocks noChangeAspect="1"/>
          </p:cNvPicPr>
          <p:nvPr/>
        </p:nvPicPr>
        <p:blipFill>
          <a:blip r:embed="rId2"/>
          <a:stretch>
            <a:fillRect/>
          </a:stretch>
        </p:blipFill>
        <p:spPr>
          <a:xfrm>
            <a:off x="3337560" y="4297680"/>
            <a:ext cx="365760" cy="365760"/>
          </a:xfrm>
          <a:prstGeom prst="rect">
            <a:avLst/>
          </a:prstGeom>
        </p:spPr>
      </p:pic>
      <p:sp>
        <p:nvSpPr>
          <p:cNvPr id="25" name="a7u_143"/>
          <p:cNvSpPr txBox="1"/>
          <p:nvPr/>
        </p:nvSpPr>
        <p:spPr>
          <a:xfrm>
            <a:off x="3840480" y="4242816"/>
            <a:ext cx="4754880" cy="475488"/>
          </a:xfrm>
          <a:prstGeom prst="rect">
            <a:avLst/>
          </a:prstGeom>
          <a:noFill/>
          <a:ln/>
        </p:spPr>
        <p:txBody>
          <a:bodyPr wrap="square" lIns="0" tIns="0" rIns="0" bIns="0" rtlCol="0" anchor="ctr"/>
          <a:lstStyle/>
          <a:p>
            <a:pPr indent="0" marL="0">
              <a:buNone/>
            </a:pPr>
            <a:r>
              <a:rPr lang="en-US" sz="1050" b="1" dirty="0">
                <a:solidFill>
                  <a:srgbClr val="1A1446"/>
                </a:solidFill>
                <a:latin typeface="Arial" pitchFamily="34" charset="0"/>
                <a:ea typeface="Arial" pitchFamily="34" charset="-122"/>
                <a:cs typeface="Arial" pitchFamily="34" charset="-120"/>
              </a:rPr>
              <a:t>Conseil : </a:t>
            </a:r>
            <a:pPr indent="0" marL="0">
              <a:buNone/>
            </a:pPr>
            <a:r>
              <a:rPr lang="en-US" sz="1050" dirty="0">
                <a:solidFill>
                  <a:srgbClr val="1E1B3A"/>
                </a:solidFill>
                <a:latin typeface="Arial" pitchFamily="34" charset="0"/>
                <a:ea typeface="Arial" pitchFamily="34" charset="-122"/>
                <a:cs typeface="Arial" pitchFamily="34" charset="-120"/>
              </a:rPr>
              <a:t>trois photos légèrement différentes (de face, léger profil, autre éclairage) rendent la reconnaissance plus fiable.</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37" fill="hold">
                            <p:stCondLst>
                              <p:cond delay="1100"/>
                            </p:stCondLst>
                            <p:childTnLst>
                              <p:par>
                                <p:cTn id="17" presetID="53" presetClass="entr" presetSubtype="16"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450" fill="hold"/>
                                        <p:tgtEl>
                                          <p:spTgt spid="7"/>
                                        </p:tgtEl>
                                        <p:attrNameLst>
                                          <p:attrName>ppt_w</p:attrName>
                                        </p:attrNameLst>
                                      </p:cBhvr>
                                      <p:tavLst>
                                        <p:tav tm="0">
                                          <p:val>
                                            <p:fltVal val="0"/>
                                          </p:val>
                                        </p:tav>
                                        <p:tav tm="100000">
                                          <p:val>
                                            <p:strVal val="#ppt_w"/>
                                          </p:val>
                                        </p:tav>
                                      </p:tavLst>
                                    </p:anim>
                                    <p:anim calcmode="lin" valueType="num">
                                      <p:cBhvr>
                                        <p:cTn id="20" dur="450" fill="hold"/>
                                        <p:tgtEl>
                                          <p:spTgt spid="7"/>
                                        </p:tgtEl>
                                        <p:attrNameLst>
                                          <p:attrName>ppt_h</p:attrName>
                                        </p:attrNameLst>
                                      </p:cBhvr>
                                      <p:tavLst>
                                        <p:tav tm="0">
                                          <p:val>
                                            <p:fltVal val="0"/>
                                          </p:val>
                                        </p:tav>
                                        <p:tav tm="100000">
                                          <p:val>
                                            <p:strVal val="#ppt_h"/>
                                          </p:val>
                                        </p:tav>
                                      </p:tavLst>
                                    </p:anim>
                                    <p:animEffect transition="in" filter="fade">
                                      <p:cBhvr>
                                        <p:cTn id="21" dur="45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450" fill="hold"/>
                                        <p:tgtEl>
                                          <p:spTgt spid="8"/>
                                        </p:tgtEl>
                                        <p:attrNameLst>
                                          <p:attrName>ppt_w</p:attrName>
                                        </p:attrNameLst>
                                      </p:cBhvr>
                                      <p:tavLst>
                                        <p:tav tm="0">
                                          <p:val>
                                            <p:fltVal val="0"/>
                                          </p:val>
                                        </p:tav>
                                        <p:tav tm="100000">
                                          <p:val>
                                            <p:strVal val="#ppt_w"/>
                                          </p:val>
                                        </p:tav>
                                      </p:tavLst>
                                    </p:anim>
                                    <p:anim calcmode="lin" valueType="num">
                                      <p:cBhvr>
                                        <p:cTn id="25" dur="450" fill="hold"/>
                                        <p:tgtEl>
                                          <p:spTgt spid="8"/>
                                        </p:tgtEl>
                                        <p:attrNameLst>
                                          <p:attrName>ppt_h</p:attrName>
                                        </p:attrNameLst>
                                      </p:cBhvr>
                                      <p:tavLst>
                                        <p:tav tm="0">
                                          <p:val>
                                            <p:fltVal val="0"/>
                                          </p:val>
                                        </p:tav>
                                        <p:tav tm="100000">
                                          <p:val>
                                            <p:strVal val="#ppt_h"/>
                                          </p:val>
                                        </p:tav>
                                      </p:tavLst>
                                    </p:anim>
                                    <p:animEffect transition="in" filter="fade">
                                      <p:cBhvr>
                                        <p:cTn id="26" dur="450"/>
                                        <p:tgtEl>
                                          <p:spTgt spid="8"/>
                                        </p:tgtEl>
                                      </p:cBhvr>
                                    </p:animEffect>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600"/>
                                        <p:tgtEl>
                                          <p:spTgt spid="9"/>
                                        </p:tgtEl>
                                      </p:cBhvr>
                                    </p:animEffect>
                                    <p:anim calcmode="lin" valueType="num">
                                      <p:cBhvr additive="base">
                                        <p:cTn id="30" dur="600" fill="hold"/>
                                        <p:tgtEl>
                                          <p:spTgt spid="9"/>
                                        </p:tgtEl>
                                        <p:attrNameLst>
                                          <p:attrName>ppt_x</p:attrName>
                                        </p:attrNameLst>
                                      </p:cBhvr>
                                      <p:tavLst>
                                        <p:tav tm="0">
                                          <p:val>
                                            <p:strVal val="#ppt_x"/>
                                          </p:val>
                                        </p:tav>
                                        <p:tav tm="100000">
                                          <p:val>
                                            <p:strVal val="#ppt_x"/>
                                          </p:val>
                                        </p:tav>
                                      </p:tavLst>
                                    </p:anim>
                                    <p:anim calcmode="lin" valueType="num">
                                      <p:cBhvr additive="base">
                                        <p:cTn id="31" dur="6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600"/>
                                        <p:tgtEl>
                                          <p:spTgt spid="10"/>
                                        </p:tgtEl>
                                      </p:cBhvr>
                                    </p:animEffect>
                                    <p:anim calcmode="lin" valueType="num">
                                      <p:cBhvr additive="base">
                                        <p:cTn id="35" dur="600" fill="hold"/>
                                        <p:tgtEl>
                                          <p:spTgt spid="10"/>
                                        </p:tgtEl>
                                        <p:attrNameLst>
                                          <p:attrName>ppt_x</p:attrName>
                                        </p:attrNameLst>
                                      </p:cBhvr>
                                      <p:tavLst>
                                        <p:tav tm="0">
                                          <p:val>
                                            <p:strVal val="#ppt_x"/>
                                          </p:val>
                                        </p:tav>
                                        <p:tav tm="100000">
                                          <p:val>
                                            <p:strVal val="#ppt_x"/>
                                          </p:val>
                                        </p:tav>
                                      </p:tavLst>
                                    </p:anim>
                                    <p:anim calcmode="lin" valueType="num">
                                      <p:cBhvr additive="base">
                                        <p:cTn id="36" dur="600" fill="hold"/>
                                        <p:tgtEl>
                                          <p:spTgt spid="10"/>
                                        </p:tgtEl>
                                        <p:attrNameLst>
                                          <p:attrName>ppt_y</p:attrName>
                                        </p:attrNameLst>
                                      </p:cBhvr>
                                      <p:tavLst>
                                        <p:tav tm="0">
                                          <p:val>
                                            <p:strVal val="#ppt_y+.1"/>
                                          </p:val>
                                        </p:tav>
                                        <p:tav tm="100000">
                                          <p:val>
                                            <p:strVal val="#ppt_y"/>
                                          </p:val>
                                        </p:tav>
                                      </p:tavLst>
                                    </p:anim>
                                  </p:childTnLst>
                                </p:cTn>
                              </p:par>
                            </p:childTnLst>
                          </p:cTn>
                        </p:par>
                        <p:par>
                          <p:cTn id="58" fill="hold">
                            <p:stCondLst>
                              <p:cond delay="1700"/>
                            </p:stCondLst>
                            <p:childTnLst>
                              <p:par>
                                <p:cTn id="38" presetID="53" presetClass="entr" presetSubtype="16"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450" fill="hold"/>
                                        <p:tgtEl>
                                          <p:spTgt spid="11"/>
                                        </p:tgtEl>
                                        <p:attrNameLst>
                                          <p:attrName>ppt_w</p:attrName>
                                        </p:attrNameLst>
                                      </p:cBhvr>
                                      <p:tavLst>
                                        <p:tav tm="0">
                                          <p:val>
                                            <p:fltVal val="0"/>
                                          </p:val>
                                        </p:tav>
                                        <p:tav tm="100000">
                                          <p:val>
                                            <p:strVal val="#ppt_w"/>
                                          </p:val>
                                        </p:tav>
                                      </p:tavLst>
                                    </p:anim>
                                    <p:anim calcmode="lin" valueType="num">
                                      <p:cBhvr>
                                        <p:cTn id="41" dur="450" fill="hold"/>
                                        <p:tgtEl>
                                          <p:spTgt spid="11"/>
                                        </p:tgtEl>
                                        <p:attrNameLst>
                                          <p:attrName>ppt_h</p:attrName>
                                        </p:attrNameLst>
                                      </p:cBhvr>
                                      <p:tavLst>
                                        <p:tav tm="0">
                                          <p:val>
                                            <p:fltVal val="0"/>
                                          </p:val>
                                        </p:tav>
                                        <p:tav tm="100000">
                                          <p:val>
                                            <p:strVal val="#ppt_h"/>
                                          </p:val>
                                        </p:tav>
                                      </p:tavLst>
                                    </p:anim>
                                    <p:animEffect transition="in" filter="fade">
                                      <p:cBhvr>
                                        <p:cTn id="42" dur="450"/>
                                        <p:tgtEl>
                                          <p:spTgt spid="11"/>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450" fill="hold"/>
                                        <p:tgtEl>
                                          <p:spTgt spid="12"/>
                                        </p:tgtEl>
                                        <p:attrNameLst>
                                          <p:attrName>ppt_w</p:attrName>
                                        </p:attrNameLst>
                                      </p:cBhvr>
                                      <p:tavLst>
                                        <p:tav tm="0">
                                          <p:val>
                                            <p:fltVal val="0"/>
                                          </p:val>
                                        </p:tav>
                                        <p:tav tm="100000">
                                          <p:val>
                                            <p:strVal val="#ppt_w"/>
                                          </p:val>
                                        </p:tav>
                                      </p:tavLst>
                                    </p:anim>
                                    <p:anim calcmode="lin" valueType="num">
                                      <p:cBhvr>
                                        <p:cTn id="46" dur="450" fill="hold"/>
                                        <p:tgtEl>
                                          <p:spTgt spid="12"/>
                                        </p:tgtEl>
                                        <p:attrNameLst>
                                          <p:attrName>ppt_h</p:attrName>
                                        </p:attrNameLst>
                                      </p:cBhvr>
                                      <p:tavLst>
                                        <p:tav tm="0">
                                          <p:val>
                                            <p:fltVal val="0"/>
                                          </p:val>
                                        </p:tav>
                                        <p:tav tm="100000">
                                          <p:val>
                                            <p:strVal val="#ppt_h"/>
                                          </p:val>
                                        </p:tav>
                                      </p:tavLst>
                                    </p:anim>
                                    <p:animEffect transition="in" filter="fade">
                                      <p:cBhvr>
                                        <p:cTn id="47" dur="450"/>
                                        <p:tgtEl>
                                          <p:spTgt spid="12"/>
                                        </p:tgtEl>
                                      </p:cBhvr>
                                    </p:animEffect>
                                  </p:childTnLst>
                                </p:cTn>
                              </p:par>
                              <p:par>
                                <p:cTn id="48" presetID="42"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anim calcmode="lin" valueType="num">
                                      <p:cBhvr additive="base">
                                        <p:cTn id="51" dur="600" fill="hold"/>
                                        <p:tgtEl>
                                          <p:spTgt spid="13"/>
                                        </p:tgtEl>
                                        <p:attrNameLst>
                                          <p:attrName>ppt_x</p:attrName>
                                        </p:attrNameLst>
                                      </p:cBhvr>
                                      <p:tavLst>
                                        <p:tav tm="0">
                                          <p:val>
                                            <p:strVal val="#ppt_x"/>
                                          </p:val>
                                        </p:tav>
                                        <p:tav tm="100000">
                                          <p:val>
                                            <p:strVal val="#ppt_x"/>
                                          </p:val>
                                        </p:tav>
                                      </p:tavLst>
                                    </p:anim>
                                    <p:anim calcmode="lin" valueType="num">
                                      <p:cBhvr additive="base">
                                        <p:cTn id="52" dur="6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anim calcmode="lin" valueType="num">
                                      <p:cBhvr additive="base">
                                        <p:cTn id="56" dur="600" fill="hold"/>
                                        <p:tgtEl>
                                          <p:spTgt spid="14"/>
                                        </p:tgtEl>
                                        <p:attrNameLst>
                                          <p:attrName>ppt_x</p:attrName>
                                        </p:attrNameLst>
                                      </p:cBhvr>
                                      <p:tavLst>
                                        <p:tav tm="0">
                                          <p:val>
                                            <p:strVal val="#ppt_x"/>
                                          </p:val>
                                        </p:tav>
                                        <p:tav tm="100000">
                                          <p:val>
                                            <p:strVal val="#ppt_x"/>
                                          </p:val>
                                        </p:tav>
                                      </p:tavLst>
                                    </p:anim>
                                    <p:anim calcmode="lin" valueType="num">
                                      <p:cBhvr additive="base">
                                        <p:cTn id="57" dur="600" fill="hold"/>
                                        <p:tgtEl>
                                          <p:spTgt spid="14"/>
                                        </p:tgtEl>
                                        <p:attrNameLst>
                                          <p:attrName>ppt_y</p:attrName>
                                        </p:attrNameLst>
                                      </p:cBhvr>
                                      <p:tavLst>
                                        <p:tav tm="0">
                                          <p:val>
                                            <p:strVal val="#ppt_y+.1"/>
                                          </p:val>
                                        </p:tav>
                                        <p:tav tm="100000">
                                          <p:val>
                                            <p:strVal val="#ppt_y"/>
                                          </p:val>
                                        </p:tav>
                                      </p:tavLst>
                                    </p:anim>
                                  </p:childTnLst>
                                </p:cTn>
                              </p:par>
                            </p:childTnLst>
                          </p:cTn>
                        </p:par>
                        <p:par>
                          <p:cTn id="79" fill="hold">
                            <p:stCondLst>
                              <p:cond delay="2300"/>
                            </p:stCondLst>
                            <p:childTnLst>
                              <p:par>
                                <p:cTn id="59" presetID="53" presetClass="entr" presetSubtype="16" fill="hold" grpId="0" nodeType="after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p:cTn id="61" dur="450" fill="hold"/>
                                        <p:tgtEl>
                                          <p:spTgt spid="15"/>
                                        </p:tgtEl>
                                        <p:attrNameLst>
                                          <p:attrName>ppt_w</p:attrName>
                                        </p:attrNameLst>
                                      </p:cBhvr>
                                      <p:tavLst>
                                        <p:tav tm="0">
                                          <p:val>
                                            <p:fltVal val="0"/>
                                          </p:val>
                                        </p:tav>
                                        <p:tav tm="100000">
                                          <p:val>
                                            <p:strVal val="#ppt_w"/>
                                          </p:val>
                                        </p:tav>
                                      </p:tavLst>
                                    </p:anim>
                                    <p:anim calcmode="lin" valueType="num">
                                      <p:cBhvr>
                                        <p:cTn id="62" dur="450" fill="hold"/>
                                        <p:tgtEl>
                                          <p:spTgt spid="15"/>
                                        </p:tgtEl>
                                        <p:attrNameLst>
                                          <p:attrName>ppt_h</p:attrName>
                                        </p:attrNameLst>
                                      </p:cBhvr>
                                      <p:tavLst>
                                        <p:tav tm="0">
                                          <p:val>
                                            <p:fltVal val="0"/>
                                          </p:val>
                                        </p:tav>
                                        <p:tav tm="100000">
                                          <p:val>
                                            <p:strVal val="#ppt_h"/>
                                          </p:val>
                                        </p:tav>
                                      </p:tavLst>
                                    </p:anim>
                                    <p:animEffect transition="in" filter="fade">
                                      <p:cBhvr>
                                        <p:cTn id="63" dur="450"/>
                                        <p:tgtEl>
                                          <p:spTgt spid="1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 calcmode="lin" valueType="num">
                                      <p:cBhvr>
                                        <p:cTn id="66" dur="450" fill="hold"/>
                                        <p:tgtEl>
                                          <p:spTgt spid="16"/>
                                        </p:tgtEl>
                                        <p:attrNameLst>
                                          <p:attrName>ppt_w</p:attrName>
                                        </p:attrNameLst>
                                      </p:cBhvr>
                                      <p:tavLst>
                                        <p:tav tm="0">
                                          <p:val>
                                            <p:fltVal val="0"/>
                                          </p:val>
                                        </p:tav>
                                        <p:tav tm="100000">
                                          <p:val>
                                            <p:strVal val="#ppt_w"/>
                                          </p:val>
                                        </p:tav>
                                      </p:tavLst>
                                    </p:anim>
                                    <p:anim calcmode="lin" valueType="num">
                                      <p:cBhvr>
                                        <p:cTn id="67" dur="450" fill="hold"/>
                                        <p:tgtEl>
                                          <p:spTgt spid="16"/>
                                        </p:tgtEl>
                                        <p:attrNameLst>
                                          <p:attrName>ppt_h</p:attrName>
                                        </p:attrNameLst>
                                      </p:cBhvr>
                                      <p:tavLst>
                                        <p:tav tm="0">
                                          <p:val>
                                            <p:fltVal val="0"/>
                                          </p:val>
                                        </p:tav>
                                        <p:tav tm="100000">
                                          <p:val>
                                            <p:strVal val="#ppt_h"/>
                                          </p:val>
                                        </p:tav>
                                      </p:tavLst>
                                    </p:anim>
                                    <p:animEffect transition="in" filter="fade">
                                      <p:cBhvr>
                                        <p:cTn id="68" dur="450"/>
                                        <p:tgtEl>
                                          <p:spTgt spid="16"/>
                                        </p:tgtEl>
                                      </p:cBhvr>
                                    </p:animEffect>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600"/>
                                        <p:tgtEl>
                                          <p:spTgt spid="17"/>
                                        </p:tgtEl>
                                      </p:cBhvr>
                                    </p:animEffect>
                                    <p:anim calcmode="lin" valueType="num">
                                      <p:cBhvr additive="base">
                                        <p:cTn id="72" dur="600" fill="hold"/>
                                        <p:tgtEl>
                                          <p:spTgt spid="17"/>
                                        </p:tgtEl>
                                        <p:attrNameLst>
                                          <p:attrName>ppt_x</p:attrName>
                                        </p:attrNameLst>
                                      </p:cBhvr>
                                      <p:tavLst>
                                        <p:tav tm="0">
                                          <p:val>
                                            <p:strVal val="#ppt_x"/>
                                          </p:val>
                                        </p:tav>
                                        <p:tav tm="100000">
                                          <p:val>
                                            <p:strVal val="#ppt_x"/>
                                          </p:val>
                                        </p:tav>
                                      </p:tavLst>
                                    </p:anim>
                                    <p:anim calcmode="lin" valueType="num">
                                      <p:cBhvr additive="base">
                                        <p:cTn id="73" dur="600" fill="hold"/>
                                        <p:tgtEl>
                                          <p:spTgt spid="17"/>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600"/>
                                        <p:tgtEl>
                                          <p:spTgt spid="18"/>
                                        </p:tgtEl>
                                      </p:cBhvr>
                                    </p:animEffect>
                                    <p:anim calcmode="lin" valueType="num">
                                      <p:cBhvr additive="base">
                                        <p:cTn id="77" dur="600" fill="hold"/>
                                        <p:tgtEl>
                                          <p:spTgt spid="18"/>
                                        </p:tgtEl>
                                        <p:attrNameLst>
                                          <p:attrName>ppt_x</p:attrName>
                                        </p:attrNameLst>
                                      </p:cBhvr>
                                      <p:tavLst>
                                        <p:tav tm="0">
                                          <p:val>
                                            <p:strVal val="#ppt_x"/>
                                          </p:val>
                                        </p:tav>
                                        <p:tav tm="100000">
                                          <p:val>
                                            <p:strVal val="#ppt_x"/>
                                          </p:val>
                                        </p:tav>
                                      </p:tavLst>
                                    </p:anim>
                                    <p:anim calcmode="lin" valueType="num">
                                      <p:cBhvr additive="base">
                                        <p:cTn id="78" dur="600" fill="hold"/>
                                        <p:tgtEl>
                                          <p:spTgt spid="18"/>
                                        </p:tgtEl>
                                        <p:attrNameLst>
                                          <p:attrName>ppt_y</p:attrName>
                                        </p:attrNameLst>
                                      </p:cBhvr>
                                      <p:tavLst>
                                        <p:tav tm="0">
                                          <p:val>
                                            <p:strVal val="#ppt_y+.1"/>
                                          </p:val>
                                        </p:tav>
                                        <p:tav tm="100000">
                                          <p:val>
                                            <p:strVal val="#ppt_y"/>
                                          </p:val>
                                        </p:tav>
                                      </p:tavLst>
                                    </p:anim>
                                  </p:childTnLst>
                                </p:cTn>
                              </p:par>
                            </p:childTnLst>
                          </p:cTn>
                        </p:par>
                        <p:par>
                          <p:cTn id="100" fill="hold">
                            <p:stCondLst>
                              <p:cond delay="2900"/>
                            </p:stCondLst>
                            <p:childTnLst>
                              <p:par>
                                <p:cTn id="80" presetID="53" presetClass="entr" presetSubtype="16" fill="hold" grpId="0" nodeType="afterEffect">
                                  <p:stCondLst>
                                    <p:cond delay="0"/>
                                  </p:stCondLst>
                                  <p:childTnLst>
                                    <p:set>
                                      <p:cBhvr>
                                        <p:cTn id="81" dur="1" fill="hold">
                                          <p:stCondLst>
                                            <p:cond delay="0"/>
                                          </p:stCondLst>
                                        </p:cTn>
                                        <p:tgtEl>
                                          <p:spTgt spid="19"/>
                                        </p:tgtEl>
                                        <p:attrNameLst>
                                          <p:attrName>style.visibility</p:attrName>
                                        </p:attrNameLst>
                                      </p:cBhvr>
                                      <p:to>
                                        <p:strVal val="visible"/>
                                      </p:to>
                                    </p:set>
                                    <p:anim calcmode="lin" valueType="num">
                                      <p:cBhvr>
                                        <p:cTn id="82" dur="450" fill="hold"/>
                                        <p:tgtEl>
                                          <p:spTgt spid="19"/>
                                        </p:tgtEl>
                                        <p:attrNameLst>
                                          <p:attrName>ppt_w</p:attrName>
                                        </p:attrNameLst>
                                      </p:cBhvr>
                                      <p:tavLst>
                                        <p:tav tm="0">
                                          <p:val>
                                            <p:fltVal val="0"/>
                                          </p:val>
                                        </p:tav>
                                        <p:tav tm="100000">
                                          <p:val>
                                            <p:strVal val="#ppt_w"/>
                                          </p:val>
                                        </p:tav>
                                      </p:tavLst>
                                    </p:anim>
                                    <p:anim calcmode="lin" valueType="num">
                                      <p:cBhvr>
                                        <p:cTn id="83" dur="450" fill="hold"/>
                                        <p:tgtEl>
                                          <p:spTgt spid="19"/>
                                        </p:tgtEl>
                                        <p:attrNameLst>
                                          <p:attrName>ppt_h</p:attrName>
                                        </p:attrNameLst>
                                      </p:cBhvr>
                                      <p:tavLst>
                                        <p:tav tm="0">
                                          <p:val>
                                            <p:fltVal val="0"/>
                                          </p:val>
                                        </p:tav>
                                        <p:tav tm="100000">
                                          <p:val>
                                            <p:strVal val="#ppt_h"/>
                                          </p:val>
                                        </p:tav>
                                      </p:tavLst>
                                    </p:anim>
                                    <p:animEffect transition="in" filter="fade">
                                      <p:cBhvr>
                                        <p:cTn id="84" dur="450"/>
                                        <p:tgtEl>
                                          <p:spTgt spid="19"/>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p:cTn id="87" dur="450" fill="hold"/>
                                        <p:tgtEl>
                                          <p:spTgt spid="20"/>
                                        </p:tgtEl>
                                        <p:attrNameLst>
                                          <p:attrName>ppt_w</p:attrName>
                                        </p:attrNameLst>
                                      </p:cBhvr>
                                      <p:tavLst>
                                        <p:tav tm="0">
                                          <p:val>
                                            <p:fltVal val="0"/>
                                          </p:val>
                                        </p:tav>
                                        <p:tav tm="100000">
                                          <p:val>
                                            <p:strVal val="#ppt_w"/>
                                          </p:val>
                                        </p:tav>
                                      </p:tavLst>
                                    </p:anim>
                                    <p:anim calcmode="lin" valueType="num">
                                      <p:cBhvr>
                                        <p:cTn id="88" dur="450" fill="hold"/>
                                        <p:tgtEl>
                                          <p:spTgt spid="20"/>
                                        </p:tgtEl>
                                        <p:attrNameLst>
                                          <p:attrName>ppt_h</p:attrName>
                                        </p:attrNameLst>
                                      </p:cBhvr>
                                      <p:tavLst>
                                        <p:tav tm="0">
                                          <p:val>
                                            <p:fltVal val="0"/>
                                          </p:val>
                                        </p:tav>
                                        <p:tav tm="100000">
                                          <p:val>
                                            <p:strVal val="#ppt_h"/>
                                          </p:val>
                                        </p:tav>
                                      </p:tavLst>
                                    </p:anim>
                                    <p:animEffect transition="in" filter="fade">
                                      <p:cBhvr>
                                        <p:cTn id="89" dur="450"/>
                                        <p:tgtEl>
                                          <p:spTgt spid="20"/>
                                        </p:tgtEl>
                                      </p:cBhvr>
                                    </p:animEffect>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600"/>
                                        <p:tgtEl>
                                          <p:spTgt spid="21"/>
                                        </p:tgtEl>
                                      </p:cBhvr>
                                    </p:animEffect>
                                    <p:anim calcmode="lin" valueType="num">
                                      <p:cBhvr additive="base">
                                        <p:cTn id="93" dur="600" fill="hold"/>
                                        <p:tgtEl>
                                          <p:spTgt spid="21"/>
                                        </p:tgtEl>
                                        <p:attrNameLst>
                                          <p:attrName>ppt_x</p:attrName>
                                        </p:attrNameLst>
                                      </p:cBhvr>
                                      <p:tavLst>
                                        <p:tav tm="0">
                                          <p:val>
                                            <p:strVal val="#ppt_x"/>
                                          </p:val>
                                        </p:tav>
                                        <p:tav tm="100000">
                                          <p:val>
                                            <p:strVal val="#ppt_x"/>
                                          </p:val>
                                        </p:tav>
                                      </p:tavLst>
                                    </p:anim>
                                    <p:anim calcmode="lin" valueType="num">
                                      <p:cBhvr additive="base">
                                        <p:cTn id="94" dur="600" fill="hold"/>
                                        <p:tgtEl>
                                          <p:spTgt spid="21"/>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600"/>
                                        <p:tgtEl>
                                          <p:spTgt spid="22"/>
                                        </p:tgtEl>
                                      </p:cBhvr>
                                    </p:animEffect>
                                    <p:anim calcmode="lin" valueType="num">
                                      <p:cBhvr additive="base">
                                        <p:cTn id="98" dur="600" fill="hold"/>
                                        <p:tgtEl>
                                          <p:spTgt spid="22"/>
                                        </p:tgtEl>
                                        <p:attrNameLst>
                                          <p:attrName>ppt_x</p:attrName>
                                        </p:attrNameLst>
                                      </p:cBhvr>
                                      <p:tavLst>
                                        <p:tav tm="0">
                                          <p:val>
                                            <p:strVal val="#ppt_x"/>
                                          </p:val>
                                        </p:tav>
                                        <p:tav tm="100000">
                                          <p:val>
                                            <p:strVal val="#ppt_x"/>
                                          </p:val>
                                        </p:tav>
                                      </p:tavLst>
                                    </p:anim>
                                    <p:anim calcmode="lin" valueType="num">
                                      <p:cBhvr additive="base">
                                        <p:cTn id="99" dur="600" fill="hold"/>
                                        <p:tgtEl>
                                          <p:spTgt spid="22"/>
                                        </p:tgtEl>
                                        <p:attrNameLst>
                                          <p:attrName>ppt_y</p:attrName>
                                        </p:attrNameLst>
                                      </p:cBhvr>
                                      <p:tavLst>
                                        <p:tav tm="0">
                                          <p:val>
                                            <p:strVal val="#ppt_y+.1"/>
                                          </p:val>
                                        </p:tav>
                                        <p:tav tm="100000">
                                          <p:val>
                                            <p:strVal val="#ppt_y"/>
                                          </p:val>
                                        </p:tav>
                                      </p:tavLst>
                                    </p:anim>
                                  </p:childTnLst>
                                </p:cTn>
                              </p:par>
                            </p:childTnLst>
                          </p:cTn>
                        </p:par>
                        <p:par>
                          <p:cTn id="116" fill="hold">
                            <p:stCondLst>
                              <p:cond delay="3500"/>
                            </p:stCondLst>
                            <p:childTnLst>
                              <p:par>
                                <p:cTn id="101" presetID="42" presetClass="entr" presetSubtype="0" fill="hold" grpId="0" nodeType="after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00"/>
                                        <p:tgtEl>
                                          <p:spTgt spid="23"/>
                                        </p:tgtEl>
                                      </p:cBhvr>
                                    </p:animEffect>
                                    <p:anim calcmode="lin" valueType="num">
                                      <p:cBhvr additive="base">
                                        <p:cTn id="104" dur="600" fill="hold"/>
                                        <p:tgtEl>
                                          <p:spTgt spid="23"/>
                                        </p:tgtEl>
                                        <p:attrNameLst>
                                          <p:attrName>ppt_x</p:attrName>
                                        </p:attrNameLst>
                                      </p:cBhvr>
                                      <p:tavLst>
                                        <p:tav tm="0">
                                          <p:val>
                                            <p:strVal val="#ppt_x"/>
                                          </p:val>
                                        </p:tav>
                                        <p:tav tm="100000">
                                          <p:val>
                                            <p:strVal val="#ppt_x"/>
                                          </p:val>
                                        </p:tav>
                                      </p:tavLst>
                                    </p:anim>
                                    <p:anim calcmode="lin" valueType="num">
                                      <p:cBhvr additive="base">
                                        <p:cTn id="105" dur="600" fill="hold"/>
                                        <p:tgtEl>
                                          <p:spTgt spid="23"/>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600"/>
                                        <p:tgtEl>
                                          <p:spTgt spid="24"/>
                                        </p:tgtEl>
                                      </p:cBhvr>
                                    </p:animEffect>
                                    <p:anim calcmode="lin" valueType="num">
                                      <p:cBhvr additive="base">
                                        <p:cTn id="109" dur="600" fill="hold"/>
                                        <p:tgtEl>
                                          <p:spTgt spid="24"/>
                                        </p:tgtEl>
                                        <p:attrNameLst>
                                          <p:attrName>ppt_x</p:attrName>
                                        </p:attrNameLst>
                                      </p:cBhvr>
                                      <p:tavLst>
                                        <p:tav tm="0">
                                          <p:val>
                                            <p:strVal val="#ppt_x"/>
                                          </p:val>
                                        </p:tav>
                                        <p:tav tm="100000">
                                          <p:val>
                                            <p:strVal val="#ppt_x"/>
                                          </p:val>
                                        </p:tav>
                                      </p:tavLst>
                                    </p:anim>
                                    <p:anim calcmode="lin" valueType="num">
                                      <p:cBhvr additive="base">
                                        <p:cTn id="110" dur="600" fill="hold"/>
                                        <p:tgtEl>
                                          <p:spTgt spid="24"/>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600"/>
                                        <p:tgtEl>
                                          <p:spTgt spid="25"/>
                                        </p:tgtEl>
                                      </p:cBhvr>
                                    </p:animEffect>
                                    <p:anim calcmode="lin" valueType="num">
                                      <p:cBhvr additive="base">
                                        <p:cTn id="114" dur="600" fill="hold"/>
                                        <p:tgtEl>
                                          <p:spTgt spid="25"/>
                                        </p:tgtEl>
                                        <p:attrNameLst>
                                          <p:attrName>ppt_x</p:attrName>
                                        </p:attrNameLst>
                                      </p:cBhvr>
                                      <p:tavLst>
                                        <p:tav tm="0">
                                          <p:val>
                                            <p:strVal val="#ppt_x"/>
                                          </p:val>
                                        </p:tav>
                                        <p:tav tm="100000">
                                          <p:val>
                                            <p:strVal val="#ppt_x"/>
                                          </p:val>
                                        </p:tav>
                                      </p:tavLst>
                                    </p:anim>
                                    <p:anim calcmode="lin" valueType="num">
                                      <p:cBhvr additive="base">
                                        <p:cTn id="115" dur="6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7</a:t>
            </a:r>
            <a:endParaRPr lang="en-US" sz="800" dirty="0"/>
          </a:p>
        </p:txBody>
      </p:sp>
      <p:sp>
        <p:nvSpPr>
          <p:cNvPr id="4" name="a1f_144"/>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ÉTAPE 1 · QUALITÉ</a:t>
            </a:r>
            <a:endParaRPr lang="en-US" sz="1100" dirty="0"/>
          </a:p>
        </p:txBody>
      </p:sp>
      <p:sp>
        <p:nvSpPr>
          <p:cNvPr id="5" name="a1f_145"/>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Une qualité vérifiée automatiquement</a:t>
            </a:r>
            <a:endParaRPr lang="en-US" sz="2800" dirty="0"/>
          </a:p>
        </p:txBody>
      </p:sp>
      <p:sp>
        <p:nvSpPr>
          <p:cNvPr id="6" name="a2u_146"/>
          <p:cNvSpPr/>
          <p:nvPr/>
        </p:nvSpPr>
        <p:spPr>
          <a:xfrm>
            <a:off x="457200" y="1234440"/>
            <a:ext cx="4023360" cy="1188720"/>
          </a:xfrm>
          <a:prstGeom prst="roundRect">
            <a:avLst>
              <a:gd name="adj" fmla="val 6154"/>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147"/>
          <p:cNvSpPr/>
          <p:nvPr/>
        </p:nvSpPr>
        <p:spPr>
          <a:xfrm>
            <a:off x="658368" y="1463040"/>
            <a:ext cx="502920" cy="502920"/>
          </a:xfrm>
          <a:prstGeom prst="ellipse">
            <a:avLst/>
          </a:prstGeom>
          <a:solidFill>
            <a:srgbClr val="EEEBFD"/>
          </a:solidFill>
          <a:ln w="12700">
            <a:solidFill>
              <a:srgbClr val="EEEBFD"/>
            </a:solidFill>
            <a:prstDash val="solid"/>
          </a:ln>
        </p:spPr>
      </p:sp>
      <p:pic>
        <p:nvPicPr>
          <p:cNvPr id="8" name="a2u_147i" descr="preencoded.png">    </p:cNvPr>
          <p:cNvPicPr>
            <a:picLocks noChangeAspect="1"/>
          </p:cNvPicPr>
          <p:nvPr/>
        </p:nvPicPr>
        <p:blipFill>
          <a:blip r:embed="rId1"/>
          <a:stretch>
            <a:fillRect/>
          </a:stretch>
        </p:blipFill>
        <p:spPr>
          <a:xfrm>
            <a:off x="779069" y="1583741"/>
            <a:ext cx="261518" cy="261518"/>
          </a:xfrm>
          <a:prstGeom prst="rect">
            <a:avLst/>
          </a:prstGeom>
        </p:spPr>
      </p:pic>
      <p:sp>
        <p:nvSpPr>
          <p:cNvPr id="9" name="a2u_148"/>
          <p:cNvSpPr txBox="1"/>
          <p:nvPr/>
        </p:nvSpPr>
        <p:spPr>
          <a:xfrm>
            <a:off x="1325880" y="1435608"/>
            <a:ext cx="30175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Nom obligatoire</a:t>
            </a:r>
            <a:endParaRPr lang="en-US" sz="1400" dirty="0"/>
          </a:p>
        </p:txBody>
      </p:sp>
      <p:sp>
        <p:nvSpPr>
          <p:cNvPr id="10" name="a2u_149"/>
          <p:cNvSpPr/>
          <p:nvPr/>
        </p:nvSpPr>
        <p:spPr>
          <a:xfrm>
            <a:off x="1325880" y="1801368"/>
            <a:ext cx="2971800" cy="411480"/>
          </a:xfrm>
          <a:prstGeom prst="roundRect">
            <a:avLst>
              <a:gd name="adj" fmla="val 13333"/>
            </a:avLst>
          </a:prstGeom>
          <a:solidFill>
            <a:srgbClr val="F3F2F8"/>
          </a:solidFill>
          <a:ln w="9525">
            <a:solidFill>
              <a:srgbClr val="DDDAEB"/>
            </a:solidFill>
            <a:prstDash val="solid"/>
          </a:ln>
        </p:spPr>
      </p:sp>
      <p:pic>
        <p:nvPicPr>
          <p:cNvPr id="11" name="a2u_150" descr="preencoded.png">    </p:cNvPr>
          <p:cNvPicPr>
            <a:picLocks noChangeAspect="1"/>
          </p:cNvPicPr>
          <p:nvPr/>
        </p:nvPicPr>
        <p:blipFill>
          <a:blip r:embed="rId2"/>
          <a:stretch>
            <a:fillRect/>
          </a:stretch>
        </p:blipFill>
        <p:spPr>
          <a:xfrm>
            <a:off x="1417320" y="1874520"/>
            <a:ext cx="256032" cy="256032"/>
          </a:xfrm>
          <a:prstGeom prst="rect">
            <a:avLst/>
          </a:prstGeom>
        </p:spPr>
      </p:pic>
      <p:sp>
        <p:nvSpPr>
          <p:cNvPr id="12" name="a2u_151"/>
          <p:cNvSpPr txBox="1"/>
          <p:nvPr/>
        </p:nvSpPr>
        <p:spPr>
          <a:xfrm>
            <a:off x="1755648" y="1801368"/>
            <a:ext cx="2514600" cy="411480"/>
          </a:xfrm>
          <a:prstGeom prst="rect">
            <a:avLst/>
          </a:prstGeom>
          <a:noFill/>
          <a:ln/>
        </p:spPr>
        <p:txBody>
          <a:bodyPr wrap="square" lIns="0" tIns="0" rIns="0" bIns="0" rtlCol="0" anchor="ctr"/>
          <a:lstStyle/>
          <a:p>
            <a:pPr indent="0" marL="0">
              <a:buNone/>
            </a:pPr>
            <a:r>
              <a:rPr lang="en-US" sz="1000" i="1" dirty="0">
                <a:solidFill>
                  <a:srgbClr val="1E1B3A"/>
                </a:solidFill>
                <a:latin typeface="Arial" pitchFamily="34" charset="0"/>
                <a:ea typeface="Arial" pitchFamily="34" charset="-122"/>
                <a:cs typeface="Arial" pitchFamily="34" charset="-120"/>
              </a:rPr>
              <a:t>« Le champ nom est obligatoire »</a:t>
            </a:r>
            <a:endParaRPr lang="en-US" sz="1000" dirty="0"/>
          </a:p>
        </p:txBody>
      </p:sp>
      <p:sp>
        <p:nvSpPr>
          <p:cNvPr id="13" name="a3u_152"/>
          <p:cNvSpPr/>
          <p:nvPr/>
        </p:nvSpPr>
        <p:spPr>
          <a:xfrm>
            <a:off x="4663440" y="1234440"/>
            <a:ext cx="4023360" cy="1188720"/>
          </a:xfrm>
          <a:prstGeom prst="roundRect">
            <a:avLst>
              <a:gd name="adj" fmla="val 6154"/>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4" name="a3u_153"/>
          <p:cNvSpPr/>
          <p:nvPr/>
        </p:nvSpPr>
        <p:spPr>
          <a:xfrm>
            <a:off x="4864608" y="1463040"/>
            <a:ext cx="502920" cy="502920"/>
          </a:xfrm>
          <a:prstGeom prst="ellipse">
            <a:avLst/>
          </a:prstGeom>
          <a:solidFill>
            <a:srgbClr val="EEEBFD"/>
          </a:solidFill>
          <a:ln w="12700">
            <a:solidFill>
              <a:srgbClr val="EEEBFD"/>
            </a:solidFill>
            <a:prstDash val="solid"/>
          </a:ln>
        </p:spPr>
      </p:sp>
      <p:pic>
        <p:nvPicPr>
          <p:cNvPr id="15" name="a3u_153i" descr="preencoded.png">    </p:cNvPr>
          <p:cNvPicPr>
            <a:picLocks noChangeAspect="1"/>
          </p:cNvPicPr>
          <p:nvPr/>
        </p:nvPicPr>
        <p:blipFill>
          <a:blip r:embed="rId3"/>
          <a:stretch>
            <a:fillRect/>
          </a:stretch>
        </p:blipFill>
        <p:spPr>
          <a:xfrm>
            <a:off x="4985309" y="1583741"/>
            <a:ext cx="261518" cy="261518"/>
          </a:xfrm>
          <a:prstGeom prst="rect">
            <a:avLst/>
          </a:prstGeom>
        </p:spPr>
      </p:pic>
      <p:sp>
        <p:nvSpPr>
          <p:cNvPr id="16" name="a3u_154"/>
          <p:cNvSpPr txBox="1"/>
          <p:nvPr/>
        </p:nvSpPr>
        <p:spPr>
          <a:xfrm>
            <a:off x="5532120" y="1435608"/>
            <a:ext cx="30175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Trois photos exigées</a:t>
            </a:r>
            <a:endParaRPr lang="en-US" sz="1400" dirty="0"/>
          </a:p>
        </p:txBody>
      </p:sp>
      <p:sp>
        <p:nvSpPr>
          <p:cNvPr id="17" name="a3u_155"/>
          <p:cNvSpPr/>
          <p:nvPr/>
        </p:nvSpPr>
        <p:spPr>
          <a:xfrm>
            <a:off x="5532120" y="1801368"/>
            <a:ext cx="2971800" cy="411480"/>
          </a:xfrm>
          <a:prstGeom prst="roundRect">
            <a:avLst>
              <a:gd name="adj" fmla="val 13333"/>
            </a:avLst>
          </a:prstGeom>
          <a:solidFill>
            <a:srgbClr val="F3F2F8"/>
          </a:solidFill>
          <a:ln w="9525">
            <a:solidFill>
              <a:srgbClr val="DDDAEB"/>
            </a:solidFill>
            <a:prstDash val="solid"/>
          </a:ln>
        </p:spPr>
      </p:sp>
      <p:pic>
        <p:nvPicPr>
          <p:cNvPr id="18" name="a3u_156" descr="preencoded.png">    </p:cNvPr>
          <p:cNvPicPr>
            <a:picLocks noChangeAspect="1"/>
          </p:cNvPicPr>
          <p:nvPr/>
        </p:nvPicPr>
        <p:blipFill>
          <a:blip r:embed="rId4"/>
          <a:stretch>
            <a:fillRect/>
          </a:stretch>
        </p:blipFill>
        <p:spPr>
          <a:xfrm>
            <a:off x="5623560" y="1874520"/>
            <a:ext cx="256032" cy="256032"/>
          </a:xfrm>
          <a:prstGeom prst="rect">
            <a:avLst/>
          </a:prstGeom>
        </p:spPr>
      </p:pic>
      <p:sp>
        <p:nvSpPr>
          <p:cNvPr id="19" name="a3u_157"/>
          <p:cNvSpPr txBox="1"/>
          <p:nvPr/>
        </p:nvSpPr>
        <p:spPr>
          <a:xfrm>
            <a:off x="5961888" y="1801368"/>
            <a:ext cx="2514600" cy="411480"/>
          </a:xfrm>
          <a:prstGeom prst="rect">
            <a:avLst/>
          </a:prstGeom>
          <a:noFill/>
          <a:ln/>
        </p:spPr>
        <p:txBody>
          <a:bodyPr wrap="square" lIns="0" tIns="0" rIns="0" bIns="0" rtlCol="0" anchor="ctr"/>
          <a:lstStyle/>
          <a:p>
            <a:pPr indent="0" marL="0">
              <a:buNone/>
            </a:pPr>
            <a:r>
              <a:rPr lang="en-US" sz="1000" i="1" dirty="0">
                <a:solidFill>
                  <a:srgbClr val="1E1B3A"/>
                </a:solidFill>
                <a:latin typeface="Arial" pitchFamily="34" charset="0"/>
                <a:ea typeface="Arial" pitchFamily="34" charset="-122"/>
                <a:cs typeface="Arial" pitchFamily="34" charset="-120"/>
              </a:rPr>
              <a:t>« Toutes les images sont obligatoires »</a:t>
            </a:r>
            <a:endParaRPr lang="en-US" sz="1000" dirty="0"/>
          </a:p>
        </p:txBody>
      </p:sp>
      <p:sp>
        <p:nvSpPr>
          <p:cNvPr id="20" name="a4u_158"/>
          <p:cNvSpPr/>
          <p:nvPr/>
        </p:nvSpPr>
        <p:spPr>
          <a:xfrm>
            <a:off x="457200" y="2606040"/>
            <a:ext cx="4023360" cy="1188720"/>
          </a:xfrm>
          <a:prstGeom prst="roundRect">
            <a:avLst>
              <a:gd name="adj" fmla="val 6154"/>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1" name="a4u_159"/>
          <p:cNvSpPr/>
          <p:nvPr/>
        </p:nvSpPr>
        <p:spPr>
          <a:xfrm>
            <a:off x="658368" y="2834640"/>
            <a:ext cx="502920" cy="502920"/>
          </a:xfrm>
          <a:prstGeom prst="ellipse">
            <a:avLst/>
          </a:prstGeom>
          <a:solidFill>
            <a:srgbClr val="EEEBFD"/>
          </a:solidFill>
          <a:ln w="12700">
            <a:solidFill>
              <a:srgbClr val="EEEBFD"/>
            </a:solidFill>
            <a:prstDash val="solid"/>
          </a:ln>
        </p:spPr>
      </p:sp>
      <p:pic>
        <p:nvPicPr>
          <p:cNvPr id="22" name="a4u_159i" descr="preencoded.png">    </p:cNvPr>
          <p:cNvPicPr>
            <a:picLocks noChangeAspect="1"/>
          </p:cNvPicPr>
          <p:nvPr/>
        </p:nvPicPr>
        <p:blipFill>
          <a:blip r:embed="rId5"/>
          <a:stretch>
            <a:fillRect/>
          </a:stretch>
        </p:blipFill>
        <p:spPr>
          <a:xfrm>
            <a:off x="779069" y="2955341"/>
            <a:ext cx="261518" cy="261518"/>
          </a:xfrm>
          <a:prstGeom prst="rect">
            <a:avLst/>
          </a:prstGeom>
        </p:spPr>
      </p:pic>
      <p:sp>
        <p:nvSpPr>
          <p:cNvPr id="23" name="a4u_160"/>
          <p:cNvSpPr txBox="1"/>
          <p:nvPr/>
        </p:nvSpPr>
        <p:spPr>
          <a:xfrm>
            <a:off x="1325880" y="2807208"/>
            <a:ext cx="30175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Un seul visage par photo</a:t>
            </a:r>
            <a:endParaRPr lang="en-US" sz="1400" dirty="0"/>
          </a:p>
        </p:txBody>
      </p:sp>
      <p:sp>
        <p:nvSpPr>
          <p:cNvPr id="24" name="a4u_161"/>
          <p:cNvSpPr/>
          <p:nvPr/>
        </p:nvSpPr>
        <p:spPr>
          <a:xfrm>
            <a:off x="1325880" y="3172968"/>
            <a:ext cx="2971800" cy="411480"/>
          </a:xfrm>
          <a:prstGeom prst="roundRect">
            <a:avLst>
              <a:gd name="adj" fmla="val 13333"/>
            </a:avLst>
          </a:prstGeom>
          <a:solidFill>
            <a:srgbClr val="F3F2F8"/>
          </a:solidFill>
          <a:ln w="9525">
            <a:solidFill>
              <a:srgbClr val="DDDAEB"/>
            </a:solidFill>
            <a:prstDash val="solid"/>
          </a:ln>
        </p:spPr>
      </p:sp>
      <p:pic>
        <p:nvPicPr>
          <p:cNvPr id="25" name="a4u_162" descr="preencoded.png">    </p:cNvPr>
          <p:cNvPicPr>
            <a:picLocks noChangeAspect="1"/>
          </p:cNvPicPr>
          <p:nvPr/>
        </p:nvPicPr>
        <p:blipFill>
          <a:blip r:embed="rId6"/>
          <a:stretch>
            <a:fillRect/>
          </a:stretch>
        </p:blipFill>
        <p:spPr>
          <a:xfrm>
            <a:off x="1417320" y="3246120"/>
            <a:ext cx="256032" cy="256032"/>
          </a:xfrm>
          <a:prstGeom prst="rect">
            <a:avLst/>
          </a:prstGeom>
        </p:spPr>
      </p:pic>
      <p:sp>
        <p:nvSpPr>
          <p:cNvPr id="26" name="a4u_163"/>
          <p:cNvSpPr txBox="1"/>
          <p:nvPr/>
        </p:nvSpPr>
        <p:spPr>
          <a:xfrm>
            <a:off x="1755648" y="3172968"/>
            <a:ext cx="2514600" cy="411480"/>
          </a:xfrm>
          <a:prstGeom prst="rect">
            <a:avLst/>
          </a:prstGeom>
          <a:noFill/>
          <a:ln/>
        </p:spPr>
        <p:txBody>
          <a:bodyPr wrap="square" lIns="0" tIns="0" rIns="0" bIns="0" rtlCol="0" anchor="ctr"/>
          <a:lstStyle/>
          <a:p>
            <a:pPr indent="0" marL="0">
              <a:buNone/>
            </a:pPr>
            <a:r>
              <a:rPr lang="en-US" sz="1000" i="1" dirty="0">
                <a:solidFill>
                  <a:srgbClr val="1E1B3A"/>
                </a:solidFill>
                <a:latin typeface="Arial" pitchFamily="34" charset="0"/>
                <a:ea typeface="Arial" pitchFamily="34" charset="-122"/>
                <a:cs typeface="Arial" pitchFamily="34" charset="-120"/>
              </a:rPr>
              <a:t>« Il y a 2 visage(s) dans l’image… »</a:t>
            </a:r>
            <a:endParaRPr lang="en-US" sz="1000" dirty="0"/>
          </a:p>
        </p:txBody>
      </p:sp>
      <p:sp>
        <p:nvSpPr>
          <p:cNvPr id="27" name="a5u_164"/>
          <p:cNvSpPr/>
          <p:nvPr/>
        </p:nvSpPr>
        <p:spPr>
          <a:xfrm>
            <a:off x="4663440" y="2606040"/>
            <a:ext cx="4023360" cy="1188720"/>
          </a:xfrm>
          <a:prstGeom prst="roundRect">
            <a:avLst>
              <a:gd name="adj" fmla="val 6154"/>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8" name="a5u_165"/>
          <p:cNvSpPr/>
          <p:nvPr/>
        </p:nvSpPr>
        <p:spPr>
          <a:xfrm>
            <a:off x="4864608" y="2834640"/>
            <a:ext cx="502920" cy="502920"/>
          </a:xfrm>
          <a:prstGeom prst="ellipse">
            <a:avLst/>
          </a:prstGeom>
          <a:solidFill>
            <a:srgbClr val="EEEBFD"/>
          </a:solidFill>
          <a:ln w="12700">
            <a:solidFill>
              <a:srgbClr val="EEEBFD"/>
            </a:solidFill>
            <a:prstDash val="solid"/>
          </a:ln>
        </p:spPr>
      </p:sp>
      <p:pic>
        <p:nvPicPr>
          <p:cNvPr id="29" name="a5u_165i" descr="preencoded.png">    </p:cNvPr>
          <p:cNvPicPr>
            <a:picLocks noChangeAspect="1"/>
          </p:cNvPicPr>
          <p:nvPr/>
        </p:nvPicPr>
        <p:blipFill>
          <a:blip r:embed="rId7"/>
          <a:stretch>
            <a:fillRect/>
          </a:stretch>
        </p:blipFill>
        <p:spPr>
          <a:xfrm>
            <a:off x="4985309" y="2955341"/>
            <a:ext cx="261518" cy="261518"/>
          </a:xfrm>
          <a:prstGeom prst="rect">
            <a:avLst/>
          </a:prstGeom>
        </p:spPr>
      </p:pic>
      <p:sp>
        <p:nvSpPr>
          <p:cNvPr id="30" name="a5u_166"/>
          <p:cNvSpPr txBox="1"/>
          <p:nvPr/>
        </p:nvSpPr>
        <p:spPr>
          <a:xfrm>
            <a:off x="5532120" y="2807208"/>
            <a:ext cx="3017520" cy="274320"/>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Pas de photo en double</a:t>
            </a:r>
            <a:endParaRPr lang="en-US" sz="1400" dirty="0"/>
          </a:p>
        </p:txBody>
      </p:sp>
      <p:sp>
        <p:nvSpPr>
          <p:cNvPr id="31" name="a5u_167"/>
          <p:cNvSpPr/>
          <p:nvPr/>
        </p:nvSpPr>
        <p:spPr>
          <a:xfrm>
            <a:off x="5532120" y="3172968"/>
            <a:ext cx="2971800" cy="411480"/>
          </a:xfrm>
          <a:prstGeom prst="roundRect">
            <a:avLst>
              <a:gd name="adj" fmla="val 13333"/>
            </a:avLst>
          </a:prstGeom>
          <a:solidFill>
            <a:srgbClr val="F3F2F8"/>
          </a:solidFill>
          <a:ln w="9525">
            <a:solidFill>
              <a:srgbClr val="DDDAEB"/>
            </a:solidFill>
            <a:prstDash val="solid"/>
          </a:ln>
        </p:spPr>
      </p:sp>
      <p:pic>
        <p:nvPicPr>
          <p:cNvPr id="32" name="a5u_168" descr="preencoded.png">    </p:cNvPr>
          <p:cNvPicPr>
            <a:picLocks noChangeAspect="1"/>
          </p:cNvPicPr>
          <p:nvPr/>
        </p:nvPicPr>
        <p:blipFill>
          <a:blip r:embed="rId8"/>
          <a:stretch>
            <a:fillRect/>
          </a:stretch>
        </p:blipFill>
        <p:spPr>
          <a:xfrm>
            <a:off x="5623560" y="3246120"/>
            <a:ext cx="256032" cy="256032"/>
          </a:xfrm>
          <a:prstGeom prst="rect">
            <a:avLst/>
          </a:prstGeom>
        </p:spPr>
      </p:pic>
      <p:sp>
        <p:nvSpPr>
          <p:cNvPr id="33" name="a5u_169"/>
          <p:cNvSpPr txBox="1"/>
          <p:nvPr/>
        </p:nvSpPr>
        <p:spPr>
          <a:xfrm>
            <a:off x="5961888" y="3172968"/>
            <a:ext cx="2514600" cy="411480"/>
          </a:xfrm>
          <a:prstGeom prst="rect">
            <a:avLst/>
          </a:prstGeom>
          <a:noFill/>
          <a:ln/>
        </p:spPr>
        <p:txBody>
          <a:bodyPr wrap="square" lIns="0" tIns="0" rIns="0" bIns="0" rtlCol="0" anchor="ctr"/>
          <a:lstStyle/>
          <a:p>
            <a:pPr indent="0" marL="0">
              <a:buNone/>
            </a:pPr>
            <a:r>
              <a:rPr lang="en-US" sz="1000" i="1" dirty="0">
                <a:solidFill>
                  <a:srgbClr val="1E1B3A"/>
                </a:solidFill>
                <a:latin typeface="Arial" pitchFamily="34" charset="0"/>
                <a:ea typeface="Arial" pitchFamily="34" charset="-122"/>
                <a:cs typeface="Arial" pitchFamily="34" charset="-120"/>
              </a:rPr>
              <a:t>« Cette image existe déjà »</a:t>
            </a:r>
            <a:endParaRPr lang="en-US" sz="1000" dirty="0"/>
          </a:p>
        </p:txBody>
      </p:sp>
      <p:sp>
        <p:nvSpPr>
          <p:cNvPr id="34" name="a6z_170"/>
          <p:cNvSpPr/>
          <p:nvPr/>
        </p:nvSpPr>
        <p:spPr>
          <a:xfrm>
            <a:off x="457200" y="4069080"/>
            <a:ext cx="457200" cy="457200"/>
          </a:xfrm>
          <a:prstGeom prst="ellipse">
            <a:avLst/>
          </a:prstGeom>
          <a:solidFill>
            <a:srgbClr val="7B68EE"/>
          </a:solidFill>
          <a:ln w="12700">
            <a:solidFill>
              <a:srgbClr val="7B68EE"/>
            </a:solidFill>
            <a:prstDash val="solid"/>
          </a:ln>
        </p:spPr>
      </p:sp>
      <p:pic>
        <p:nvPicPr>
          <p:cNvPr id="35" name="a6z_170i" descr="preencoded.png">    </p:cNvPr>
          <p:cNvPicPr>
            <a:picLocks noChangeAspect="1"/>
          </p:cNvPicPr>
          <p:nvPr/>
        </p:nvPicPr>
        <p:blipFill>
          <a:blip r:embed="rId9"/>
          <a:stretch>
            <a:fillRect/>
          </a:stretch>
        </p:blipFill>
        <p:spPr>
          <a:xfrm>
            <a:off x="566928" y="4178808"/>
            <a:ext cx="237744" cy="237744"/>
          </a:xfrm>
          <a:prstGeom prst="rect">
            <a:avLst/>
          </a:prstGeom>
        </p:spPr>
      </p:pic>
      <p:sp>
        <p:nvSpPr>
          <p:cNvPr id="36" name="a6f_171"/>
          <p:cNvSpPr txBox="1"/>
          <p:nvPr/>
        </p:nvSpPr>
        <p:spPr>
          <a:xfrm>
            <a:off x="1051560" y="4050792"/>
            <a:ext cx="3429000" cy="502920"/>
          </a:xfrm>
          <a:prstGeom prst="rect">
            <a:avLst/>
          </a:prstGeom>
          <a:noFill/>
          <a:ln/>
        </p:spPr>
        <p:txBody>
          <a:bodyPr wrap="square" lIns="0" tIns="0" rIns="0" bIns="0" rtlCol="0" anchor="ctr"/>
          <a:lstStyle/>
          <a:p>
            <a:pPr indent="0" marL="0">
              <a:buNone/>
            </a:pPr>
            <a:r>
              <a:rPr lang="en-US" sz="1100" dirty="0">
                <a:solidFill>
                  <a:srgbClr val="1E1B3A"/>
                </a:solidFill>
                <a:latin typeface="Arial" pitchFamily="34" charset="0"/>
                <a:ea typeface="Arial" pitchFamily="34" charset="-122"/>
                <a:cs typeface="Arial" pitchFamily="34" charset="-120"/>
              </a:rPr>
              <a:t>Photos redimensionnées automatiquement : très peu d’espace disque utilisé.</a:t>
            </a:r>
            <a:endParaRPr lang="en-US" sz="1100" dirty="0"/>
          </a:p>
        </p:txBody>
      </p:sp>
      <p:sp>
        <p:nvSpPr>
          <p:cNvPr id="37" name="a7z_172"/>
          <p:cNvSpPr/>
          <p:nvPr/>
        </p:nvSpPr>
        <p:spPr>
          <a:xfrm>
            <a:off x="4663440" y="4069080"/>
            <a:ext cx="457200" cy="457200"/>
          </a:xfrm>
          <a:prstGeom prst="ellipse">
            <a:avLst/>
          </a:prstGeom>
          <a:solidFill>
            <a:srgbClr val="7B68EE"/>
          </a:solidFill>
          <a:ln w="12700">
            <a:solidFill>
              <a:srgbClr val="7B68EE"/>
            </a:solidFill>
            <a:prstDash val="solid"/>
          </a:ln>
        </p:spPr>
      </p:sp>
      <p:pic>
        <p:nvPicPr>
          <p:cNvPr id="38" name="a7z_172i" descr="preencoded.png">    </p:cNvPr>
          <p:cNvPicPr>
            <a:picLocks noChangeAspect="1"/>
          </p:cNvPicPr>
          <p:nvPr/>
        </p:nvPicPr>
        <p:blipFill>
          <a:blip r:embed="rId10"/>
          <a:stretch>
            <a:fillRect/>
          </a:stretch>
        </p:blipFill>
        <p:spPr>
          <a:xfrm>
            <a:off x="4773168" y="4178808"/>
            <a:ext cx="237744" cy="237744"/>
          </a:xfrm>
          <a:prstGeom prst="rect">
            <a:avLst/>
          </a:prstGeom>
        </p:spPr>
      </p:pic>
      <p:sp>
        <p:nvSpPr>
          <p:cNvPr id="39" name="a7f_173"/>
          <p:cNvSpPr txBox="1"/>
          <p:nvPr/>
        </p:nvSpPr>
        <p:spPr>
          <a:xfrm>
            <a:off x="5257800" y="4050792"/>
            <a:ext cx="3429000" cy="502920"/>
          </a:xfrm>
          <a:prstGeom prst="rect">
            <a:avLst/>
          </a:prstGeom>
          <a:noFill/>
          <a:ln/>
        </p:spPr>
        <p:txBody>
          <a:bodyPr wrap="square" lIns="0" tIns="0" rIns="0" bIns="0" rtlCol="0" anchor="ctr"/>
          <a:lstStyle/>
          <a:p>
            <a:pPr indent="0" marL="0">
              <a:buNone/>
            </a:pPr>
            <a:r>
              <a:rPr lang="en-US" sz="1100" dirty="0">
                <a:solidFill>
                  <a:srgbClr val="1E1B3A"/>
                </a:solidFill>
                <a:latin typeface="Arial" pitchFamily="34" charset="0"/>
                <a:ea typeface="Arial" pitchFamily="34" charset="-122"/>
                <a:cs typeface="Arial" pitchFamily="34" charset="-120"/>
              </a:rPr>
              <a:t>Traitement en arrière-plan : l’écran reste fluide pendant le calcul (« En attente… »).</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4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childTnLst>
                          </p:cTn>
                        </p:par>
                        <p:par>
                          <p:cTn id="82" fill="hold">
                            <p:stCondLst>
                              <p:cond delay="1100"/>
                            </p:stCondLst>
                            <p:childTnLst>
                              <p:par>
                                <p:cTn id="47" presetID="42"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600"/>
                                        <p:tgtEl>
                                          <p:spTgt spid="16"/>
                                        </p:tgtEl>
                                      </p:cBhvr>
                                    </p:animEffect>
                                    <p:anim calcmode="lin" valueType="num">
                                      <p:cBhvr additive="base">
                                        <p:cTn id="65" dur="600" fill="hold"/>
                                        <p:tgtEl>
                                          <p:spTgt spid="16"/>
                                        </p:tgtEl>
                                        <p:attrNameLst>
                                          <p:attrName>ppt_x</p:attrName>
                                        </p:attrNameLst>
                                      </p:cBhvr>
                                      <p:tavLst>
                                        <p:tav tm="0">
                                          <p:val>
                                            <p:strVal val="#ppt_x"/>
                                          </p:val>
                                        </p:tav>
                                        <p:tav tm="100000">
                                          <p:val>
                                            <p:strVal val="#ppt_x"/>
                                          </p:val>
                                        </p:tav>
                                      </p:tavLst>
                                    </p:anim>
                                    <p:anim calcmode="lin" valueType="num">
                                      <p:cBhvr additive="base">
                                        <p:cTn id="66" dur="600" fill="hold"/>
                                        <p:tgtEl>
                                          <p:spTgt spid="16"/>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600"/>
                                        <p:tgtEl>
                                          <p:spTgt spid="17"/>
                                        </p:tgtEl>
                                      </p:cBhvr>
                                    </p:animEffect>
                                    <p:anim calcmode="lin" valueType="num">
                                      <p:cBhvr additive="base">
                                        <p:cTn id="70" dur="600" fill="hold"/>
                                        <p:tgtEl>
                                          <p:spTgt spid="17"/>
                                        </p:tgtEl>
                                        <p:attrNameLst>
                                          <p:attrName>ppt_x</p:attrName>
                                        </p:attrNameLst>
                                      </p:cBhvr>
                                      <p:tavLst>
                                        <p:tav tm="0">
                                          <p:val>
                                            <p:strVal val="#ppt_x"/>
                                          </p:val>
                                        </p:tav>
                                        <p:tav tm="100000">
                                          <p:val>
                                            <p:strVal val="#ppt_x"/>
                                          </p:val>
                                        </p:tav>
                                      </p:tavLst>
                                    </p:anim>
                                    <p:anim calcmode="lin" valueType="num">
                                      <p:cBhvr additive="base">
                                        <p:cTn id="71" dur="60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600"/>
                                        <p:tgtEl>
                                          <p:spTgt spid="18"/>
                                        </p:tgtEl>
                                      </p:cBhvr>
                                    </p:animEffect>
                                    <p:anim calcmode="lin" valueType="num">
                                      <p:cBhvr additive="base">
                                        <p:cTn id="75" dur="600" fill="hold"/>
                                        <p:tgtEl>
                                          <p:spTgt spid="18"/>
                                        </p:tgtEl>
                                        <p:attrNameLst>
                                          <p:attrName>ppt_x</p:attrName>
                                        </p:attrNameLst>
                                      </p:cBhvr>
                                      <p:tavLst>
                                        <p:tav tm="0">
                                          <p:val>
                                            <p:strVal val="#ppt_x"/>
                                          </p:val>
                                        </p:tav>
                                        <p:tav tm="100000">
                                          <p:val>
                                            <p:strVal val="#ppt_x"/>
                                          </p:val>
                                        </p:tav>
                                      </p:tavLst>
                                    </p:anim>
                                    <p:anim calcmode="lin" valueType="num">
                                      <p:cBhvr additive="base">
                                        <p:cTn id="76" dur="600" fill="hold"/>
                                        <p:tgtEl>
                                          <p:spTgt spid="18"/>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600"/>
                                        <p:tgtEl>
                                          <p:spTgt spid="19"/>
                                        </p:tgtEl>
                                      </p:cBhvr>
                                    </p:animEffect>
                                    <p:anim calcmode="lin" valueType="num">
                                      <p:cBhvr additive="base">
                                        <p:cTn id="80" dur="600" fill="hold"/>
                                        <p:tgtEl>
                                          <p:spTgt spid="19"/>
                                        </p:tgtEl>
                                        <p:attrNameLst>
                                          <p:attrName>ppt_x</p:attrName>
                                        </p:attrNameLst>
                                      </p:cBhvr>
                                      <p:tavLst>
                                        <p:tav tm="0">
                                          <p:val>
                                            <p:strVal val="#ppt_x"/>
                                          </p:val>
                                        </p:tav>
                                        <p:tav tm="100000">
                                          <p:val>
                                            <p:strVal val="#ppt_x"/>
                                          </p:val>
                                        </p:tav>
                                      </p:tavLst>
                                    </p:anim>
                                    <p:anim calcmode="lin" valueType="num">
                                      <p:cBhvr additive="base">
                                        <p:cTn id="81" dur="600" fill="hold"/>
                                        <p:tgtEl>
                                          <p:spTgt spid="19"/>
                                        </p:tgtEl>
                                        <p:attrNameLst>
                                          <p:attrName>ppt_y</p:attrName>
                                        </p:attrNameLst>
                                      </p:cBhvr>
                                      <p:tavLst>
                                        <p:tav tm="0">
                                          <p:val>
                                            <p:strVal val="#ppt_y+.1"/>
                                          </p:val>
                                        </p:tav>
                                        <p:tav tm="100000">
                                          <p:val>
                                            <p:strVal val="#ppt_y"/>
                                          </p:val>
                                        </p:tav>
                                      </p:tavLst>
                                    </p:anim>
                                  </p:childTnLst>
                                </p:cTn>
                              </p:par>
                            </p:childTnLst>
                          </p:cTn>
                        </p:par>
                        <p:par>
                          <p:cTn id="118" fill="hold">
                            <p:stCondLst>
                              <p:cond delay="1700"/>
                            </p:stCondLst>
                            <p:childTnLst>
                              <p:par>
                                <p:cTn id="83" presetID="42" presetClass="entr" presetSubtype="0" fill="hold" grpId="0" nodeType="after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600"/>
                                        <p:tgtEl>
                                          <p:spTgt spid="21"/>
                                        </p:tgtEl>
                                      </p:cBhvr>
                                    </p:animEffect>
                                    <p:anim calcmode="lin" valueType="num">
                                      <p:cBhvr additive="base">
                                        <p:cTn id="91" dur="600" fill="hold"/>
                                        <p:tgtEl>
                                          <p:spTgt spid="21"/>
                                        </p:tgtEl>
                                        <p:attrNameLst>
                                          <p:attrName>ppt_x</p:attrName>
                                        </p:attrNameLst>
                                      </p:cBhvr>
                                      <p:tavLst>
                                        <p:tav tm="0">
                                          <p:val>
                                            <p:strVal val="#ppt_x"/>
                                          </p:val>
                                        </p:tav>
                                        <p:tav tm="100000">
                                          <p:val>
                                            <p:strVal val="#ppt_x"/>
                                          </p:val>
                                        </p:tav>
                                      </p:tavLst>
                                    </p:anim>
                                    <p:anim calcmode="lin" valueType="num">
                                      <p:cBhvr additive="base">
                                        <p:cTn id="92" dur="6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600"/>
                                        <p:tgtEl>
                                          <p:spTgt spid="22"/>
                                        </p:tgtEl>
                                      </p:cBhvr>
                                    </p:animEffect>
                                    <p:anim calcmode="lin" valueType="num">
                                      <p:cBhvr additive="base">
                                        <p:cTn id="96" dur="600" fill="hold"/>
                                        <p:tgtEl>
                                          <p:spTgt spid="22"/>
                                        </p:tgtEl>
                                        <p:attrNameLst>
                                          <p:attrName>ppt_x</p:attrName>
                                        </p:attrNameLst>
                                      </p:cBhvr>
                                      <p:tavLst>
                                        <p:tav tm="0">
                                          <p:val>
                                            <p:strVal val="#ppt_x"/>
                                          </p:val>
                                        </p:tav>
                                        <p:tav tm="100000">
                                          <p:val>
                                            <p:strVal val="#ppt_x"/>
                                          </p:val>
                                        </p:tav>
                                      </p:tavLst>
                                    </p:anim>
                                    <p:anim calcmode="lin" valueType="num">
                                      <p:cBhvr additive="base">
                                        <p:cTn id="97" dur="6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600"/>
                                        <p:tgtEl>
                                          <p:spTgt spid="23"/>
                                        </p:tgtEl>
                                      </p:cBhvr>
                                    </p:animEffect>
                                    <p:anim calcmode="lin" valueType="num">
                                      <p:cBhvr additive="base">
                                        <p:cTn id="101" dur="600" fill="hold"/>
                                        <p:tgtEl>
                                          <p:spTgt spid="23"/>
                                        </p:tgtEl>
                                        <p:attrNameLst>
                                          <p:attrName>ppt_x</p:attrName>
                                        </p:attrNameLst>
                                      </p:cBhvr>
                                      <p:tavLst>
                                        <p:tav tm="0">
                                          <p:val>
                                            <p:strVal val="#ppt_x"/>
                                          </p:val>
                                        </p:tav>
                                        <p:tav tm="100000">
                                          <p:val>
                                            <p:strVal val="#ppt_x"/>
                                          </p:val>
                                        </p:tav>
                                      </p:tavLst>
                                    </p:anim>
                                    <p:anim calcmode="lin" valueType="num">
                                      <p:cBhvr additive="base">
                                        <p:cTn id="102" dur="6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600"/>
                                        <p:tgtEl>
                                          <p:spTgt spid="24"/>
                                        </p:tgtEl>
                                      </p:cBhvr>
                                    </p:animEffect>
                                    <p:anim calcmode="lin" valueType="num">
                                      <p:cBhvr additive="base">
                                        <p:cTn id="106" dur="600" fill="hold"/>
                                        <p:tgtEl>
                                          <p:spTgt spid="24"/>
                                        </p:tgtEl>
                                        <p:attrNameLst>
                                          <p:attrName>ppt_x</p:attrName>
                                        </p:attrNameLst>
                                      </p:cBhvr>
                                      <p:tavLst>
                                        <p:tav tm="0">
                                          <p:val>
                                            <p:strVal val="#ppt_x"/>
                                          </p:val>
                                        </p:tav>
                                        <p:tav tm="100000">
                                          <p:val>
                                            <p:strVal val="#ppt_x"/>
                                          </p:val>
                                        </p:tav>
                                      </p:tavLst>
                                    </p:anim>
                                    <p:anim calcmode="lin" valueType="num">
                                      <p:cBhvr additive="base">
                                        <p:cTn id="107" dur="600" fill="hold"/>
                                        <p:tgtEl>
                                          <p:spTgt spid="2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600"/>
                                        <p:tgtEl>
                                          <p:spTgt spid="25"/>
                                        </p:tgtEl>
                                      </p:cBhvr>
                                    </p:animEffect>
                                    <p:anim calcmode="lin" valueType="num">
                                      <p:cBhvr additive="base">
                                        <p:cTn id="111" dur="600" fill="hold"/>
                                        <p:tgtEl>
                                          <p:spTgt spid="25"/>
                                        </p:tgtEl>
                                        <p:attrNameLst>
                                          <p:attrName>ppt_x</p:attrName>
                                        </p:attrNameLst>
                                      </p:cBhvr>
                                      <p:tavLst>
                                        <p:tav tm="0">
                                          <p:val>
                                            <p:strVal val="#ppt_x"/>
                                          </p:val>
                                        </p:tav>
                                        <p:tav tm="100000">
                                          <p:val>
                                            <p:strVal val="#ppt_x"/>
                                          </p:val>
                                        </p:tav>
                                      </p:tavLst>
                                    </p:anim>
                                    <p:anim calcmode="lin" valueType="num">
                                      <p:cBhvr additive="base">
                                        <p:cTn id="112" dur="600" fill="hold"/>
                                        <p:tgtEl>
                                          <p:spTgt spid="25"/>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600"/>
                                        <p:tgtEl>
                                          <p:spTgt spid="26"/>
                                        </p:tgtEl>
                                      </p:cBhvr>
                                    </p:animEffect>
                                    <p:anim calcmode="lin" valueType="num">
                                      <p:cBhvr additive="base">
                                        <p:cTn id="116" dur="600" fill="hold"/>
                                        <p:tgtEl>
                                          <p:spTgt spid="26"/>
                                        </p:tgtEl>
                                        <p:attrNameLst>
                                          <p:attrName>ppt_x</p:attrName>
                                        </p:attrNameLst>
                                      </p:cBhvr>
                                      <p:tavLst>
                                        <p:tav tm="0">
                                          <p:val>
                                            <p:strVal val="#ppt_x"/>
                                          </p:val>
                                        </p:tav>
                                        <p:tav tm="100000">
                                          <p:val>
                                            <p:strVal val="#ppt_x"/>
                                          </p:val>
                                        </p:tav>
                                      </p:tavLst>
                                    </p:anim>
                                    <p:anim calcmode="lin" valueType="num">
                                      <p:cBhvr additive="base">
                                        <p:cTn id="117" dur="600" fill="hold"/>
                                        <p:tgtEl>
                                          <p:spTgt spid="26"/>
                                        </p:tgtEl>
                                        <p:attrNameLst>
                                          <p:attrName>ppt_y</p:attrName>
                                        </p:attrNameLst>
                                      </p:cBhvr>
                                      <p:tavLst>
                                        <p:tav tm="0">
                                          <p:val>
                                            <p:strVal val="#ppt_y+.1"/>
                                          </p:val>
                                        </p:tav>
                                        <p:tav tm="100000">
                                          <p:val>
                                            <p:strVal val="#ppt_y"/>
                                          </p:val>
                                        </p:tav>
                                      </p:tavLst>
                                    </p:anim>
                                  </p:childTnLst>
                                </p:cTn>
                              </p:par>
                            </p:childTnLst>
                          </p:cTn>
                        </p:par>
                        <p:par>
                          <p:cTn id="154" fill="hold">
                            <p:stCondLst>
                              <p:cond delay="2300"/>
                            </p:stCondLst>
                            <p:childTnLst>
                              <p:par>
                                <p:cTn id="119" presetID="42" presetClass="entr" presetSubtype="0" fill="hold" grpId="0" nodeType="after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600"/>
                                        <p:tgtEl>
                                          <p:spTgt spid="27"/>
                                        </p:tgtEl>
                                      </p:cBhvr>
                                    </p:animEffect>
                                    <p:anim calcmode="lin" valueType="num">
                                      <p:cBhvr additive="base">
                                        <p:cTn id="122" dur="600" fill="hold"/>
                                        <p:tgtEl>
                                          <p:spTgt spid="27"/>
                                        </p:tgtEl>
                                        <p:attrNameLst>
                                          <p:attrName>ppt_x</p:attrName>
                                        </p:attrNameLst>
                                      </p:cBhvr>
                                      <p:tavLst>
                                        <p:tav tm="0">
                                          <p:val>
                                            <p:strVal val="#ppt_x"/>
                                          </p:val>
                                        </p:tav>
                                        <p:tav tm="100000">
                                          <p:val>
                                            <p:strVal val="#ppt_x"/>
                                          </p:val>
                                        </p:tav>
                                      </p:tavLst>
                                    </p:anim>
                                    <p:anim calcmode="lin" valueType="num">
                                      <p:cBhvr additive="base">
                                        <p:cTn id="123" dur="600" fill="hold"/>
                                        <p:tgtEl>
                                          <p:spTgt spid="27"/>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600"/>
                                        <p:tgtEl>
                                          <p:spTgt spid="28"/>
                                        </p:tgtEl>
                                      </p:cBhvr>
                                    </p:animEffect>
                                    <p:anim calcmode="lin" valueType="num">
                                      <p:cBhvr additive="base">
                                        <p:cTn id="127" dur="600" fill="hold"/>
                                        <p:tgtEl>
                                          <p:spTgt spid="28"/>
                                        </p:tgtEl>
                                        <p:attrNameLst>
                                          <p:attrName>ppt_x</p:attrName>
                                        </p:attrNameLst>
                                      </p:cBhvr>
                                      <p:tavLst>
                                        <p:tav tm="0">
                                          <p:val>
                                            <p:strVal val="#ppt_x"/>
                                          </p:val>
                                        </p:tav>
                                        <p:tav tm="100000">
                                          <p:val>
                                            <p:strVal val="#ppt_x"/>
                                          </p:val>
                                        </p:tav>
                                      </p:tavLst>
                                    </p:anim>
                                    <p:anim calcmode="lin" valueType="num">
                                      <p:cBhvr additive="base">
                                        <p:cTn id="128" dur="600" fill="hold"/>
                                        <p:tgtEl>
                                          <p:spTgt spid="28"/>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600"/>
                                        <p:tgtEl>
                                          <p:spTgt spid="29"/>
                                        </p:tgtEl>
                                      </p:cBhvr>
                                    </p:animEffect>
                                    <p:anim calcmode="lin" valueType="num">
                                      <p:cBhvr additive="base">
                                        <p:cTn id="132" dur="600" fill="hold"/>
                                        <p:tgtEl>
                                          <p:spTgt spid="29"/>
                                        </p:tgtEl>
                                        <p:attrNameLst>
                                          <p:attrName>ppt_x</p:attrName>
                                        </p:attrNameLst>
                                      </p:cBhvr>
                                      <p:tavLst>
                                        <p:tav tm="0">
                                          <p:val>
                                            <p:strVal val="#ppt_x"/>
                                          </p:val>
                                        </p:tav>
                                        <p:tav tm="100000">
                                          <p:val>
                                            <p:strVal val="#ppt_x"/>
                                          </p:val>
                                        </p:tav>
                                      </p:tavLst>
                                    </p:anim>
                                    <p:anim calcmode="lin" valueType="num">
                                      <p:cBhvr additive="base">
                                        <p:cTn id="133" dur="600" fill="hold"/>
                                        <p:tgtEl>
                                          <p:spTgt spid="29"/>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0"/>
                                        </p:tgtEl>
                                        <p:attrNameLst>
                                          <p:attrName>style.visibility</p:attrName>
                                        </p:attrNameLst>
                                      </p:cBhvr>
                                      <p:to>
                                        <p:strVal val="visible"/>
                                      </p:to>
                                    </p:set>
                                    <p:animEffect transition="in" filter="fade">
                                      <p:cBhvr>
                                        <p:cTn id="136" dur="600"/>
                                        <p:tgtEl>
                                          <p:spTgt spid="30"/>
                                        </p:tgtEl>
                                      </p:cBhvr>
                                    </p:animEffect>
                                    <p:anim calcmode="lin" valueType="num">
                                      <p:cBhvr additive="base">
                                        <p:cTn id="137" dur="600" fill="hold"/>
                                        <p:tgtEl>
                                          <p:spTgt spid="30"/>
                                        </p:tgtEl>
                                        <p:attrNameLst>
                                          <p:attrName>ppt_x</p:attrName>
                                        </p:attrNameLst>
                                      </p:cBhvr>
                                      <p:tavLst>
                                        <p:tav tm="0">
                                          <p:val>
                                            <p:strVal val="#ppt_x"/>
                                          </p:val>
                                        </p:tav>
                                        <p:tav tm="100000">
                                          <p:val>
                                            <p:strVal val="#ppt_x"/>
                                          </p:val>
                                        </p:tav>
                                      </p:tavLst>
                                    </p:anim>
                                    <p:anim calcmode="lin" valueType="num">
                                      <p:cBhvr additive="base">
                                        <p:cTn id="138" dur="600" fill="hold"/>
                                        <p:tgtEl>
                                          <p:spTgt spid="30"/>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31"/>
                                        </p:tgtEl>
                                        <p:attrNameLst>
                                          <p:attrName>style.visibility</p:attrName>
                                        </p:attrNameLst>
                                      </p:cBhvr>
                                      <p:to>
                                        <p:strVal val="visible"/>
                                      </p:to>
                                    </p:set>
                                    <p:animEffect transition="in" filter="fade">
                                      <p:cBhvr>
                                        <p:cTn id="141" dur="600"/>
                                        <p:tgtEl>
                                          <p:spTgt spid="31"/>
                                        </p:tgtEl>
                                      </p:cBhvr>
                                    </p:animEffect>
                                    <p:anim calcmode="lin" valueType="num">
                                      <p:cBhvr additive="base">
                                        <p:cTn id="142" dur="600" fill="hold"/>
                                        <p:tgtEl>
                                          <p:spTgt spid="31"/>
                                        </p:tgtEl>
                                        <p:attrNameLst>
                                          <p:attrName>ppt_x</p:attrName>
                                        </p:attrNameLst>
                                      </p:cBhvr>
                                      <p:tavLst>
                                        <p:tav tm="0">
                                          <p:val>
                                            <p:strVal val="#ppt_x"/>
                                          </p:val>
                                        </p:tav>
                                        <p:tav tm="100000">
                                          <p:val>
                                            <p:strVal val="#ppt_x"/>
                                          </p:val>
                                        </p:tav>
                                      </p:tavLst>
                                    </p:anim>
                                    <p:anim calcmode="lin" valueType="num">
                                      <p:cBhvr additive="base">
                                        <p:cTn id="143" dur="600" fill="hold"/>
                                        <p:tgtEl>
                                          <p:spTgt spid="31"/>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32"/>
                                        </p:tgtEl>
                                        <p:attrNameLst>
                                          <p:attrName>style.visibility</p:attrName>
                                        </p:attrNameLst>
                                      </p:cBhvr>
                                      <p:to>
                                        <p:strVal val="visible"/>
                                      </p:to>
                                    </p:set>
                                    <p:animEffect transition="in" filter="fade">
                                      <p:cBhvr>
                                        <p:cTn id="146" dur="600"/>
                                        <p:tgtEl>
                                          <p:spTgt spid="32"/>
                                        </p:tgtEl>
                                      </p:cBhvr>
                                    </p:animEffect>
                                    <p:anim calcmode="lin" valueType="num">
                                      <p:cBhvr additive="base">
                                        <p:cTn id="147" dur="600" fill="hold"/>
                                        <p:tgtEl>
                                          <p:spTgt spid="32"/>
                                        </p:tgtEl>
                                        <p:attrNameLst>
                                          <p:attrName>ppt_x</p:attrName>
                                        </p:attrNameLst>
                                      </p:cBhvr>
                                      <p:tavLst>
                                        <p:tav tm="0">
                                          <p:val>
                                            <p:strVal val="#ppt_x"/>
                                          </p:val>
                                        </p:tav>
                                        <p:tav tm="100000">
                                          <p:val>
                                            <p:strVal val="#ppt_x"/>
                                          </p:val>
                                        </p:tav>
                                      </p:tavLst>
                                    </p:anim>
                                    <p:anim calcmode="lin" valueType="num">
                                      <p:cBhvr additive="base">
                                        <p:cTn id="148" dur="600" fill="hold"/>
                                        <p:tgtEl>
                                          <p:spTgt spid="32"/>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33"/>
                                        </p:tgtEl>
                                        <p:attrNameLst>
                                          <p:attrName>style.visibility</p:attrName>
                                        </p:attrNameLst>
                                      </p:cBhvr>
                                      <p:to>
                                        <p:strVal val="visible"/>
                                      </p:to>
                                    </p:set>
                                    <p:animEffect transition="in" filter="fade">
                                      <p:cBhvr>
                                        <p:cTn id="151" dur="600"/>
                                        <p:tgtEl>
                                          <p:spTgt spid="33"/>
                                        </p:tgtEl>
                                      </p:cBhvr>
                                    </p:animEffect>
                                    <p:anim calcmode="lin" valueType="num">
                                      <p:cBhvr additive="base">
                                        <p:cTn id="152" dur="600" fill="hold"/>
                                        <p:tgtEl>
                                          <p:spTgt spid="33"/>
                                        </p:tgtEl>
                                        <p:attrNameLst>
                                          <p:attrName>ppt_x</p:attrName>
                                        </p:attrNameLst>
                                      </p:cBhvr>
                                      <p:tavLst>
                                        <p:tav tm="0">
                                          <p:val>
                                            <p:strVal val="#ppt_x"/>
                                          </p:val>
                                        </p:tav>
                                        <p:tav tm="100000">
                                          <p:val>
                                            <p:strVal val="#ppt_x"/>
                                          </p:val>
                                        </p:tav>
                                      </p:tavLst>
                                    </p:anim>
                                    <p:anim calcmode="lin" valueType="num">
                                      <p:cBhvr additive="base">
                                        <p:cTn id="153" dur="600" fill="hold"/>
                                        <p:tgtEl>
                                          <p:spTgt spid="33"/>
                                        </p:tgtEl>
                                        <p:attrNameLst>
                                          <p:attrName>ppt_y</p:attrName>
                                        </p:attrNameLst>
                                      </p:cBhvr>
                                      <p:tavLst>
                                        <p:tav tm="0">
                                          <p:val>
                                            <p:strVal val="#ppt_y+.1"/>
                                          </p:val>
                                        </p:tav>
                                        <p:tav tm="100000">
                                          <p:val>
                                            <p:strVal val="#ppt_y"/>
                                          </p:val>
                                        </p:tav>
                                      </p:tavLst>
                                    </p:anim>
                                  </p:childTnLst>
                                </p:cTn>
                              </p:par>
                            </p:childTnLst>
                          </p:cTn>
                        </p:par>
                        <p:par>
                          <p:cTn id="168" fill="hold">
                            <p:stCondLst>
                              <p:cond delay="2900"/>
                            </p:stCondLst>
                            <p:childTnLst>
                              <p:par>
                                <p:cTn id="155" presetID="53" presetClass="entr" presetSubtype="16" fill="hold" grpId="0" nodeType="afterEffect">
                                  <p:stCondLst>
                                    <p:cond delay="0"/>
                                  </p:stCondLst>
                                  <p:childTnLst>
                                    <p:set>
                                      <p:cBhvr>
                                        <p:cTn id="156" dur="1" fill="hold">
                                          <p:stCondLst>
                                            <p:cond delay="0"/>
                                          </p:stCondLst>
                                        </p:cTn>
                                        <p:tgtEl>
                                          <p:spTgt spid="34"/>
                                        </p:tgtEl>
                                        <p:attrNameLst>
                                          <p:attrName>style.visibility</p:attrName>
                                        </p:attrNameLst>
                                      </p:cBhvr>
                                      <p:to>
                                        <p:strVal val="visible"/>
                                      </p:to>
                                    </p:set>
                                    <p:anim calcmode="lin" valueType="num">
                                      <p:cBhvr>
                                        <p:cTn id="157" dur="450" fill="hold"/>
                                        <p:tgtEl>
                                          <p:spTgt spid="34"/>
                                        </p:tgtEl>
                                        <p:attrNameLst>
                                          <p:attrName>ppt_w</p:attrName>
                                        </p:attrNameLst>
                                      </p:cBhvr>
                                      <p:tavLst>
                                        <p:tav tm="0">
                                          <p:val>
                                            <p:fltVal val="0"/>
                                          </p:val>
                                        </p:tav>
                                        <p:tav tm="100000">
                                          <p:val>
                                            <p:strVal val="#ppt_w"/>
                                          </p:val>
                                        </p:tav>
                                      </p:tavLst>
                                    </p:anim>
                                    <p:anim calcmode="lin" valueType="num">
                                      <p:cBhvr>
                                        <p:cTn id="158" dur="450" fill="hold"/>
                                        <p:tgtEl>
                                          <p:spTgt spid="34"/>
                                        </p:tgtEl>
                                        <p:attrNameLst>
                                          <p:attrName>ppt_h</p:attrName>
                                        </p:attrNameLst>
                                      </p:cBhvr>
                                      <p:tavLst>
                                        <p:tav tm="0">
                                          <p:val>
                                            <p:fltVal val="0"/>
                                          </p:val>
                                        </p:tav>
                                        <p:tav tm="100000">
                                          <p:val>
                                            <p:strVal val="#ppt_h"/>
                                          </p:val>
                                        </p:tav>
                                      </p:tavLst>
                                    </p:anim>
                                    <p:animEffect transition="in" filter="fade">
                                      <p:cBhvr>
                                        <p:cTn id="159" dur="450"/>
                                        <p:tgtEl>
                                          <p:spTgt spid="34"/>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35"/>
                                        </p:tgtEl>
                                        <p:attrNameLst>
                                          <p:attrName>style.visibility</p:attrName>
                                        </p:attrNameLst>
                                      </p:cBhvr>
                                      <p:to>
                                        <p:strVal val="visible"/>
                                      </p:to>
                                    </p:set>
                                    <p:anim calcmode="lin" valueType="num">
                                      <p:cBhvr>
                                        <p:cTn id="162" dur="450" fill="hold"/>
                                        <p:tgtEl>
                                          <p:spTgt spid="35"/>
                                        </p:tgtEl>
                                        <p:attrNameLst>
                                          <p:attrName>ppt_w</p:attrName>
                                        </p:attrNameLst>
                                      </p:cBhvr>
                                      <p:tavLst>
                                        <p:tav tm="0">
                                          <p:val>
                                            <p:fltVal val="0"/>
                                          </p:val>
                                        </p:tav>
                                        <p:tav tm="100000">
                                          <p:val>
                                            <p:strVal val="#ppt_w"/>
                                          </p:val>
                                        </p:tav>
                                      </p:tavLst>
                                    </p:anim>
                                    <p:anim calcmode="lin" valueType="num">
                                      <p:cBhvr>
                                        <p:cTn id="163" dur="450" fill="hold"/>
                                        <p:tgtEl>
                                          <p:spTgt spid="35"/>
                                        </p:tgtEl>
                                        <p:attrNameLst>
                                          <p:attrName>ppt_h</p:attrName>
                                        </p:attrNameLst>
                                      </p:cBhvr>
                                      <p:tavLst>
                                        <p:tav tm="0">
                                          <p:val>
                                            <p:fltVal val="0"/>
                                          </p:val>
                                        </p:tav>
                                        <p:tav tm="100000">
                                          <p:val>
                                            <p:strVal val="#ppt_h"/>
                                          </p:val>
                                        </p:tav>
                                      </p:tavLst>
                                    </p:anim>
                                    <p:animEffect transition="in" filter="fade">
                                      <p:cBhvr>
                                        <p:cTn id="164" dur="450"/>
                                        <p:tgtEl>
                                          <p:spTgt spid="35"/>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childTnLst>
                                </p:cTn>
                              </p:par>
                            </p:childTnLst>
                          </p:cTn>
                        </p:par>
                        <p:par>
                          <p:cTn id="182" fill="hold">
                            <p:stCondLst>
                              <p:cond delay="3400"/>
                            </p:stCondLst>
                            <p:childTnLst>
                              <p:par>
                                <p:cTn id="169" presetID="53" presetClass="entr" presetSubtype="16" fill="hold" grpId="0" nodeType="afterEffect">
                                  <p:stCondLst>
                                    <p:cond delay="0"/>
                                  </p:stCondLst>
                                  <p:childTnLst>
                                    <p:set>
                                      <p:cBhvr>
                                        <p:cTn id="170" dur="1" fill="hold">
                                          <p:stCondLst>
                                            <p:cond delay="0"/>
                                          </p:stCondLst>
                                        </p:cTn>
                                        <p:tgtEl>
                                          <p:spTgt spid="37"/>
                                        </p:tgtEl>
                                        <p:attrNameLst>
                                          <p:attrName>style.visibility</p:attrName>
                                        </p:attrNameLst>
                                      </p:cBhvr>
                                      <p:to>
                                        <p:strVal val="visible"/>
                                      </p:to>
                                    </p:set>
                                    <p:anim calcmode="lin" valueType="num">
                                      <p:cBhvr>
                                        <p:cTn id="171" dur="450" fill="hold"/>
                                        <p:tgtEl>
                                          <p:spTgt spid="37"/>
                                        </p:tgtEl>
                                        <p:attrNameLst>
                                          <p:attrName>ppt_w</p:attrName>
                                        </p:attrNameLst>
                                      </p:cBhvr>
                                      <p:tavLst>
                                        <p:tav tm="0">
                                          <p:val>
                                            <p:fltVal val="0"/>
                                          </p:val>
                                        </p:tav>
                                        <p:tav tm="100000">
                                          <p:val>
                                            <p:strVal val="#ppt_w"/>
                                          </p:val>
                                        </p:tav>
                                      </p:tavLst>
                                    </p:anim>
                                    <p:anim calcmode="lin" valueType="num">
                                      <p:cBhvr>
                                        <p:cTn id="172" dur="450" fill="hold"/>
                                        <p:tgtEl>
                                          <p:spTgt spid="37"/>
                                        </p:tgtEl>
                                        <p:attrNameLst>
                                          <p:attrName>ppt_h</p:attrName>
                                        </p:attrNameLst>
                                      </p:cBhvr>
                                      <p:tavLst>
                                        <p:tav tm="0">
                                          <p:val>
                                            <p:fltVal val="0"/>
                                          </p:val>
                                        </p:tav>
                                        <p:tav tm="100000">
                                          <p:val>
                                            <p:strVal val="#ppt_h"/>
                                          </p:val>
                                        </p:tav>
                                      </p:tavLst>
                                    </p:anim>
                                    <p:animEffect transition="in" filter="fade">
                                      <p:cBhvr>
                                        <p:cTn id="173" dur="450"/>
                                        <p:tgtEl>
                                          <p:spTgt spid="37"/>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38"/>
                                        </p:tgtEl>
                                        <p:attrNameLst>
                                          <p:attrName>style.visibility</p:attrName>
                                        </p:attrNameLst>
                                      </p:cBhvr>
                                      <p:to>
                                        <p:strVal val="visible"/>
                                      </p:to>
                                    </p:set>
                                    <p:anim calcmode="lin" valueType="num">
                                      <p:cBhvr>
                                        <p:cTn id="176" dur="450" fill="hold"/>
                                        <p:tgtEl>
                                          <p:spTgt spid="38"/>
                                        </p:tgtEl>
                                        <p:attrNameLst>
                                          <p:attrName>ppt_w</p:attrName>
                                        </p:attrNameLst>
                                      </p:cBhvr>
                                      <p:tavLst>
                                        <p:tav tm="0">
                                          <p:val>
                                            <p:fltVal val="0"/>
                                          </p:val>
                                        </p:tav>
                                        <p:tav tm="100000">
                                          <p:val>
                                            <p:strVal val="#ppt_w"/>
                                          </p:val>
                                        </p:tav>
                                      </p:tavLst>
                                    </p:anim>
                                    <p:anim calcmode="lin" valueType="num">
                                      <p:cBhvr>
                                        <p:cTn id="177" dur="450" fill="hold"/>
                                        <p:tgtEl>
                                          <p:spTgt spid="38"/>
                                        </p:tgtEl>
                                        <p:attrNameLst>
                                          <p:attrName>ppt_h</p:attrName>
                                        </p:attrNameLst>
                                      </p:cBhvr>
                                      <p:tavLst>
                                        <p:tav tm="0">
                                          <p:val>
                                            <p:fltVal val="0"/>
                                          </p:val>
                                        </p:tav>
                                        <p:tav tm="100000">
                                          <p:val>
                                            <p:strVal val="#ppt_h"/>
                                          </p:val>
                                        </p:tav>
                                      </p:tavLst>
                                    </p:anim>
                                    <p:animEffect transition="in" filter="fade">
                                      <p:cBhvr>
                                        <p:cTn id="178" dur="450"/>
                                        <p:tgtEl>
                                          <p:spTgt spid="38"/>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39"/>
                                        </p:tgtEl>
                                        <p:attrNameLst>
                                          <p:attrName>style.visibility</p:attrName>
                                        </p:attrNameLst>
                                      </p:cBhvr>
                                      <p:to>
                                        <p:strVal val="visible"/>
                                      </p:to>
                                    </p:set>
                                    <p:animEffect transition="in" filter="fade">
                                      <p:cBhvr>
                                        <p:cTn id="18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2" grpId="0" animBg="1"/>
      <p:bldP spid="13" grpId="0" animBg="1"/>
      <p:bldP spid="14" grpId="0" animBg="1"/>
      <p:bldP spid="16" grpId="0" animBg="1"/>
      <p:bldP spid="17" grpId="0" animBg="1"/>
      <p:bldP spid="19" grpId="0" animBg="1"/>
      <p:bldP spid="20" grpId="0" animBg="1"/>
      <p:bldP spid="21" grpId="0" animBg="1"/>
      <p:bldP spid="23" grpId="0" animBg="1"/>
      <p:bldP spid="24" grpId="0" animBg="1"/>
      <p:bldP spid="26" grpId="0" animBg="1"/>
      <p:bldP spid="27" grpId="0" animBg="1"/>
      <p:bldP spid="28" grpId="0" animBg="1"/>
      <p:bldP spid="30" grpId="0" animBg="1"/>
      <p:bldP spid="31" grpId="0" animBg="1"/>
      <p:bldP spid="33" grpId="0" animBg="1"/>
      <p:bldP spid="34" grpId="0" animBg="1"/>
      <p:bldP spid="36" grpId="0" animBg="1"/>
      <p:bldP spid="37" grpId="0" animBg="1"/>
      <p:bldP spid="3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1f_174"/>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F5B301"/>
                </a:solidFill>
                <a:latin typeface="Arial" pitchFamily="34" charset="0"/>
                <a:ea typeface="Arial" pitchFamily="34" charset="-122"/>
                <a:cs typeface="Arial" pitchFamily="34" charset="-120"/>
              </a:rPr>
              <a:t>ÉTAPE 2 · RECONNAISSANCE</a:t>
            </a:r>
            <a:endParaRPr lang="en-US" sz="1100" dirty="0"/>
          </a:p>
        </p:txBody>
      </p:sp>
      <p:sp>
        <p:nvSpPr>
          <p:cNvPr id="3" name="a1f_175"/>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Reconnaître en direct, devant la caméra</a:t>
            </a:r>
            <a:endParaRPr lang="en-US" sz="2800" dirty="0"/>
          </a:p>
        </p:txBody>
      </p:sp>
      <p:pic>
        <p:nvPicPr>
          <p:cNvPr id="4" name="a2z_176" descr="/tmp/claude-0/-home-user-face-id/e849e0f3-7743-5449-a322-d35a4c4c9845/scratchpad/deck/img/cam.png">    </p:cNvPr>
          <p:cNvPicPr>
            <a:picLocks noChangeAspect="1"/>
          </p:cNvPicPr>
          <p:nvPr/>
        </p:nvPicPr>
        <p:blipFill>
          <a:blip r:embed="rId2"/>
          <a:stretch>
            <a:fillRect/>
          </a:stretch>
        </p:blipFill>
        <p:spPr>
          <a:xfrm>
            <a:off x="685800" y="1325880"/>
            <a:ext cx="3154680" cy="3154680"/>
          </a:xfrm>
          <a:prstGeom prst="rect">
            <a:avLst/>
          </a:prstGeom>
        </p:spPr>
      </p:pic>
      <p:sp>
        <p:nvSpPr>
          <p:cNvPr id="5" name="a2f_177"/>
          <p:cNvSpPr/>
          <p:nvPr/>
        </p:nvSpPr>
        <p:spPr>
          <a:xfrm>
            <a:off x="502920" y="1143000"/>
            <a:ext cx="292608" cy="0"/>
          </a:xfrm>
          <a:prstGeom prst="line">
            <a:avLst/>
          </a:prstGeom>
          <a:noFill/>
          <a:ln w="31750">
            <a:solidFill>
              <a:srgbClr val="F5B301"/>
            </a:solidFill>
            <a:prstDash val="solid"/>
          </a:ln>
        </p:spPr>
      </p:sp>
      <p:sp>
        <p:nvSpPr>
          <p:cNvPr id="6" name="a2f_178"/>
          <p:cNvSpPr/>
          <p:nvPr/>
        </p:nvSpPr>
        <p:spPr>
          <a:xfrm>
            <a:off x="502920" y="1143000"/>
            <a:ext cx="0" cy="292608"/>
          </a:xfrm>
          <a:prstGeom prst="line">
            <a:avLst/>
          </a:prstGeom>
          <a:noFill/>
          <a:ln w="31750">
            <a:solidFill>
              <a:srgbClr val="F5B301"/>
            </a:solidFill>
            <a:prstDash val="solid"/>
          </a:ln>
        </p:spPr>
      </p:sp>
      <p:sp>
        <p:nvSpPr>
          <p:cNvPr id="7" name="a2f_179"/>
          <p:cNvSpPr/>
          <p:nvPr/>
        </p:nvSpPr>
        <p:spPr>
          <a:xfrm>
            <a:off x="3730752" y="1143000"/>
            <a:ext cx="292608" cy="0"/>
          </a:xfrm>
          <a:prstGeom prst="line">
            <a:avLst/>
          </a:prstGeom>
          <a:noFill/>
          <a:ln w="31750">
            <a:solidFill>
              <a:srgbClr val="F5B301"/>
            </a:solidFill>
            <a:prstDash val="solid"/>
          </a:ln>
        </p:spPr>
      </p:sp>
      <p:sp>
        <p:nvSpPr>
          <p:cNvPr id="8" name="a2f_180"/>
          <p:cNvSpPr/>
          <p:nvPr/>
        </p:nvSpPr>
        <p:spPr>
          <a:xfrm>
            <a:off x="4023360" y="1143000"/>
            <a:ext cx="0" cy="292608"/>
          </a:xfrm>
          <a:prstGeom prst="line">
            <a:avLst/>
          </a:prstGeom>
          <a:noFill/>
          <a:ln w="31750">
            <a:solidFill>
              <a:srgbClr val="F5B301"/>
            </a:solidFill>
            <a:prstDash val="solid"/>
          </a:ln>
        </p:spPr>
      </p:sp>
      <p:sp>
        <p:nvSpPr>
          <p:cNvPr id="9" name="a2f_181"/>
          <p:cNvSpPr/>
          <p:nvPr/>
        </p:nvSpPr>
        <p:spPr>
          <a:xfrm>
            <a:off x="502920" y="4663440"/>
            <a:ext cx="292608" cy="0"/>
          </a:xfrm>
          <a:prstGeom prst="line">
            <a:avLst/>
          </a:prstGeom>
          <a:noFill/>
          <a:ln w="31750">
            <a:solidFill>
              <a:srgbClr val="F5B301"/>
            </a:solidFill>
            <a:prstDash val="solid"/>
          </a:ln>
        </p:spPr>
      </p:sp>
      <p:sp>
        <p:nvSpPr>
          <p:cNvPr id="10" name="a2f_182"/>
          <p:cNvSpPr/>
          <p:nvPr/>
        </p:nvSpPr>
        <p:spPr>
          <a:xfrm>
            <a:off x="502920" y="4370832"/>
            <a:ext cx="0" cy="292608"/>
          </a:xfrm>
          <a:prstGeom prst="line">
            <a:avLst/>
          </a:prstGeom>
          <a:noFill/>
          <a:ln w="31750">
            <a:solidFill>
              <a:srgbClr val="F5B301"/>
            </a:solidFill>
            <a:prstDash val="solid"/>
          </a:ln>
        </p:spPr>
      </p:sp>
      <p:sp>
        <p:nvSpPr>
          <p:cNvPr id="11" name="a2f_183"/>
          <p:cNvSpPr/>
          <p:nvPr/>
        </p:nvSpPr>
        <p:spPr>
          <a:xfrm>
            <a:off x="3730752" y="4663440"/>
            <a:ext cx="292608" cy="0"/>
          </a:xfrm>
          <a:prstGeom prst="line">
            <a:avLst/>
          </a:prstGeom>
          <a:noFill/>
          <a:ln w="31750">
            <a:solidFill>
              <a:srgbClr val="F5B301"/>
            </a:solidFill>
            <a:prstDash val="solid"/>
          </a:ln>
        </p:spPr>
      </p:sp>
      <p:sp>
        <p:nvSpPr>
          <p:cNvPr id="12" name="a2f_184"/>
          <p:cNvSpPr/>
          <p:nvPr/>
        </p:nvSpPr>
        <p:spPr>
          <a:xfrm>
            <a:off x="4023360" y="4370832"/>
            <a:ext cx="0" cy="292608"/>
          </a:xfrm>
          <a:prstGeom prst="line">
            <a:avLst/>
          </a:prstGeom>
          <a:noFill/>
          <a:ln w="31750">
            <a:solidFill>
              <a:srgbClr val="F5B301"/>
            </a:solidFill>
            <a:prstDash val="solid"/>
          </a:ln>
        </p:spPr>
      </p:sp>
      <p:sp>
        <p:nvSpPr>
          <p:cNvPr id="13" name="a3u_185"/>
          <p:cNvSpPr/>
          <p:nvPr/>
        </p:nvSpPr>
        <p:spPr>
          <a:xfrm>
            <a:off x="4526280" y="1325880"/>
            <a:ext cx="4160520" cy="914400"/>
          </a:xfrm>
          <a:prstGeom prst="roundRect">
            <a:avLst>
              <a:gd name="adj" fmla="val 8000"/>
            </a:avLst>
          </a:prstGeom>
          <a:solidFill>
            <a:srgbClr val="FFFFFF">
              <a:alpha val="10000"/>
            </a:srgbClr>
          </a:solidFill>
          <a:ln w="12700">
            <a:solidFill>
              <a:srgbClr val="FFFFFF"/>
            </a:solidFill>
            <a:prstDash val="solid"/>
          </a:ln>
        </p:spPr>
      </p:sp>
      <p:sp>
        <p:nvSpPr>
          <p:cNvPr id="14" name="a3u_186"/>
          <p:cNvSpPr/>
          <p:nvPr/>
        </p:nvSpPr>
        <p:spPr>
          <a:xfrm>
            <a:off x="4709160" y="1508760"/>
            <a:ext cx="548640" cy="548640"/>
          </a:xfrm>
          <a:prstGeom prst="ellipse">
            <a:avLst/>
          </a:prstGeom>
          <a:solidFill>
            <a:srgbClr val="22A45D"/>
          </a:solidFill>
          <a:ln w="12700">
            <a:solidFill>
              <a:srgbClr val="22A45D"/>
            </a:solidFill>
            <a:prstDash val="solid"/>
          </a:ln>
        </p:spPr>
      </p:sp>
      <p:pic>
        <p:nvPicPr>
          <p:cNvPr id="15" name="a3u_186i" descr="preencoded.png">    </p:cNvPr>
          <p:cNvPicPr>
            <a:picLocks noChangeAspect="1"/>
          </p:cNvPicPr>
          <p:nvPr/>
        </p:nvPicPr>
        <p:blipFill>
          <a:blip r:embed="rId3"/>
          <a:stretch>
            <a:fillRect/>
          </a:stretch>
        </p:blipFill>
        <p:spPr>
          <a:xfrm>
            <a:off x="4840834" y="1640434"/>
            <a:ext cx="285293" cy="285293"/>
          </a:xfrm>
          <a:prstGeom prst="rect">
            <a:avLst/>
          </a:prstGeom>
        </p:spPr>
      </p:pic>
      <p:sp>
        <p:nvSpPr>
          <p:cNvPr id="16" name="a3u_187"/>
          <p:cNvSpPr txBox="1"/>
          <p:nvPr/>
        </p:nvSpPr>
        <p:spPr>
          <a:xfrm>
            <a:off x="5440680" y="1463040"/>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Personne reconnue</a:t>
            </a:r>
            <a:endParaRPr lang="en-US" sz="1400" dirty="0"/>
          </a:p>
        </p:txBody>
      </p:sp>
      <p:sp>
        <p:nvSpPr>
          <p:cNvPr id="17" name="a3u_188"/>
          <p:cNvSpPr txBox="1"/>
          <p:nvPr/>
        </p:nvSpPr>
        <p:spPr>
          <a:xfrm>
            <a:off x="5440680" y="1737360"/>
            <a:ext cx="3108960" cy="457200"/>
          </a:xfrm>
          <a:prstGeom prst="rect">
            <a:avLst/>
          </a:prstGeom>
          <a:noFill/>
          <a:ln/>
        </p:spPr>
        <p:txBody>
          <a:bodyPr wrap="square" lIns="0" tIns="0" rIns="0" bIns="0" rtlCol="0" anchor="t"/>
          <a:lstStyle/>
          <a:p>
            <a:pPr indent="0" marL="0">
              <a:buNone/>
            </a:pPr>
            <a:r>
              <a:rPr lang="en-US" sz="1050" dirty="0">
                <a:solidFill>
                  <a:srgbClr val="C9C3F5"/>
                </a:solidFill>
                <a:latin typeface="Arial" pitchFamily="34" charset="0"/>
                <a:ea typeface="Arial" pitchFamily="34" charset="-122"/>
                <a:cs typeface="Arial" pitchFamily="34" charset="-120"/>
              </a:rPr>
              <a:t>Son nom s’affiche au-dessus du cadre vert, en temps réel.</a:t>
            </a:r>
            <a:endParaRPr lang="en-US" sz="1050" dirty="0"/>
          </a:p>
        </p:txBody>
      </p:sp>
      <p:sp>
        <p:nvSpPr>
          <p:cNvPr id="18" name="a4u_189"/>
          <p:cNvSpPr/>
          <p:nvPr/>
        </p:nvSpPr>
        <p:spPr>
          <a:xfrm>
            <a:off x="4526280" y="2377440"/>
            <a:ext cx="4160520" cy="914400"/>
          </a:xfrm>
          <a:prstGeom prst="roundRect">
            <a:avLst>
              <a:gd name="adj" fmla="val 8000"/>
            </a:avLst>
          </a:prstGeom>
          <a:solidFill>
            <a:srgbClr val="FFFFFF">
              <a:alpha val="10000"/>
            </a:srgbClr>
          </a:solidFill>
          <a:ln w="12700">
            <a:solidFill>
              <a:srgbClr val="FFFFFF"/>
            </a:solidFill>
            <a:prstDash val="solid"/>
          </a:ln>
        </p:spPr>
      </p:sp>
      <p:sp>
        <p:nvSpPr>
          <p:cNvPr id="19" name="a4u_190"/>
          <p:cNvSpPr/>
          <p:nvPr/>
        </p:nvSpPr>
        <p:spPr>
          <a:xfrm>
            <a:off x="4709160" y="2560320"/>
            <a:ext cx="548640" cy="548640"/>
          </a:xfrm>
          <a:prstGeom prst="ellipse">
            <a:avLst/>
          </a:prstGeom>
          <a:solidFill>
            <a:srgbClr val="F5B301"/>
          </a:solidFill>
          <a:ln w="12700">
            <a:solidFill>
              <a:srgbClr val="F5B301"/>
            </a:solidFill>
            <a:prstDash val="solid"/>
          </a:ln>
        </p:spPr>
      </p:sp>
      <p:pic>
        <p:nvPicPr>
          <p:cNvPr id="20" name="a4u_190i" descr="preencoded.png">    </p:cNvPr>
          <p:cNvPicPr>
            <a:picLocks noChangeAspect="1"/>
          </p:cNvPicPr>
          <p:nvPr/>
        </p:nvPicPr>
        <p:blipFill>
          <a:blip r:embed="rId4"/>
          <a:stretch>
            <a:fillRect/>
          </a:stretch>
        </p:blipFill>
        <p:spPr>
          <a:xfrm>
            <a:off x="4840834" y="2691994"/>
            <a:ext cx="285293" cy="285293"/>
          </a:xfrm>
          <a:prstGeom prst="rect">
            <a:avLst/>
          </a:prstGeom>
        </p:spPr>
      </p:pic>
      <p:sp>
        <p:nvSpPr>
          <p:cNvPr id="21" name="a4u_191"/>
          <p:cNvSpPr txBox="1"/>
          <p:nvPr/>
        </p:nvSpPr>
        <p:spPr>
          <a:xfrm>
            <a:off x="5440680" y="2514600"/>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Personne inconnue</a:t>
            </a:r>
            <a:endParaRPr lang="en-US" sz="1400" dirty="0"/>
          </a:p>
        </p:txBody>
      </p:sp>
      <p:sp>
        <p:nvSpPr>
          <p:cNvPr id="22" name="a4u_192"/>
          <p:cNvSpPr txBox="1"/>
          <p:nvPr/>
        </p:nvSpPr>
        <p:spPr>
          <a:xfrm>
            <a:off x="5440680" y="2788920"/>
            <a:ext cx="3108960" cy="457200"/>
          </a:xfrm>
          <a:prstGeom prst="rect">
            <a:avLst/>
          </a:prstGeom>
          <a:noFill/>
          <a:ln/>
        </p:spPr>
        <p:txBody>
          <a:bodyPr wrap="square" lIns="0" tIns="0" rIns="0" bIns="0" rtlCol="0" anchor="t"/>
          <a:lstStyle/>
          <a:p>
            <a:pPr indent="0" marL="0">
              <a:buNone/>
            </a:pPr>
            <a:r>
              <a:rPr lang="en-US" sz="1050" dirty="0">
                <a:solidFill>
                  <a:srgbClr val="C9C3F5"/>
                </a:solidFill>
                <a:latin typeface="Arial" pitchFamily="34" charset="0"/>
                <a:ea typeface="Arial" pitchFamily="34" charset="-122"/>
                <a:cs typeface="Arial" pitchFamily="34" charset="-120"/>
              </a:rPr>
              <a:t>Mention « inconnu » : visiteur non enregistré, à orienter vers l’accueil.</a:t>
            </a:r>
            <a:endParaRPr lang="en-US" sz="1050" dirty="0"/>
          </a:p>
        </p:txBody>
      </p:sp>
      <p:sp>
        <p:nvSpPr>
          <p:cNvPr id="23" name="a5u_193"/>
          <p:cNvSpPr/>
          <p:nvPr/>
        </p:nvSpPr>
        <p:spPr>
          <a:xfrm>
            <a:off x="4526280" y="3429000"/>
            <a:ext cx="4160520" cy="914400"/>
          </a:xfrm>
          <a:prstGeom prst="roundRect">
            <a:avLst>
              <a:gd name="adj" fmla="val 8000"/>
            </a:avLst>
          </a:prstGeom>
          <a:solidFill>
            <a:srgbClr val="FFFFFF">
              <a:alpha val="10000"/>
            </a:srgbClr>
          </a:solidFill>
          <a:ln w="12700">
            <a:solidFill>
              <a:srgbClr val="FFFFFF"/>
            </a:solidFill>
            <a:prstDash val="solid"/>
          </a:ln>
        </p:spPr>
      </p:sp>
      <p:sp>
        <p:nvSpPr>
          <p:cNvPr id="24" name="a5u_194"/>
          <p:cNvSpPr/>
          <p:nvPr/>
        </p:nvSpPr>
        <p:spPr>
          <a:xfrm>
            <a:off x="4709160" y="3611880"/>
            <a:ext cx="548640" cy="548640"/>
          </a:xfrm>
          <a:prstGeom prst="ellipse">
            <a:avLst/>
          </a:prstGeom>
          <a:solidFill>
            <a:srgbClr val="E5484D"/>
          </a:solidFill>
          <a:ln w="12700">
            <a:solidFill>
              <a:srgbClr val="E5484D"/>
            </a:solidFill>
            <a:prstDash val="solid"/>
          </a:ln>
        </p:spPr>
      </p:sp>
      <p:pic>
        <p:nvPicPr>
          <p:cNvPr id="25" name="a5u_194i" descr="preencoded.png">    </p:cNvPr>
          <p:cNvPicPr>
            <a:picLocks noChangeAspect="1"/>
          </p:cNvPicPr>
          <p:nvPr/>
        </p:nvPicPr>
        <p:blipFill>
          <a:blip r:embed="rId5"/>
          <a:stretch>
            <a:fillRect/>
          </a:stretch>
        </p:blipFill>
        <p:spPr>
          <a:xfrm>
            <a:off x="4840834" y="3743554"/>
            <a:ext cx="285293" cy="285293"/>
          </a:xfrm>
          <a:prstGeom prst="rect">
            <a:avLst/>
          </a:prstGeom>
        </p:spPr>
      </p:pic>
      <p:sp>
        <p:nvSpPr>
          <p:cNvPr id="26" name="a5u_195"/>
          <p:cNvSpPr txBox="1"/>
          <p:nvPr/>
        </p:nvSpPr>
        <p:spPr>
          <a:xfrm>
            <a:off x="5440680" y="3566160"/>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Plusieurs visages</a:t>
            </a:r>
            <a:endParaRPr lang="en-US" sz="1400" dirty="0"/>
          </a:p>
        </p:txBody>
      </p:sp>
      <p:sp>
        <p:nvSpPr>
          <p:cNvPr id="27" name="a5u_196"/>
          <p:cNvSpPr txBox="1"/>
          <p:nvPr/>
        </p:nvSpPr>
        <p:spPr>
          <a:xfrm>
            <a:off x="5440680" y="3840480"/>
            <a:ext cx="3108960" cy="457200"/>
          </a:xfrm>
          <a:prstGeom prst="rect">
            <a:avLst/>
          </a:prstGeom>
          <a:noFill/>
          <a:ln/>
        </p:spPr>
        <p:txBody>
          <a:bodyPr wrap="square" lIns="0" tIns="0" rIns="0" bIns="0" rtlCol="0" anchor="t"/>
          <a:lstStyle/>
          <a:p>
            <a:pPr indent="0" marL="0">
              <a:buNone/>
            </a:pPr>
            <a:r>
              <a:rPr lang="en-US" sz="1050" dirty="0">
                <a:solidFill>
                  <a:srgbClr val="C9C3F5"/>
                </a:solidFill>
                <a:latin typeface="Arial" pitchFamily="34" charset="0"/>
                <a:ea typeface="Arial" pitchFamily="34" charset="-122"/>
                <a:cs typeface="Arial" pitchFamily="34" charset="-120"/>
              </a:rPr>
              <a:t>Alerte « plusieurs faces » : l’identification se fait une personne à la fois.</a:t>
            </a:r>
            <a:endParaRPr lang="en-US" sz="1050" dirty="0"/>
          </a:p>
        </p:txBody>
      </p:sp>
      <p:sp>
        <p:nvSpPr>
          <p:cNvPr id="28" name="a6f_197"/>
          <p:cNvSpPr txBox="1"/>
          <p:nvPr/>
        </p:nvSpPr>
        <p:spPr>
          <a:xfrm>
            <a:off x="4526280" y="4526280"/>
            <a:ext cx="4160520" cy="274320"/>
          </a:xfrm>
          <a:prstGeom prst="rect">
            <a:avLst/>
          </a:prstGeom>
          <a:noFill/>
          <a:ln/>
        </p:spPr>
        <p:txBody>
          <a:bodyPr wrap="square" lIns="0" tIns="0" rIns="0" bIns="0" rtlCol="0" anchor="t"/>
          <a:lstStyle/>
          <a:p>
            <a:pPr indent="0" marL="0">
              <a:buNone/>
            </a:pPr>
            <a:r>
              <a:rPr lang="en-US" sz="1000" i="1" dirty="0">
                <a:solidFill>
                  <a:srgbClr val="C9C3F5"/>
                </a:solidFill>
                <a:latin typeface="Arial" pitchFamily="34" charset="0"/>
                <a:ea typeface="Arial" pitchFamily="34" charset="-122"/>
                <a:cs typeface="Arial" pitchFamily="34" charset="-120"/>
              </a:rPr>
              <a:t>Image actualisée jusqu’à 30 fois/s · une simple webcam suffit</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par>
                          <p:cTn id="4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450" fill="hold"/>
                                        <p:tgtEl>
                                          <p:spTgt spid="4"/>
                                        </p:tgtEl>
                                        <p:attrNameLst>
                                          <p:attrName>ppt_w</p:attrName>
                                        </p:attrNameLst>
                                      </p:cBhvr>
                                      <p:tavLst>
                                        <p:tav tm="0">
                                          <p:val>
                                            <p:fltVal val="0"/>
                                          </p:val>
                                        </p:tav>
                                        <p:tav tm="100000">
                                          <p:val>
                                            <p:strVal val="#ppt_w"/>
                                          </p:val>
                                        </p:tav>
                                      </p:tavLst>
                                    </p:anim>
                                    <p:anim calcmode="lin" valueType="num">
                                      <p:cBhvr>
                                        <p:cTn id="14" dur="450" fill="hold"/>
                                        <p:tgtEl>
                                          <p:spTgt spid="4"/>
                                        </p:tgtEl>
                                        <p:attrNameLst>
                                          <p:attrName>ppt_h</p:attrName>
                                        </p:attrNameLst>
                                      </p:cBhvr>
                                      <p:tavLst>
                                        <p:tav tm="0">
                                          <p:val>
                                            <p:fltVal val="0"/>
                                          </p:val>
                                        </p:tav>
                                        <p:tav tm="100000">
                                          <p:val>
                                            <p:strVal val="#ppt_h"/>
                                          </p:val>
                                        </p:tav>
                                      </p:tavLst>
                                    </p:anim>
                                    <p:animEffect transition="in" filter="fade">
                                      <p:cBhvr>
                                        <p:cTn id="15" dur="45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par>
                          <p:cTn id="66" fill="hold">
                            <p:stCondLst>
                              <p:cond delay="1000"/>
                            </p:stCondLst>
                            <p:childTnLst>
                              <p:par>
                                <p:cTn id="41" presetID="42" presetClass="entr" presetSubtype="0"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00"/>
                                        <p:tgtEl>
                                          <p:spTgt spid="13"/>
                                        </p:tgtEl>
                                      </p:cBhvr>
                                    </p:animEffect>
                                    <p:anim calcmode="lin" valueType="num">
                                      <p:cBhvr additive="base">
                                        <p:cTn id="44" dur="600" fill="hold"/>
                                        <p:tgtEl>
                                          <p:spTgt spid="13"/>
                                        </p:tgtEl>
                                        <p:attrNameLst>
                                          <p:attrName>ppt_x</p:attrName>
                                        </p:attrNameLst>
                                      </p:cBhvr>
                                      <p:tavLst>
                                        <p:tav tm="0">
                                          <p:val>
                                            <p:strVal val="#ppt_x"/>
                                          </p:val>
                                        </p:tav>
                                        <p:tav tm="100000">
                                          <p:val>
                                            <p:strVal val="#ppt_x"/>
                                          </p:val>
                                        </p:tav>
                                      </p:tavLst>
                                    </p:anim>
                                    <p:anim calcmode="lin" valueType="num">
                                      <p:cBhvr additive="base">
                                        <p:cTn id="45" dur="6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00"/>
                                        <p:tgtEl>
                                          <p:spTgt spid="14"/>
                                        </p:tgtEl>
                                      </p:cBhvr>
                                    </p:animEffect>
                                    <p:anim calcmode="lin" valueType="num">
                                      <p:cBhvr additive="base">
                                        <p:cTn id="49" dur="600" fill="hold"/>
                                        <p:tgtEl>
                                          <p:spTgt spid="14"/>
                                        </p:tgtEl>
                                        <p:attrNameLst>
                                          <p:attrName>ppt_x</p:attrName>
                                        </p:attrNameLst>
                                      </p:cBhvr>
                                      <p:tavLst>
                                        <p:tav tm="0">
                                          <p:val>
                                            <p:strVal val="#ppt_x"/>
                                          </p:val>
                                        </p:tav>
                                        <p:tav tm="100000">
                                          <p:val>
                                            <p:strVal val="#ppt_x"/>
                                          </p:val>
                                        </p:tav>
                                      </p:tavLst>
                                    </p:anim>
                                    <p:anim calcmode="lin" valueType="num">
                                      <p:cBhvr additive="base">
                                        <p:cTn id="50" dur="6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600"/>
                                        <p:tgtEl>
                                          <p:spTgt spid="15"/>
                                        </p:tgtEl>
                                      </p:cBhvr>
                                    </p:animEffect>
                                    <p:anim calcmode="lin" valueType="num">
                                      <p:cBhvr additive="base">
                                        <p:cTn id="54" dur="600" fill="hold"/>
                                        <p:tgtEl>
                                          <p:spTgt spid="15"/>
                                        </p:tgtEl>
                                        <p:attrNameLst>
                                          <p:attrName>ppt_x</p:attrName>
                                        </p:attrNameLst>
                                      </p:cBhvr>
                                      <p:tavLst>
                                        <p:tav tm="0">
                                          <p:val>
                                            <p:strVal val="#ppt_x"/>
                                          </p:val>
                                        </p:tav>
                                        <p:tav tm="100000">
                                          <p:val>
                                            <p:strVal val="#ppt_x"/>
                                          </p:val>
                                        </p:tav>
                                      </p:tavLst>
                                    </p:anim>
                                    <p:anim calcmode="lin" valueType="num">
                                      <p:cBhvr additive="base">
                                        <p:cTn id="55" dur="6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00"/>
                                        <p:tgtEl>
                                          <p:spTgt spid="16"/>
                                        </p:tgtEl>
                                      </p:cBhvr>
                                    </p:animEffect>
                                    <p:anim calcmode="lin" valueType="num">
                                      <p:cBhvr additive="base">
                                        <p:cTn id="59" dur="600" fill="hold"/>
                                        <p:tgtEl>
                                          <p:spTgt spid="16"/>
                                        </p:tgtEl>
                                        <p:attrNameLst>
                                          <p:attrName>ppt_x</p:attrName>
                                        </p:attrNameLst>
                                      </p:cBhvr>
                                      <p:tavLst>
                                        <p:tav tm="0">
                                          <p:val>
                                            <p:strVal val="#ppt_x"/>
                                          </p:val>
                                        </p:tav>
                                        <p:tav tm="100000">
                                          <p:val>
                                            <p:strVal val="#ppt_x"/>
                                          </p:val>
                                        </p:tav>
                                      </p:tavLst>
                                    </p:anim>
                                    <p:anim calcmode="lin" valueType="num">
                                      <p:cBhvr additive="base">
                                        <p:cTn id="60" dur="600" fill="hold"/>
                                        <p:tgtEl>
                                          <p:spTgt spid="1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600"/>
                                        <p:tgtEl>
                                          <p:spTgt spid="17"/>
                                        </p:tgtEl>
                                      </p:cBhvr>
                                    </p:animEffect>
                                    <p:anim calcmode="lin" valueType="num">
                                      <p:cBhvr additive="base">
                                        <p:cTn id="64" dur="600" fill="hold"/>
                                        <p:tgtEl>
                                          <p:spTgt spid="17"/>
                                        </p:tgtEl>
                                        <p:attrNameLst>
                                          <p:attrName>ppt_x</p:attrName>
                                        </p:attrNameLst>
                                      </p:cBhvr>
                                      <p:tavLst>
                                        <p:tav tm="0">
                                          <p:val>
                                            <p:strVal val="#ppt_x"/>
                                          </p:val>
                                        </p:tav>
                                        <p:tav tm="100000">
                                          <p:val>
                                            <p:strVal val="#ppt_x"/>
                                          </p:val>
                                        </p:tav>
                                      </p:tavLst>
                                    </p:anim>
                                    <p:anim calcmode="lin" valueType="num">
                                      <p:cBhvr additive="base">
                                        <p:cTn id="65" dur="600" fill="hold"/>
                                        <p:tgtEl>
                                          <p:spTgt spid="17"/>
                                        </p:tgtEl>
                                        <p:attrNameLst>
                                          <p:attrName>ppt_y</p:attrName>
                                        </p:attrNameLst>
                                      </p:cBhvr>
                                      <p:tavLst>
                                        <p:tav tm="0">
                                          <p:val>
                                            <p:strVal val="#ppt_y+.1"/>
                                          </p:val>
                                        </p:tav>
                                        <p:tav tm="100000">
                                          <p:val>
                                            <p:strVal val="#ppt_y"/>
                                          </p:val>
                                        </p:tav>
                                      </p:tavLst>
                                    </p:anim>
                                  </p:childTnLst>
                                </p:cTn>
                              </p:par>
                            </p:childTnLst>
                          </p:cTn>
                        </p:par>
                        <p:par>
                          <p:cTn id="92" fill="hold">
                            <p:stCondLst>
                              <p:cond delay="1600"/>
                            </p:stCondLst>
                            <p:childTnLst>
                              <p:par>
                                <p:cTn id="67" presetID="42" presetClass="entr" presetSubtype="0"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600"/>
                                        <p:tgtEl>
                                          <p:spTgt spid="18"/>
                                        </p:tgtEl>
                                      </p:cBhvr>
                                    </p:animEffect>
                                    <p:anim calcmode="lin" valueType="num">
                                      <p:cBhvr additive="base">
                                        <p:cTn id="70" dur="600" fill="hold"/>
                                        <p:tgtEl>
                                          <p:spTgt spid="18"/>
                                        </p:tgtEl>
                                        <p:attrNameLst>
                                          <p:attrName>ppt_x</p:attrName>
                                        </p:attrNameLst>
                                      </p:cBhvr>
                                      <p:tavLst>
                                        <p:tav tm="0">
                                          <p:val>
                                            <p:strVal val="#ppt_x"/>
                                          </p:val>
                                        </p:tav>
                                        <p:tav tm="100000">
                                          <p:val>
                                            <p:strVal val="#ppt_x"/>
                                          </p:val>
                                        </p:tav>
                                      </p:tavLst>
                                    </p:anim>
                                    <p:anim calcmode="lin" valueType="num">
                                      <p:cBhvr additive="base">
                                        <p:cTn id="71" dur="600" fill="hold"/>
                                        <p:tgtEl>
                                          <p:spTgt spid="18"/>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600"/>
                                        <p:tgtEl>
                                          <p:spTgt spid="19"/>
                                        </p:tgtEl>
                                      </p:cBhvr>
                                    </p:animEffect>
                                    <p:anim calcmode="lin" valueType="num">
                                      <p:cBhvr additive="base">
                                        <p:cTn id="75" dur="600" fill="hold"/>
                                        <p:tgtEl>
                                          <p:spTgt spid="19"/>
                                        </p:tgtEl>
                                        <p:attrNameLst>
                                          <p:attrName>ppt_x</p:attrName>
                                        </p:attrNameLst>
                                      </p:cBhvr>
                                      <p:tavLst>
                                        <p:tav tm="0">
                                          <p:val>
                                            <p:strVal val="#ppt_x"/>
                                          </p:val>
                                        </p:tav>
                                        <p:tav tm="100000">
                                          <p:val>
                                            <p:strVal val="#ppt_x"/>
                                          </p:val>
                                        </p:tav>
                                      </p:tavLst>
                                    </p:anim>
                                    <p:anim calcmode="lin" valueType="num">
                                      <p:cBhvr additive="base">
                                        <p:cTn id="76" dur="600" fill="hold"/>
                                        <p:tgtEl>
                                          <p:spTgt spid="19"/>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600"/>
                                        <p:tgtEl>
                                          <p:spTgt spid="20"/>
                                        </p:tgtEl>
                                      </p:cBhvr>
                                    </p:animEffect>
                                    <p:anim calcmode="lin" valueType="num">
                                      <p:cBhvr additive="base">
                                        <p:cTn id="80" dur="600" fill="hold"/>
                                        <p:tgtEl>
                                          <p:spTgt spid="20"/>
                                        </p:tgtEl>
                                        <p:attrNameLst>
                                          <p:attrName>ppt_x</p:attrName>
                                        </p:attrNameLst>
                                      </p:cBhvr>
                                      <p:tavLst>
                                        <p:tav tm="0">
                                          <p:val>
                                            <p:strVal val="#ppt_x"/>
                                          </p:val>
                                        </p:tav>
                                        <p:tav tm="100000">
                                          <p:val>
                                            <p:strVal val="#ppt_x"/>
                                          </p:val>
                                        </p:tav>
                                      </p:tavLst>
                                    </p:anim>
                                    <p:anim calcmode="lin" valueType="num">
                                      <p:cBhvr additive="base">
                                        <p:cTn id="81" dur="600" fill="hold"/>
                                        <p:tgtEl>
                                          <p:spTgt spid="20"/>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600"/>
                                        <p:tgtEl>
                                          <p:spTgt spid="21"/>
                                        </p:tgtEl>
                                      </p:cBhvr>
                                    </p:animEffect>
                                    <p:anim calcmode="lin" valueType="num">
                                      <p:cBhvr additive="base">
                                        <p:cTn id="85" dur="600" fill="hold"/>
                                        <p:tgtEl>
                                          <p:spTgt spid="21"/>
                                        </p:tgtEl>
                                        <p:attrNameLst>
                                          <p:attrName>ppt_x</p:attrName>
                                        </p:attrNameLst>
                                      </p:cBhvr>
                                      <p:tavLst>
                                        <p:tav tm="0">
                                          <p:val>
                                            <p:strVal val="#ppt_x"/>
                                          </p:val>
                                        </p:tav>
                                        <p:tav tm="100000">
                                          <p:val>
                                            <p:strVal val="#ppt_x"/>
                                          </p:val>
                                        </p:tav>
                                      </p:tavLst>
                                    </p:anim>
                                    <p:anim calcmode="lin" valueType="num">
                                      <p:cBhvr additive="base">
                                        <p:cTn id="86" dur="600" fill="hold"/>
                                        <p:tgtEl>
                                          <p:spTgt spid="21"/>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600"/>
                                        <p:tgtEl>
                                          <p:spTgt spid="22"/>
                                        </p:tgtEl>
                                      </p:cBhvr>
                                    </p:animEffect>
                                    <p:anim calcmode="lin" valueType="num">
                                      <p:cBhvr additive="base">
                                        <p:cTn id="90" dur="600" fill="hold"/>
                                        <p:tgtEl>
                                          <p:spTgt spid="22"/>
                                        </p:tgtEl>
                                        <p:attrNameLst>
                                          <p:attrName>ppt_x</p:attrName>
                                        </p:attrNameLst>
                                      </p:cBhvr>
                                      <p:tavLst>
                                        <p:tav tm="0">
                                          <p:val>
                                            <p:strVal val="#ppt_x"/>
                                          </p:val>
                                        </p:tav>
                                        <p:tav tm="100000">
                                          <p:val>
                                            <p:strVal val="#ppt_x"/>
                                          </p:val>
                                        </p:tav>
                                      </p:tavLst>
                                    </p:anim>
                                    <p:anim calcmode="lin" valueType="num">
                                      <p:cBhvr additive="base">
                                        <p:cTn id="91" dur="600" fill="hold"/>
                                        <p:tgtEl>
                                          <p:spTgt spid="22"/>
                                        </p:tgtEl>
                                        <p:attrNameLst>
                                          <p:attrName>ppt_y</p:attrName>
                                        </p:attrNameLst>
                                      </p:cBhvr>
                                      <p:tavLst>
                                        <p:tav tm="0">
                                          <p:val>
                                            <p:strVal val="#ppt_y+.1"/>
                                          </p:val>
                                        </p:tav>
                                        <p:tav tm="100000">
                                          <p:val>
                                            <p:strVal val="#ppt_y"/>
                                          </p:val>
                                        </p:tav>
                                      </p:tavLst>
                                    </p:anim>
                                  </p:childTnLst>
                                </p:cTn>
                              </p:par>
                            </p:childTnLst>
                          </p:cTn>
                        </p:par>
                        <p:par>
                          <p:cTn id="118" fill="hold">
                            <p:stCondLst>
                              <p:cond delay="2200"/>
                            </p:stCondLst>
                            <p:childTnLst>
                              <p:par>
                                <p:cTn id="93" presetID="42" presetClass="entr" presetSubtype="0"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600"/>
                                        <p:tgtEl>
                                          <p:spTgt spid="23"/>
                                        </p:tgtEl>
                                      </p:cBhvr>
                                    </p:animEffect>
                                    <p:anim calcmode="lin" valueType="num">
                                      <p:cBhvr additive="base">
                                        <p:cTn id="96" dur="600" fill="hold"/>
                                        <p:tgtEl>
                                          <p:spTgt spid="23"/>
                                        </p:tgtEl>
                                        <p:attrNameLst>
                                          <p:attrName>ppt_x</p:attrName>
                                        </p:attrNameLst>
                                      </p:cBhvr>
                                      <p:tavLst>
                                        <p:tav tm="0">
                                          <p:val>
                                            <p:strVal val="#ppt_x"/>
                                          </p:val>
                                        </p:tav>
                                        <p:tav tm="100000">
                                          <p:val>
                                            <p:strVal val="#ppt_x"/>
                                          </p:val>
                                        </p:tav>
                                      </p:tavLst>
                                    </p:anim>
                                    <p:anim calcmode="lin" valueType="num">
                                      <p:cBhvr additive="base">
                                        <p:cTn id="97" dur="600" fill="hold"/>
                                        <p:tgtEl>
                                          <p:spTgt spid="23"/>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600"/>
                                        <p:tgtEl>
                                          <p:spTgt spid="24"/>
                                        </p:tgtEl>
                                      </p:cBhvr>
                                    </p:animEffect>
                                    <p:anim calcmode="lin" valueType="num">
                                      <p:cBhvr additive="base">
                                        <p:cTn id="101" dur="600" fill="hold"/>
                                        <p:tgtEl>
                                          <p:spTgt spid="24"/>
                                        </p:tgtEl>
                                        <p:attrNameLst>
                                          <p:attrName>ppt_x</p:attrName>
                                        </p:attrNameLst>
                                      </p:cBhvr>
                                      <p:tavLst>
                                        <p:tav tm="0">
                                          <p:val>
                                            <p:strVal val="#ppt_x"/>
                                          </p:val>
                                        </p:tav>
                                        <p:tav tm="100000">
                                          <p:val>
                                            <p:strVal val="#ppt_x"/>
                                          </p:val>
                                        </p:tav>
                                      </p:tavLst>
                                    </p:anim>
                                    <p:anim calcmode="lin" valueType="num">
                                      <p:cBhvr additive="base">
                                        <p:cTn id="102" dur="600" fill="hold"/>
                                        <p:tgtEl>
                                          <p:spTgt spid="24"/>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600"/>
                                        <p:tgtEl>
                                          <p:spTgt spid="25"/>
                                        </p:tgtEl>
                                      </p:cBhvr>
                                    </p:animEffect>
                                    <p:anim calcmode="lin" valueType="num">
                                      <p:cBhvr additive="base">
                                        <p:cTn id="106" dur="600" fill="hold"/>
                                        <p:tgtEl>
                                          <p:spTgt spid="25"/>
                                        </p:tgtEl>
                                        <p:attrNameLst>
                                          <p:attrName>ppt_x</p:attrName>
                                        </p:attrNameLst>
                                      </p:cBhvr>
                                      <p:tavLst>
                                        <p:tav tm="0">
                                          <p:val>
                                            <p:strVal val="#ppt_x"/>
                                          </p:val>
                                        </p:tav>
                                        <p:tav tm="100000">
                                          <p:val>
                                            <p:strVal val="#ppt_x"/>
                                          </p:val>
                                        </p:tav>
                                      </p:tavLst>
                                    </p:anim>
                                    <p:anim calcmode="lin" valueType="num">
                                      <p:cBhvr additive="base">
                                        <p:cTn id="107" dur="600" fill="hold"/>
                                        <p:tgtEl>
                                          <p:spTgt spid="25"/>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600"/>
                                        <p:tgtEl>
                                          <p:spTgt spid="26"/>
                                        </p:tgtEl>
                                      </p:cBhvr>
                                    </p:animEffect>
                                    <p:anim calcmode="lin" valueType="num">
                                      <p:cBhvr additive="base">
                                        <p:cTn id="111" dur="600" fill="hold"/>
                                        <p:tgtEl>
                                          <p:spTgt spid="26"/>
                                        </p:tgtEl>
                                        <p:attrNameLst>
                                          <p:attrName>ppt_x</p:attrName>
                                        </p:attrNameLst>
                                      </p:cBhvr>
                                      <p:tavLst>
                                        <p:tav tm="0">
                                          <p:val>
                                            <p:strVal val="#ppt_x"/>
                                          </p:val>
                                        </p:tav>
                                        <p:tav tm="100000">
                                          <p:val>
                                            <p:strVal val="#ppt_x"/>
                                          </p:val>
                                        </p:tav>
                                      </p:tavLst>
                                    </p:anim>
                                    <p:anim calcmode="lin" valueType="num">
                                      <p:cBhvr additive="base">
                                        <p:cTn id="112" dur="600" fill="hold"/>
                                        <p:tgtEl>
                                          <p:spTgt spid="26"/>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600"/>
                                        <p:tgtEl>
                                          <p:spTgt spid="27"/>
                                        </p:tgtEl>
                                      </p:cBhvr>
                                    </p:animEffect>
                                    <p:anim calcmode="lin" valueType="num">
                                      <p:cBhvr additive="base">
                                        <p:cTn id="116" dur="600" fill="hold"/>
                                        <p:tgtEl>
                                          <p:spTgt spid="27"/>
                                        </p:tgtEl>
                                        <p:attrNameLst>
                                          <p:attrName>ppt_x</p:attrName>
                                        </p:attrNameLst>
                                      </p:cBhvr>
                                      <p:tavLst>
                                        <p:tav tm="0">
                                          <p:val>
                                            <p:strVal val="#ppt_x"/>
                                          </p:val>
                                        </p:tav>
                                        <p:tav tm="100000">
                                          <p:val>
                                            <p:strVal val="#ppt_x"/>
                                          </p:val>
                                        </p:tav>
                                      </p:tavLst>
                                    </p:anim>
                                    <p:anim calcmode="lin" valueType="num">
                                      <p:cBhvr additive="base">
                                        <p:cTn id="117" dur="600" fill="hold"/>
                                        <p:tgtEl>
                                          <p:spTgt spid="27"/>
                                        </p:tgtEl>
                                        <p:attrNameLst>
                                          <p:attrName>ppt_y</p:attrName>
                                        </p:attrNameLst>
                                      </p:cBhvr>
                                      <p:tavLst>
                                        <p:tav tm="0">
                                          <p:val>
                                            <p:strVal val="#ppt_y+.1"/>
                                          </p:val>
                                        </p:tav>
                                        <p:tav tm="100000">
                                          <p:val>
                                            <p:strVal val="#ppt_y"/>
                                          </p:val>
                                        </p:tav>
                                      </p:tavLst>
                                    </p:anim>
                                  </p:childTnLst>
                                </p:cTn>
                              </p:par>
                            </p:childTnLst>
                          </p:cTn>
                        </p:par>
                        <p:par>
                          <p:cTn id="122" fill="hold">
                            <p:stCondLst>
                              <p:cond delay="2800"/>
                            </p:stCondLst>
                            <p:childTnLst>
                              <p:par>
                                <p:cTn id="119" presetID="10" presetClass="entr" presetSubtype="0" fill="hold" grpId="0" nodeType="after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9</a:t>
            </a:r>
            <a:endParaRPr lang="en-US" sz="800" dirty="0"/>
          </a:p>
        </p:txBody>
      </p:sp>
      <p:sp>
        <p:nvSpPr>
          <p:cNvPr id="4" name="a1f_198"/>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04 · LA TECHNOLOGIE</a:t>
            </a:r>
            <a:endParaRPr lang="en-US" sz="1100" dirty="0"/>
          </a:p>
        </p:txBody>
      </p:sp>
      <p:sp>
        <p:nvSpPr>
          <p:cNvPr id="5" name="a1f_199"/>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Comment un visage est-il reconnu ?</a:t>
            </a:r>
            <a:endParaRPr lang="en-US" sz="2800" dirty="0"/>
          </a:p>
        </p:txBody>
      </p:sp>
      <p:sp>
        <p:nvSpPr>
          <p:cNvPr id="6" name="a2u_200"/>
          <p:cNvSpPr/>
          <p:nvPr/>
        </p:nvSpPr>
        <p:spPr>
          <a:xfrm>
            <a:off x="365760" y="1280160"/>
            <a:ext cx="1463040" cy="187452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201"/>
          <p:cNvSpPr/>
          <p:nvPr/>
        </p:nvSpPr>
        <p:spPr>
          <a:xfrm>
            <a:off x="777240" y="1463040"/>
            <a:ext cx="640080" cy="640080"/>
          </a:xfrm>
          <a:prstGeom prst="ellipse">
            <a:avLst/>
          </a:prstGeom>
          <a:solidFill>
            <a:srgbClr val="7B68EE"/>
          </a:solidFill>
          <a:ln w="12700">
            <a:solidFill>
              <a:srgbClr val="7B68EE"/>
            </a:solidFill>
            <a:prstDash val="solid"/>
          </a:ln>
        </p:spPr>
      </p:sp>
      <p:pic>
        <p:nvPicPr>
          <p:cNvPr id="8" name="a2u_201i" descr="preencoded.png">    </p:cNvPr>
          <p:cNvPicPr>
            <a:picLocks noChangeAspect="1"/>
          </p:cNvPicPr>
          <p:nvPr/>
        </p:nvPicPr>
        <p:blipFill>
          <a:blip r:embed="rId1"/>
          <a:stretch>
            <a:fillRect/>
          </a:stretch>
        </p:blipFill>
        <p:spPr>
          <a:xfrm>
            <a:off x="930859" y="1616659"/>
            <a:ext cx="332842" cy="332842"/>
          </a:xfrm>
          <a:prstGeom prst="rect">
            <a:avLst/>
          </a:prstGeom>
        </p:spPr>
      </p:pic>
      <p:sp>
        <p:nvSpPr>
          <p:cNvPr id="9" name="a2u_202"/>
          <p:cNvSpPr txBox="1"/>
          <p:nvPr/>
        </p:nvSpPr>
        <p:spPr>
          <a:xfrm>
            <a:off x="457200" y="2194560"/>
            <a:ext cx="1280160" cy="274320"/>
          </a:xfrm>
          <a:prstGeom prst="rect">
            <a:avLst/>
          </a:prstGeom>
          <a:noFill/>
          <a:ln/>
        </p:spPr>
        <p:txBody>
          <a:bodyPr wrap="square" lIns="0" tIns="0" rIns="0" bIns="0" rtlCol="0" anchor="t"/>
          <a:lstStyle/>
          <a:p>
            <a:pPr algn="ctr" indent="0" marL="0">
              <a:buNone/>
            </a:pPr>
            <a:r>
              <a:rPr lang="en-US" sz="1300" b="1" dirty="0">
                <a:solidFill>
                  <a:srgbClr val="1A1446"/>
                </a:solidFill>
                <a:latin typeface="Arial" pitchFamily="34" charset="0"/>
                <a:ea typeface="Arial" pitchFamily="34" charset="-122"/>
                <a:cs typeface="Arial" pitchFamily="34" charset="-120"/>
              </a:rPr>
              <a:t>1. Capture</a:t>
            </a:r>
            <a:endParaRPr lang="en-US" sz="1300" dirty="0"/>
          </a:p>
        </p:txBody>
      </p:sp>
      <p:sp>
        <p:nvSpPr>
          <p:cNvPr id="10" name="a2u_203"/>
          <p:cNvSpPr txBox="1"/>
          <p:nvPr/>
        </p:nvSpPr>
        <p:spPr>
          <a:xfrm>
            <a:off x="475488" y="2496312"/>
            <a:ext cx="1243584" cy="594360"/>
          </a:xfrm>
          <a:prstGeom prst="rect">
            <a:avLst/>
          </a:prstGeom>
          <a:noFill/>
          <a:ln/>
        </p:spPr>
        <p:txBody>
          <a:bodyPr wrap="square" lIns="0" tIns="0" rIns="0" bIns="0" rtlCol="0" anchor="t"/>
          <a:lstStyle/>
          <a:p>
            <a:pPr algn="ctr" indent="0" marL="0">
              <a:buNone/>
            </a:pPr>
            <a:r>
              <a:rPr lang="en-US" sz="1000" dirty="0">
                <a:solidFill>
                  <a:srgbClr val="5F5B7A"/>
                </a:solidFill>
                <a:latin typeface="Arial" pitchFamily="34" charset="0"/>
                <a:ea typeface="Arial" pitchFamily="34" charset="-122"/>
                <a:cs typeface="Arial" pitchFamily="34" charset="-120"/>
              </a:rPr>
              <a:t>La webcam filme la personne face à l’écran.</a:t>
            </a:r>
            <a:endParaRPr lang="en-US" sz="1000" dirty="0"/>
          </a:p>
        </p:txBody>
      </p:sp>
      <p:pic>
        <p:nvPicPr>
          <p:cNvPr id="11" name="a2w_204" descr="preencoded.png">    </p:cNvPr>
          <p:cNvPicPr>
            <a:picLocks noChangeAspect="1"/>
          </p:cNvPicPr>
          <p:nvPr/>
        </p:nvPicPr>
        <p:blipFill>
          <a:blip r:embed="rId2"/>
          <a:stretch>
            <a:fillRect/>
          </a:stretch>
        </p:blipFill>
        <p:spPr>
          <a:xfrm>
            <a:off x="1847088" y="2057400"/>
            <a:ext cx="237744" cy="237744"/>
          </a:xfrm>
          <a:prstGeom prst="rect">
            <a:avLst/>
          </a:prstGeom>
        </p:spPr>
      </p:pic>
      <p:sp>
        <p:nvSpPr>
          <p:cNvPr id="12" name="a3u_205"/>
          <p:cNvSpPr/>
          <p:nvPr/>
        </p:nvSpPr>
        <p:spPr>
          <a:xfrm>
            <a:off x="2103120" y="1280160"/>
            <a:ext cx="1463040" cy="187452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3" name="a3u_206"/>
          <p:cNvSpPr/>
          <p:nvPr/>
        </p:nvSpPr>
        <p:spPr>
          <a:xfrm>
            <a:off x="2514600" y="1463040"/>
            <a:ext cx="640080" cy="640080"/>
          </a:xfrm>
          <a:prstGeom prst="ellipse">
            <a:avLst/>
          </a:prstGeom>
          <a:solidFill>
            <a:srgbClr val="7B68EE"/>
          </a:solidFill>
          <a:ln w="12700">
            <a:solidFill>
              <a:srgbClr val="7B68EE"/>
            </a:solidFill>
            <a:prstDash val="solid"/>
          </a:ln>
        </p:spPr>
      </p:sp>
      <p:pic>
        <p:nvPicPr>
          <p:cNvPr id="14" name="a3u_206i" descr="preencoded.png">    </p:cNvPr>
          <p:cNvPicPr>
            <a:picLocks noChangeAspect="1"/>
          </p:cNvPicPr>
          <p:nvPr/>
        </p:nvPicPr>
        <p:blipFill>
          <a:blip r:embed="rId3"/>
          <a:stretch>
            <a:fillRect/>
          </a:stretch>
        </p:blipFill>
        <p:spPr>
          <a:xfrm>
            <a:off x="2668219" y="1616659"/>
            <a:ext cx="332842" cy="332842"/>
          </a:xfrm>
          <a:prstGeom prst="rect">
            <a:avLst/>
          </a:prstGeom>
        </p:spPr>
      </p:pic>
      <p:sp>
        <p:nvSpPr>
          <p:cNvPr id="15" name="a3u_207"/>
          <p:cNvSpPr txBox="1"/>
          <p:nvPr/>
        </p:nvSpPr>
        <p:spPr>
          <a:xfrm>
            <a:off x="2194560" y="2194560"/>
            <a:ext cx="1280160" cy="274320"/>
          </a:xfrm>
          <a:prstGeom prst="rect">
            <a:avLst/>
          </a:prstGeom>
          <a:noFill/>
          <a:ln/>
        </p:spPr>
        <p:txBody>
          <a:bodyPr wrap="square" lIns="0" tIns="0" rIns="0" bIns="0" rtlCol="0" anchor="t"/>
          <a:lstStyle/>
          <a:p>
            <a:pPr algn="ctr" indent="0" marL="0">
              <a:buNone/>
            </a:pPr>
            <a:r>
              <a:rPr lang="en-US" sz="1300" b="1" dirty="0">
                <a:solidFill>
                  <a:srgbClr val="1A1446"/>
                </a:solidFill>
                <a:latin typeface="Arial" pitchFamily="34" charset="0"/>
                <a:ea typeface="Arial" pitchFamily="34" charset="-122"/>
                <a:cs typeface="Arial" pitchFamily="34" charset="-120"/>
              </a:rPr>
              <a:t>2. Détection</a:t>
            </a:r>
            <a:endParaRPr lang="en-US" sz="1300" dirty="0"/>
          </a:p>
        </p:txBody>
      </p:sp>
      <p:sp>
        <p:nvSpPr>
          <p:cNvPr id="16" name="a3u_208"/>
          <p:cNvSpPr txBox="1"/>
          <p:nvPr/>
        </p:nvSpPr>
        <p:spPr>
          <a:xfrm>
            <a:off x="2212848" y="2496312"/>
            <a:ext cx="1243584" cy="594360"/>
          </a:xfrm>
          <a:prstGeom prst="rect">
            <a:avLst/>
          </a:prstGeom>
          <a:noFill/>
          <a:ln/>
        </p:spPr>
        <p:txBody>
          <a:bodyPr wrap="square" lIns="0" tIns="0" rIns="0" bIns="0" rtlCol="0" anchor="t"/>
          <a:lstStyle/>
          <a:p>
            <a:pPr algn="ctr" indent="0" marL="0">
              <a:buNone/>
            </a:pPr>
            <a:r>
              <a:rPr lang="en-US" sz="1000" dirty="0">
                <a:solidFill>
                  <a:srgbClr val="5F5B7A"/>
                </a:solidFill>
                <a:latin typeface="Arial" pitchFamily="34" charset="0"/>
                <a:ea typeface="Arial" pitchFamily="34" charset="-122"/>
                <a:cs typeface="Arial" pitchFamily="34" charset="-120"/>
              </a:rPr>
              <a:t>L’application localise le visage dans l’image.</a:t>
            </a:r>
            <a:endParaRPr lang="en-US" sz="1000" dirty="0"/>
          </a:p>
        </p:txBody>
      </p:sp>
      <p:pic>
        <p:nvPicPr>
          <p:cNvPr id="17" name="a3w_209" descr="preencoded.png">    </p:cNvPr>
          <p:cNvPicPr>
            <a:picLocks noChangeAspect="1"/>
          </p:cNvPicPr>
          <p:nvPr/>
        </p:nvPicPr>
        <p:blipFill>
          <a:blip r:embed="rId4"/>
          <a:stretch>
            <a:fillRect/>
          </a:stretch>
        </p:blipFill>
        <p:spPr>
          <a:xfrm>
            <a:off x="3584448" y="2057400"/>
            <a:ext cx="237744" cy="237744"/>
          </a:xfrm>
          <a:prstGeom prst="rect">
            <a:avLst/>
          </a:prstGeom>
        </p:spPr>
      </p:pic>
      <p:sp>
        <p:nvSpPr>
          <p:cNvPr id="18" name="a4u_210"/>
          <p:cNvSpPr/>
          <p:nvPr/>
        </p:nvSpPr>
        <p:spPr>
          <a:xfrm>
            <a:off x="3840480" y="1280160"/>
            <a:ext cx="1463040" cy="187452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9" name="a4u_211"/>
          <p:cNvSpPr/>
          <p:nvPr/>
        </p:nvSpPr>
        <p:spPr>
          <a:xfrm>
            <a:off x="4251960" y="1463040"/>
            <a:ext cx="640080" cy="640080"/>
          </a:xfrm>
          <a:prstGeom prst="ellipse">
            <a:avLst/>
          </a:prstGeom>
          <a:solidFill>
            <a:srgbClr val="7B68EE"/>
          </a:solidFill>
          <a:ln w="12700">
            <a:solidFill>
              <a:srgbClr val="7B68EE"/>
            </a:solidFill>
            <a:prstDash val="solid"/>
          </a:ln>
        </p:spPr>
      </p:sp>
      <p:pic>
        <p:nvPicPr>
          <p:cNvPr id="20" name="a4u_211i" descr="preencoded.png">    </p:cNvPr>
          <p:cNvPicPr>
            <a:picLocks noChangeAspect="1"/>
          </p:cNvPicPr>
          <p:nvPr/>
        </p:nvPicPr>
        <p:blipFill>
          <a:blip r:embed="rId5"/>
          <a:stretch>
            <a:fillRect/>
          </a:stretch>
        </p:blipFill>
        <p:spPr>
          <a:xfrm>
            <a:off x="4405579" y="1616659"/>
            <a:ext cx="332842" cy="332842"/>
          </a:xfrm>
          <a:prstGeom prst="rect">
            <a:avLst/>
          </a:prstGeom>
        </p:spPr>
      </p:pic>
      <p:sp>
        <p:nvSpPr>
          <p:cNvPr id="21" name="a4u_212"/>
          <p:cNvSpPr txBox="1"/>
          <p:nvPr/>
        </p:nvSpPr>
        <p:spPr>
          <a:xfrm>
            <a:off x="3931920" y="2194560"/>
            <a:ext cx="1280160" cy="274320"/>
          </a:xfrm>
          <a:prstGeom prst="rect">
            <a:avLst/>
          </a:prstGeom>
          <a:noFill/>
          <a:ln/>
        </p:spPr>
        <p:txBody>
          <a:bodyPr wrap="square" lIns="0" tIns="0" rIns="0" bIns="0" rtlCol="0" anchor="t"/>
          <a:lstStyle/>
          <a:p>
            <a:pPr algn="ctr" indent="0" marL="0">
              <a:buNone/>
            </a:pPr>
            <a:r>
              <a:rPr lang="en-US" sz="1300" b="1" dirty="0">
                <a:solidFill>
                  <a:srgbClr val="1A1446"/>
                </a:solidFill>
                <a:latin typeface="Arial" pitchFamily="34" charset="0"/>
                <a:ea typeface="Arial" pitchFamily="34" charset="-122"/>
                <a:cs typeface="Arial" pitchFamily="34" charset="-120"/>
              </a:rPr>
              <a:t>3. Empreinte</a:t>
            </a:r>
            <a:endParaRPr lang="en-US" sz="1300" dirty="0"/>
          </a:p>
        </p:txBody>
      </p:sp>
      <p:sp>
        <p:nvSpPr>
          <p:cNvPr id="22" name="a4u_213"/>
          <p:cNvSpPr txBox="1"/>
          <p:nvPr/>
        </p:nvSpPr>
        <p:spPr>
          <a:xfrm>
            <a:off x="3950208" y="2496312"/>
            <a:ext cx="1243584" cy="594360"/>
          </a:xfrm>
          <a:prstGeom prst="rect">
            <a:avLst/>
          </a:prstGeom>
          <a:noFill/>
          <a:ln/>
        </p:spPr>
        <p:txBody>
          <a:bodyPr wrap="square" lIns="0" tIns="0" rIns="0" bIns="0" rtlCol="0" anchor="t"/>
          <a:lstStyle/>
          <a:p>
            <a:pPr algn="ctr" indent="0" marL="0">
              <a:buNone/>
            </a:pPr>
            <a:r>
              <a:rPr lang="en-US" sz="1000" dirty="0">
                <a:solidFill>
                  <a:srgbClr val="5F5B7A"/>
                </a:solidFill>
                <a:latin typeface="Arial" pitchFamily="34" charset="0"/>
                <a:ea typeface="Arial" pitchFamily="34" charset="-122"/>
                <a:cs typeface="Arial" pitchFamily="34" charset="-120"/>
              </a:rPr>
              <a:t>Le visage est converti en 128 mesures uniques.</a:t>
            </a:r>
            <a:endParaRPr lang="en-US" sz="1000" dirty="0"/>
          </a:p>
        </p:txBody>
      </p:sp>
      <p:pic>
        <p:nvPicPr>
          <p:cNvPr id="23" name="a4w_214" descr="preencoded.png">    </p:cNvPr>
          <p:cNvPicPr>
            <a:picLocks noChangeAspect="1"/>
          </p:cNvPicPr>
          <p:nvPr/>
        </p:nvPicPr>
        <p:blipFill>
          <a:blip r:embed="rId6"/>
          <a:stretch>
            <a:fillRect/>
          </a:stretch>
        </p:blipFill>
        <p:spPr>
          <a:xfrm>
            <a:off x="5321808" y="2057400"/>
            <a:ext cx="237744" cy="237744"/>
          </a:xfrm>
          <a:prstGeom prst="rect">
            <a:avLst/>
          </a:prstGeom>
        </p:spPr>
      </p:pic>
      <p:sp>
        <p:nvSpPr>
          <p:cNvPr id="24" name="a5u_215"/>
          <p:cNvSpPr/>
          <p:nvPr/>
        </p:nvSpPr>
        <p:spPr>
          <a:xfrm>
            <a:off x="5577840" y="1280160"/>
            <a:ext cx="1463040" cy="187452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5" name="a5u_216"/>
          <p:cNvSpPr/>
          <p:nvPr/>
        </p:nvSpPr>
        <p:spPr>
          <a:xfrm>
            <a:off x="5989320" y="1463040"/>
            <a:ext cx="640080" cy="640080"/>
          </a:xfrm>
          <a:prstGeom prst="ellipse">
            <a:avLst/>
          </a:prstGeom>
          <a:solidFill>
            <a:srgbClr val="7B68EE"/>
          </a:solidFill>
          <a:ln w="12700">
            <a:solidFill>
              <a:srgbClr val="7B68EE"/>
            </a:solidFill>
            <a:prstDash val="solid"/>
          </a:ln>
        </p:spPr>
      </p:sp>
      <p:pic>
        <p:nvPicPr>
          <p:cNvPr id="26" name="a5u_216i" descr="preencoded.png">    </p:cNvPr>
          <p:cNvPicPr>
            <a:picLocks noChangeAspect="1"/>
          </p:cNvPicPr>
          <p:nvPr/>
        </p:nvPicPr>
        <p:blipFill>
          <a:blip r:embed="rId7"/>
          <a:stretch>
            <a:fillRect/>
          </a:stretch>
        </p:blipFill>
        <p:spPr>
          <a:xfrm>
            <a:off x="6142939" y="1616659"/>
            <a:ext cx="332842" cy="332842"/>
          </a:xfrm>
          <a:prstGeom prst="rect">
            <a:avLst/>
          </a:prstGeom>
        </p:spPr>
      </p:pic>
      <p:sp>
        <p:nvSpPr>
          <p:cNvPr id="27" name="a5u_217"/>
          <p:cNvSpPr txBox="1"/>
          <p:nvPr/>
        </p:nvSpPr>
        <p:spPr>
          <a:xfrm>
            <a:off x="5669280" y="2194560"/>
            <a:ext cx="1280160" cy="274320"/>
          </a:xfrm>
          <a:prstGeom prst="rect">
            <a:avLst/>
          </a:prstGeom>
          <a:noFill/>
          <a:ln/>
        </p:spPr>
        <p:txBody>
          <a:bodyPr wrap="square" lIns="0" tIns="0" rIns="0" bIns="0" rtlCol="0" anchor="t"/>
          <a:lstStyle/>
          <a:p>
            <a:pPr algn="ctr" indent="0" marL="0">
              <a:buNone/>
            </a:pPr>
            <a:r>
              <a:rPr lang="en-US" sz="1300" b="1" dirty="0">
                <a:solidFill>
                  <a:srgbClr val="1A1446"/>
                </a:solidFill>
                <a:latin typeface="Arial" pitchFamily="34" charset="0"/>
                <a:ea typeface="Arial" pitchFamily="34" charset="-122"/>
                <a:cs typeface="Arial" pitchFamily="34" charset="-120"/>
              </a:rPr>
              <a:t>4. Comparaison</a:t>
            </a:r>
            <a:endParaRPr lang="en-US" sz="1300" dirty="0"/>
          </a:p>
        </p:txBody>
      </p:sp>
      <p:sp>
        <p:nvSpPr>
          <p:cNvPr id="28" name="a5u_218"/>
          <p:cNvSpPr txBox="1"/>
          <p:nvPr/>
        </p:nvSpPr>
        <p:spPr>
          <a:xfrm>
            <a:off x="5687568" y="2496312"/>
            <a:ext cx="1243584" cy="594360"/>
          </a:xfrm>
          <a:prstGeom prst="rect">
            <a:avLst/>
          </a:prstGeom>
          <a:noFill/>
          <a:ln/>
        </p:spPr>
        <p:txBody>
          <a:bodyPr wrap="square" lIns="0" tIns="0" rIns="0" bIns="0" rtlCol="0" anchor="t"/>
          <a:lstStyle/>
          <a:p>
            <a:pPr algn="ctr" indent="0" marL="0">
              <a:buNone/>
            </a:pPr>
            <a:r>
              <a:rPr lang="en-US" sz="1000" dirty="0">
                <a:solidFill>
                  <a:srgbClr val="5F5B7A"/>
                </a:solidFill>
                <a:latin typeface="Arial" pitchFamily="34" charset="0"/>
                <a:ea typeface="Arial" pitchFamily="34" charset="-122"/>
                <a:cs typeface="Arial" pitchFamily="34" charset="-120"/>
              </a:rPr>
              <a:t>Ces mesures sont comparées à celles de la base.</a:t>
            </a:r>
            <a:endParaRPr lang="en-US" sz="1000" dirty="0"/>
          </a:p>
        </p:txBody>
      </p:sp>
      <p:pic>
        <p:nvPicPr>
          <p:cNvPr id="29" name="a5w_219" descr="preencoded.png">    </p:cNvPr>
          <p:cNvPicPr>
            <a:picLocks noChangeAspect="1"/>
          </p:cNvPicPr>
          <p:nvPr/>
        </p:nvPicPr>
        <p:blipFill>
          <a:blip r:embed="rId8"/>
          <a:stretch>
            <a:fillRect/>
          </a:stretch>
        </p:blipFill>
        <p:spPr>
          <a:xfrm>
            <a:off x="7059168" y="2057400"/>
            <a:ext cx="237744" cy="237744"/>
          </a:xfrm>
          <a:prstGeom prst="rect">
            <a:avLst/>
          </a:prstGeom>
        </p:spPr>
      </p:pic>
      <p:sp>
        <p:nvSpPr>
          <p:cNvPr id="30" name="a6u_220"/>
          <p:cNvSpPr/>
          <p:nvPr/>
        </p:nvSpPr>
        <p:spPr>
          <a:xfrm>
            <a:off x="7315200" y="1280160"/>
            <a:ext cx="1463040" cy="1874520"/>
          </a:xfrm>
          <a:prstGeom prst="roundRect">
            <a:avLst>
              <a:gd name="adj" fmla="val 5000"/>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1" name="a6u_221"/>
          <p:cNvSpPr/>
          <p:nvPr/>
        </p:nvSpPr>
        <p:spPr>
          <a:xfrm>
            <a:off x="7726680" y="1463040"/>
            <a:ext cx="640080" cy="640080"/>
          </a:xfrm>
          <a:prstGeom prst="ellipse">
            <a:avLst/>
          </a:prstGeom>
          <a:solidFill>
            <a:srgbClr val="22A45D"/>
          </a:solidFill>
          <a:ln w="12700">
            <a:solidFill>
              <a:srgbClr val="22A45D"/>
            </a:solidFill>
            <a:prstDash val="solid"/>
          </a:ln>
        </p:spPr>
      </p:sp>
      <p:pic>
        <p:nvPicPr>
          <p:cNvPr id="32" name="a6u_221i" descr="preencoded.png">    </p:cNvPr>
          <p:cNvPicPr>
            <a:picLocks noChangeAspect="1"/>
          </p:cNvPicPr>
          <p:nvPr/>
        </p:nvPicPr>
        <p:blipFill>
          <a:blip r:embed="rId9"/>
          <a:stretch>
            <a:fillRect/>
          </a:stretch>
        </p:blipFill>
        <p:spPr>
          <a:xfrm>
            <a:off x="7880299" y="1616659"/>
            <a:ext cx="332842" cy="332842"/>
          </a:xfrm>
          <a:prstGeom prst="rect">
            <a:avLst/>
          </a:prstGeom>
        </p:spPr>
      </p:pic>
      <p:sp>
        <p:nvSpPr>
          <p:cNvPr id="33" name="a6u_222"/>
          <p:cNvSpPr txBox="1"/>
          <p:nvPr/>
        </p:nvSpPr>
        <p:spPr>
          <a:xfrm>
            <a:off x="7406640" y="2194560"/>
            <a:ext cx="1280160" cy="274320"/>
          </a:xfrm>
          <a:prstGeom prst="rect">
            <a:avLst/>
          </a:prstGeom>
          <a:noFill/>
          <a:ln/>
        </p:spPr>
        <p:txBody>
          <a:bodyPr wrap="square" lIns="0" tIns="0" rIns="0" bIns="0" rtlCol="0" anchor="t"/>
          <a:lstStyle/>
          <a:p>
            <a:pPr algn="ctr" indent="0" marL="0">
              <a:buNone/>
            </a:pPr>
            <a:r>
              <a:rPr lang="en-US" sz="1300" b="1" dirty="0">
                <a:solidFill>
                  <a:srgbClr val="1A1446"/>
                </a:solidFill>
                <a:latin typeface="Arial" pitchFamily="34" charset="0"/>
                <a:ea typeface="Arial" pitchFamily="34" charset="-122"/>
                <a:cs typeface="Arial" pitchFamily="34" charset="-120"/>
              </a:rPr>
              <a:t>5. Résultat</a:t>
            </a:r>
            <a:endParaRPr lang="en-US" sz="1300" dirty="0"/>
          </a:p>
        </p:txBody>
      </p:sp>
      <p:sp>
        <p:nvSpPr>
          <p:cNvPr id="34" name="a6u_223"/>
          <p:cNvSpPr txBox="1"/>
          <p:nvPr/>
        </p:nvSpPr>
        <p:spPr>
          <a:xfrm>
            <a:off x="7424928" y="2496312"/>
            <a:ext cx="1243584" cy="594360"/>
          </a:xfrm>
          <a:prstGeom prst="rect">
            <a:avLst/>
          </a:prstGeom>
          <a:noFill/>
          <a:ln/>
        </p:spPr>
        <p:txBody>
          <a:bodyPr wrap="square" lIns="0" tIns="0" rIns="0" bIns="0" rtlCol="0" anchor="t"/>
          <a:lstStyle/>
          <a:p>
            <a:pPr algn="ctr" indent="0" marL="0">
              <a:buNone/>
            </a:pPr>
            <a:r>
              <a:rPr lang="en-US" sz="1000" dirty="0">
                <a:solidFill>
                  <a:srgbClr val="5F5B7A"/>
                </a:solidFill>
                <a:latin typeface="Arial" pitchFamily="34" charset="0"/>
                <a:ea typeface="Arial" pitchFamily="34" charset="-122"/>
                <a:cs typeface="Arial" pitchFamily="34" charset="-120"/>
              </a:rPr>
              <a:t>Le nom s’affiche… ou « inconnu ».</a:t>
            </a:r>
            <a:endParaRPr lang="en-US" sz="1000" dirty="0"/>
          </a:p>
        </p:txBody>
      </p:sp>
      <p:sp>
        <p:nvSpPr>
          <p:cNvPr id="35" name="a7u_224"/>
          <p:cNvSpPr/>
          <p:nvPr/>
        </p:nvSpPr>
        <p:spPr>
          <a:xfrm>
            <a:off x="365760" y="3383280"/>
            <a:ext cx="2697480" cy="1005840"/>
          </a:xfrm>
          <a:prstGeom prst="roundRect">
            <a:avLst>
              <a:gd name="adj" fmla="val 7273"/>
            </a:avLst>
          </a:prstGeom>
          <a:solidFill>
            <a:srgbClr val="EEEBFD"/>
          </a:solidFill>
          <a:ln w="12700">
            <a:solidFill>
              <a:srgbClr val="EEEBFD"/>
            </a:solidFill>
            <a:prstDash val="solid"/>
          </a:ln>
        </p:spPr>
      </p:sp>
      <p:sp>
        <p:nvSpPr>
          <p:cNvPr id="36" name="a7u_225"/>
          <p:cNvSpPr txBox="1"/>
          <p:nvPr/>
        </p:nvSpPr>
        <p:spPr>
          <a:xfrm>
            <a:off x="548640" y="3474720"/>
            <a:ext cx="868680" cy="822960"/>
          </a:xfrm>
          <a:prstGeom prst="rect">
            <a:avLst/>
          </a:prstGeom>
          <a:noFill/>
          <a:ln/>
        </p:spPr>
        <p:txBody>
          <a:bodyPr wrap="square" lIns="0" tIns="0" rIns="0" bIns="0" rtlCol="0" anchor="ctr"/>
          <a:lstStyle/>
          <a:p>
            <a:pPr indent="0" marL="0">
              <a:buNone/>
            </a:pPr>
            <a:r>
              <a:rPr lang="en-US" sz="2800" b="1" dirty="0">
                <a:solidFill>
                  <a:srgbClr val="7B68EE"/>
                </a:solidFill>
                <a:latin typeface="Arial" pitchFamily="34" charset="0"/>
                <a:ea typeface="Arial" pitchFamily="34" charset="-122"/>
                <a:cs typeface="Arial" pitchFamily="34" charset="-120"/>
              </a:rPr>
              <a:t>128</a:t>
            </a:r>
            <a:endParaRPr lang="en-US" sz="2800" dirty="0"/>
          </a:p>
        </p:txBody>
      </p:sp>
      <p:sp>
        <p:nvSpPr>
          <p:cNvPr id="37" name="a7u_226"/>
          <p:cNvSpPr txBox="1"/>
          <p:nvPr/>
        </p:nvSpPr>
        <p:spPr>
          <a:xfrm>
            <a:off x="1417320" y="3474720"/>
            <a:ext cx="1554480" cy="822960"/>
          </a:xfrm>
          <a:prstGeom prst="rect">
            <a:avLst/>
          </a:prstGeom>
          <a:noFill/>
          <a:ln/>
        </p:spPr>
        <p:txBody>
          <a:bodyPr wrap="square" lIns="0" tIns="0" rIns="0" bIns="0" rtlCol="0" anchor="ctr"/>
          <a:lstStyle/>
          <a:p>
            <a:pPr indent="0" marL="0">
              <a:buNone/>
            </a:pPr>
            <a:r>
              <a:rPr lang="en-US" sz="950" dirty="0">
                <a:solidFill>
                  <a:srgbClr val="1E1B3A"/>
                </a:solidFill>
                <a:latin typeface="Arial" pitchFamily="34" charset="0"/>
                <a:ea typeface="Arial" pitchFamily="34" charset="-122"/>
                <a:cs typeface="Arial" pitchFamily="34" charset="-120"/>
              </a:rPr>
              <a:t>mesures décrivent chaque visage : son « empreinte faciale ».</a:t>
            </a:r>
            <a:endParaRPr lang="en-US" sz="950" dirty="0"/>
          </a:p>
        </p:txBody>
      </p:sp>
      <p:sp>
        <p:nvSpPr>
          <p:cNvPr id="38" name="a8u_227"/>
          <p:cNvSpPr/>
          <p:nvPr/>
        </p:nvSpPr>
        <p:spPr>
          <a:xfrm>
            <a:off x="3223260" y="3383280"/>
            <a:ext cx="2697480" cy="1005840"/>
          </a:xfrm>
          <a:prstGeom prst="roundRect">
            <a:avLst>
              <a:gd name="adj" fmla="val 7273"/>
            </a:avLst>
          </a:prstGeom>
          <a:solidFill>
            <a:srgbClr val="EEEBFD"/>
          </a:solidFill>
          <a:ln w="12700">
            <a:solidFill>
              <a:srgbClr val="EEEBFD"/>
            </a:solidFill>
            <a:prstDash val="solid"/>
          </a:ln>
        </p:spPr>
      </p:sp>
      <p:sp>
        <p:nvSpPr>
          <p:cNvPr id="39" name="a8u_228"/>
          <p:cNvSpPr txBox="1"/>
          <p:nvPr/>
        </p:nvSpPr>
        <p:spPr>
          <a:xfrm>
            <a:off x="3406140" y="3474720"/>
            <a:ext cx="868680" cy="822960"/>
          </a:xfrm>
          <a:prstGeom prst="rect">
            <a:avLst/>
          </a:prstGeom>
          <a:noFill/>
          <a:ln/>
        </p:spPr>
        <p:txBody>
          <a:bodyPr wrap="square" lIns="0" tIns="0" rIns="0" bIns="0" rtlCol="0" anchor="ctr"/>
          <a:lstStyle/>
          <a:p>
            <a:pPr indent="0" marL="0">
              <a:buNone/>
            </a:pPr>
            <a:r>
              <a:rPr lang="en-US" sz="2800" b="1" dirty="0">
                <a:solidFill>
                  <a:srgbClr val="7B68EE"/>
                </a:solidFill>
                <a:latin typeface="Arial" pitchFamily="34" charset="0"/>
                <a:ea typeface="Arial" pitchFamily="34" charset="-122"/>
                <a:cs typeface="Arial" pitchFamily="34" charset="-120"/>
              </a:rPr>
              <a:t>0,45</a:t>
            </a:r>
            <a:endParaRPr lang="en-US" sz="2800" dirty="0"/>
          </a:p>
        </p:txBody>
      </p:sp>
      <p:sp>
        <p:nvSpPr>
          <p:cNvPr id="40" name="a8u_229"/>
          <p:cNvSpPr txBox="1"/>
          <p:nvPr/>
        </p:nvSpPr>
        <p:spPr>
          <a:xfrm>
            <a:off x="4274820" y="3474720"/>
            <a:ext cx="1554480" cy="822960"/>
          </a:xfrm>
          <a:prstGeom prst="rect">
            <a:avLst/>
          </a:prstGeom>
          <a:noFill/>
          <a:ln/>
        </p:spPr>
        <p:txBody>
          <a:bodyPr wrap="square" lIns="0" tIns="0" rIns="0" bIns="0" rtlCol="0" anchor="ctr"/>
          <a:lstStyle/>
          <a:p>
            <a:pPr indent="0" marL="0">
              <a:buNone/>
            </a:pPr>
            <a:r>
              <a:rPr lang="en-US" sz="950" dirty="0">
                <a:solidFill>
                  <a:srgbClr val="1E1B3A"/>
                </a:solidFill>
                <a:latin typeface="Arial" pitchFamily="34" charset="0"/>
                <a:ea typeface="Arial" pitchFamily="34" charset="-122"/>
                <a:cs typeface="Arial" pitchFamily="34" charset="-120"/>
              </a:rPr>
              <a:t>seuil de tolérance strict (réglage standard : 0,6) pour limiter les confusions.</a:t>
            </a:r>
            <a:endParaRPr lang="en-US" sz="950" dirty="0"/>
          </a:p>
        </p:txBody>
      </p:sp>
      <p:sp>
        <p:nvSpPr>
          <p:cNvPr id="41" name="a9u_230"/>
          <p:cNvSpPr/>
          <p:nvPr/>
        </p:nvSpPr>
        <p:spPr>
          <a:xfrm>
            <a:off x="6080760" y="3383280"/>
            <a:ext cx="2697480" cy="1005840"/>
          </a:xfrm>
          <a:prstGeom prst="roundRect">
            <a:avLst>
              <a:gd name="adj" fmla="val 7273"/>
            </a:avLst>
          </a:prstGeom>
          <a:solidFill>
            <a:srgbClr val="EEEBFD"/>
          </a:solidFill>
          <a:ln w="12700">
            <a:solidFill>
              <a:srgbClr val="EEEBFD"/>
            </a:solidFill>
            <a:prstDash val="solid"/>
          </a:ln>
        </p:spPr>
      </p:sp>
      <p:sp>
        <p:nvSpPr>
          <p:cNvPr id="42" name="a9u_231"/>
          <p:cNvSpPr txBox="1"/>
          <p:nvPr/>
        </p:nvSpPr>
        <p:spPr>
          <a:xfrm>
            <a:off x="6263640" y="3474720"/>
            <a:ext cx="868680" cy="822960"/>
          </a:xfrm>
          <a:prstGeom prst="rect">
            <a:avLst/>
          </a:prstGeom>
          <a:noFill/>
          <a:ln/>
        </p:spPr>
        <p:txBody>
          <a:bodyPr wrap="square" lIns="0" tIns="0" rIns="0" bIns="0" rtlCol="0" anchor="ctr"/>
          <a:lstStyle/>
          <a:p>
            <a:pPr indent="0" marL="0">
              <a:buNone/>
            </a:pPr>
            <a:r>
              <a:rPr lang="en-US" sz="2800" b="1" dirty="0">
                <a:solidFill>
                  <a:srgbClr val="7B68EE"/>
                </a:solidFill>
                <a:latin typeface="Arial" pitchFamily="34" charset="0"/>
                <a:ea typeface="Arial" pitchFamily="34" charset="-122"/>
                <a:cs typeface="Arial" pitchFamily="34" charset="-120"/>
              </a:rPr>
              <a:t>3</a:t>
            </a:r>
            <a:endParaRPr lang="en-US" sz="2800" dirty="0"/>
          </a:p>
        </p:txBody>
      </p:sp>
      <p:sp>
        <p:nvSpPr>
          <p:cNvPr id="43" name="a9u_232"/>
          <p:cNvSpPr txBox="1"/>
          <p:nvPr/>
        </p:nvSpPr>
        <p:spPr>
          <a:xfrm>
            <a:off x="7132320" y="3474720"/>
            <a:ext cx="1554480" cy="822960"/>
          </a:xfrm>
          <a:prstGeom prst="rect">
            <a:avLst/>
          </a:prstGeom>
          <a:noFill/>
          <a:ln/>
        </p:spPr>
        <p:txBody>
          <a:bodyPr wrap="square" lIns="0" tIns="0" rIns="0" bIns="0" rtlCol="0" anchor="ctr"/>
          <a:lstStyle/>
          <a:p>
            <a:pPr indent="0" marL="0">
              <a:buNone/>
            </a:pPr>
            <a:r>
              <a:rPr lang="en-US" sz="950" dirty="0">
                <a:solidFill>
                  <a:srgbClr val="1E1B3A"/>
                </a:solidFill>
                <a:latin typeface="Arial" pitchFamily="34" charset="0"/>
                <a:ea typeface="Arial" pitchFamily="34" charset="-122"/>
                <a:cs typeface="Arial" pitchFamily="34" charset="-120"/>
              </a:rPr>
              <a:t>empreintes par personne : une seule correspondance suffit à la reconnaître.</a:t>
            </a:r>
            <a:endParaRPr lang="en-US" sz="950" dirty="0"/>
          </a:p>
        </p:txBody>
      </p:sp>
      <p:sp>
        <p:nvSpPr>
          <p:cNvPr id="44" name="a10f_233"/>
          <p:cNvSpPr txBox="1"/>
          <p:nvPr/>
        </p:nvSpPr>
        <p:spPr>
          <a:xfrm>
            <a:off x="365760" y="4526280"/>
            <a:ext cx="8412480" cy="228600"/>
          </a:xfrm>
          <a:prstGeom prst="rect">
            <a:avLst/>
          </a:prstGeom>
          <a:noFill/>
          <a:ln/>
        </p:spPr>
        <p:txBody>
          <a:bodyPr wrap="square" lIns="0" tIns="0" rIns="0" bIns="0" rtlCol="0" anchor="t"/>
          <a:lstStyle/>
          <a:p>
            <a:pPr indent="0" marL="0">
              <a:buNone/>
            </a:pPr>
            <a:r>
              <a:rPr lang="en-US" sz="950" i="1" dirty="0">
                <a:solidFill>
                  <a:srgbClr val="5F5B7A"/>
                </a:solidFill>
                <a:latin typeface="Arial" pitchFamily="34" charset="0"/>
                <a:ea typeface="Arial" pitchFamily="34" charset="-122"/>
                <a:cs typeface="Arial" pitchFamily="34" charset="-120"/>
              </a:rPr>
              <a:t>Technologies : Python · OpenCV · face_recognition (dlib) · Kivy / KivyMD · SQLite</a:t>
            </a:r>
            <a:endParaRPr lang="en-US" sz="9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9"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22" presetClass="entr" presetSubtype="8"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par>
                          <p:cTn id="68" fill="hold">
                            <p:stCondLst>
                              <p:cond delay="1100"/>
                            </p:stCondLst>
                            <p:childTnLst>
                              <p:par>
                                <p:cTn id="40" presetID="42"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additive="base">
                                        <p:cTn id="43" dur="600" fill="hold"/>
                                        <p:tgtEl>
                                          <p:spTgt spid="12"/>
                                        </p:tgtEl>
                                        <p:attrNameLst>
                                          <p:attrName>ppt_x</p:attrName>
                                        </p:attrNameLst>
                                      </p:cBhvr>
                                      <p:tavLst>
                                        <p:tav tm="0">
                                          <p:val>
                                            <p:strVal val="#ppt_x"/>
                                          </p:val>
                                        </p:tav>
                                        <p:tav tm="100000">
                                          <p:val>
                                            <p:strVal val="#ppt_x"/>
                                          </p:val>
                                        </p:tav>
                                      </p:tavLst>
                                    </p:anim>
                                    <p:anim calcmode="lin" valueType="num">
                                      <p:cBhvr additive="base">
                                        <p:cTn id="44" dur="600" fill="hold"/>
                                        <p:tgtEl>
                                          <p:spTgt spid="1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anim calcmode="lin" valueType="num">
                                      <p:cBhvr additive="base">
                                        <p:cTn id="48" dur="600" fill="hold"/>
                                        <p:tgtEl>
                                          <p:spTgt spid="13"/>
                                        </p:tgtEl>
                                        <p:attrNameLst>
                                          <p:attrName>ppt_x</p:attrName>
                                        </p:attrNameLst>
                                      </p:cBhvr>
                                      <p:tavLst>
                                        <p:tav tm="0">
                                          <p:val>
                                            <p:strVal val="#ppt_x"/>
                                          </p:val>
                                        </p:tav>
                                        <p:tav tm="100000">
                                          <p:val>
                                            <p:strVal val="#ppt_x"/>
                                          </p:val>
                                        </p:tav>
                                      </p:tavLst>
                                    </p:anim>
                                    <p:anim calcmode="lin" valueType="num">
                                      <p:cBhvr additive="base">
                                        <p:cTn id="49" dur="600" fill="hold"/>
                                        <p:tgtEl>
                                          <p:spTgt spid="1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anim calcmode="lin" valueType="num">
                                      <p:cBhvr additive="base">
                                        <p:cTn id="53" dur="600" fill="hold"/>
                                        <p:tgtEl>
                                          <p:spTgt spid="14"/>
                                        </p:tgtEl>
                                        <p:attrNameLst>
                                          <p:attrName>ppt_x</p:attrName>
                                        </p:attrNameLst>
                                      </p:cBhvr>
                                      <p:tavLst>
                                        <p:tav tm="0">
                                          <p:val>
                                            <p:strVal val="#ppt_x"/>
                                          </p:val>
                                        </p:tav>
                                        <p:tav tm="100000">
                                          <p:val>
                                            <p:strVal val="#ppt_x"/>
                                          </p:val>
                                        </p:tav>
                                      </p:tavLst>
                                    </p:anim>
                                    <p:anim calcmode="lin" valueType="num">
                                      <p:cBhvr additive="base">
                                        <p:cTn id="54" dur="600" fill="hold"/>
                                        <p:tgtEl>
                                          <p:spTgt spid="1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00"/>
                                        <p:tgtEl>
                                          <p:spTgt spid="15"/>
                                        </p:tgtEl>
                                      </p:cBhvr>
                                    </p:animEffect>
                                    <p:anim calcmode="lin" valueType="num">
                                      <p:cBhvr additive="base">
                                        <p:cTn id="58" dur="600" fill="hold"/>
                                        <p:tgtEl>
                                          <p:spTgt spid="15"/>
                                        </p:tgtEl>
                                        <p:attrNameLst>
                                          <p:attrName>ppt_x</p:attrName>
                                        </p:attrNameLst>
                                      </p:cBhvr>
                                      <p:tavLst>
                                        <p:tav tm="0">
                                          <p:val>
                                            <p:strVal val="#ppt_x"/>
                                          </p:val>
                                        </p:tav>
                                        <p:tav tm="100000">
                                          <p:val>
                                            <p:strVal val="#ppt_x"/>
                                          </p:val>
                                        </p:tav>
                                      </p:tavLst>
                                    </p:anim>
                                    <p:anim calcmode="lin" valueType="num">
                                      <p:cBhvr additive="base">
                                        <p:cTn id="59" dur="6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600"/>
                                        <p:tgtEl>
                                          <p:spTgt spid="16"/>
                                        </p:tgtEl>
                                      </p:cBhvr>
                                    </p:animEffect>
                                    <p:anim calcmode="lin" valueType="num">
                                      <p:cBhvr additive="base">
                                        <p:cTn id="63" dur="600" fill="hold"/>
                                        <p:tgtEl>
                                          <p:spTgt spid="16"/>
                                        </p:tgtEl>
                                        <p:attrNameLst>
                                          <p:attrName>ppt_x</p:attrName>
                                        </p:attrNameLst>
                                      </p:cBhvr>
                                      <p:tavLst>
                                        <p:tav tm="0">
                                          <p:val>
                                            <p:strVal val="#ppt_x"/>
                                          </p:val>
                                        </p:tav>
                                        <p:tav tm="100000">
                                          <p:val>
                                            <p:strVal val="#ppt_x"/>
                                          </p:val>
                                        </p:tav>
                                      </p:tavLst>
                                    </p:anim>
                                    <p:anim calcmode="lin" valueType="num">
                                      <p:cBhvr additive="base">
                                        <p:cTn id="64" dur="600" fill="hold"/>
                                        <p:tgtEl>
                                          <p:spTgt spid="16"/>
                                        </p:tgtEl>
                                        <p:attrNameLst>
                                          <p:attrName>ppt_y</p:attrName>
                                        </p:attrNameLst>
                                      </p:cBhvr>
                                      <p:tavLst>
                                        <p:tav tm="0">
                                          <p:val>
                                            <p:strVal val="#ppt_y+.1"/>
                                          </p:val>
                                        </p:tav>
                                        <p:tav tm="100000">
                                          <p:val>
                                            <p:strVal val="#ppt_y"/>
                                          </p:val>
                                        </p:tav>
                                      </p:tavLst>
                                    </p:anim>
                                  </p:childTnLst>
                                </p:cTn>
                              </p:par>
                              <p:par>
                                <p:cTn id="65" presetID="22" presetClass="entr" presetSubtype="8"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par>
                          <p:cTn id="97" fill="hold">
                            <p:stCondLst>
                              <p:cond delay="1700"/>
                            </p:stCondLst>
                            <p:childTnLst>
                              <p:par>
                                <p:cTn id="69" presetID="42" presetClass="entr" presetSubtype="0" fill="hold" grpId="0" nodeType="after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600"/>
                                        <p:tgtEl>
                                          <p:spTgt spid="18"/>
                                        </p:tgtEl>
                                      </p:cBhvr>
                                    </p:animEffect>
                                    <p:anim calcmode="lin" valueType="num">
                                      <p:cBhvr additive="base">
                                        <p:cTn id="72" dur="600" fill="hold"/>
                                        <p:tgtEl>
                                          <p:spTgt spid="18"/>
                                        </p:tgtEl>
                                        <p:attrNameLst>
                                          <p:attrName>ppt_x</p:attrName>
                                        </p:attrNameLst>
                                      </p:cBhvr>
                                      <p:tavLst>
                                        <p:tav tm="0">
                                          <p:val>
                                            <p:strVal val="#ppt_x"/>
                                          </p:val>
                                        </p:tav>
                                        <p:tav tm="100000">
                                          <p:val>
                                            <p:strVal val="#ppt_x"/>
                                          </p:val>
                                        </p:tav>
                                      </p:tavLst>
                                    </p:anim>
                                    <p:anim calcmode="lin" valueType="num">
                                      <p:cBhvr additive="base">
                                        <p:cTn id="73" dur="60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600"/>
                                        <p:tgtEl>
                                          <p:spTgt spid="19"/>
                                        </p:tgtEl>
                                      </p:cBhvr>
                                    </p:animEffect>
                                    <p:anim calcmode="lin" valueType="num">
                                      <p:cBhvr additive="base">
                                        <p:cTn id="77" dur="600" fill="hold"/>
                                        <p:tgtEl>
                                          <p:spTgt spid="19"/>
                                        </p:tgtEl>
                                        <p:attrNameLst>
                                          <p:attrName>ppt_x</p:attrName>
                                        </p:attrNameLst>
                                      </p:cBhvr>
                                      <p:tavLst>
                                        <p:tav tm="0">
                                          <p:val>
                                            <p:strVal val="#ppt_x"/>
                                          </p:val>
                                        </p:tav>
                                        <p:tav tm="100000">
                                          <p:val>
                                            <p:strVal val="#ppt_x"/>
                                          </p:val>
                                        </p:tav>
                                      </p:tavLst>
                                    </p:anim>
                                    <p:anim calcmode="lin" valueType="num">
                                      <p:cBhvr additive="base">
                                        <p:cTn id="78" dur="60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600"/>
                                        <p:tgtEl>
                                          <p:spTgt spid="20"/>
                                        </p:tgtEl>
                                      </p:cBhvr>
                                    </p:animEffect>
                                    <p:anim calcmode="lin" valueType="num">
                                      <p:cBhvr additive="base">
                                        <p:cTn id="82" dur="600" fill="hold"/>
                                        <p:tgtEl>
                                          <p:spTgt spid="20"/>
                                        </p:tgtEl>
                                        <p:attrNameLst>
                                          <p:attrName>ppt_x</p:attrName>
                                        </p:attrNameLst>
                                      </p:cBhvr>
                                      <p:tavLst>
                                        <p:tav tm="0">
                                          <p:val>
                                            <p:strVal val="#ppt_x"/>
                                          </p:val>
                                        </p:tav>
                                        <p:tav tm="100000">
                                          <p:val>
                                            <p:strVal val="#ppt_x"/>
                                          </p:val>
                                        </p:tav>
                                      </p:tavLst>
                                    </p:anim>
                                    <p:anim calcmode="lin" valueType="num">
                                      <p:cBhvr additive="base">
                                        <p:cTn id="83" dur="60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600"/>
                                        <p:tgtEl>
                                          <p:spTgt spid="21"/>
                                        </p:tgtEl>
                                      </p:cBhvr>
                                    </p:animEffect>
                                    <p:anim calcmode="lin" valueType="num">
                                      <p:cBhvr additive="base">
                                        <p:cTn id="87" dur="600" fill="hold"/>
                                        <p:tgtEl>
                                          <p:spTgt spid="21"/>
                                        </p:tgtEl>
                                        <p:attrNameLst>
                                          <p:attrName>ppt_x</p:attrName>
                                        </p:attrNameLst>
                                      </p:cBhvr>
                                      <p:tavLst>
                                        <p:tav tm="0">
                                          <p:val>
                                            <p:strVal val="#ppt_x"/>
                                          </p:val>
                                        </p:tav>
                                        <p:tav tm="100000">
                                          <p:val>
                                            <p:strVal val="#ppt_x"/>
                                          </p:val>
                                        </p:tav>
                                      </p:tavLst>
                                    </p:anim>
                                    <p:anim calcmode="lin" valueType="num">
                                      <p:cBhvr additive="base">
                                        <p:cTn id="88" dur="600" fill="hold"/>
                                        <p:tgtEl>
                                          <p:spTgt spid="21"/>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fade">
                                      <p:cBhvr>
                                        <p:cTn id="91" dur="600"/>
                                        <p:tgtEl>
                                          <p:spTgt spid="22"/>
                                        </p:tgtEl>
                                      </p:cBhvr>
                                    </p:animEffect>
                                    <p:anim calcmode="lin" valueType="num">
                                      <p:cBhvr additive="base">
                                        <p:cTn id="92" dur="600" fill="hold"/>
                                        <p:tgtEl>
                                          <p:spTgt spid="22"/>
                                        </p:tgtEl>
                                        <p:attrNameLst>
                                          <p:attrName>ppt_x</p:attrName>
                                        </p:attrNameLst>
                                      </p:cBhvr>
                                      <p:tavLst>
                                        <p:tav tm="0">
                                          <p:val>
                                            <p:strVal val="#ppt_x"/>
                                          </p:val>
                                        </p:tav>
                                        <p:tav tm="100000">
                                          <p:val>
                                            <p:strVal val="#ppt_x"/>
                                          </p:val>
                                        </p:tav>
                                      </p:tavLst>
                                    </p:anim>
                                    <p:anim calcmode="lin" valueType="num">
                                      <p:cBhvr additive="base">
                                        <p:cTn id="93" dur="600" fill="hold"/>
                                        <p:tgtEl>
                                          <p:spTgt spid="22"/>
                                        </p:tgtEl>
                                        <p:attrNameLst>
                                          <p:attrName>ppt_y</p:attrName>
                                        </p:attrNameLst>
                                      </p:cBhvr>
                                      <p:tavLst>
                                        <p:tav tm="0">
                                          <p:val>
                                            <p:strVal val="#ppt_y+.1"/>
                                          </p:val>
                                        </p:tav>
                                        <p:tav tm="100000">
                                          <p:val>
                                            <p:strVal val="#ppt_y"/>
                                          </p:val>
                                        </p:tav>
                                      </p:tavLst>
                                    </p:anim>
                                  </p:childTnLst>
                                </p:cTn>
                              </p:par>
                              <p:par>
                                <p:cTn id="94" presetID="22" presetClass="entr" presetSubtype="8"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wipe(left)">
                                      <p:cBhvr>
                                        <p:cTn id="96" dur="500"/>
                                        <p:tgtEl>
                                          <p:spTgt spid="23"/>
                                        </p:tgtEl>
                                      </p:cBhvr>
                                    </p:animEffect>
                                  </p:childTnLst>
                                </p:cTn>
                              </p:par>
                            </p:childTnLst>
                          </p:cTn>
                        </p:par>
                        <p:par>
                          <p:cTn id="126" fill="hold">
                            <p:stCondLst>
                              <p:cond delay="230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600"/>
                                        <p:tgtEl>
                                          <p:spTgt spid="24"/>
                                        </p:tgtEl>
                                      </p:cBhvr>
                                    </p:animEffect>
                                    <p:anim calcmode="lin" valueType="num">
                                      <p:cBhvr additive="base">
                                        <p:cTn id="101" dur="600" fill="hold"/>
                                        <p:tgtEl>
                                          <p:spTgt spid="24"/>
                                        </p:tgtEl>
                                        <p:attrNameLst>
                                          <p:attrName>ppt_x</p:attrName>
                                        </p:attrNameLst>
                                      </p:cBhvr>
                                      <p:tavLst>
                                        <p:tav tm="0">
                                          <p:val>
                                            <p:strVal val="#ppt_x"/>
                                          </p:val>
                                        </p:tav>
                                        <p:tav tm="100000">
                                          <p:val>
                                            <p:strVal val="#ppt_x"/>
                                          </p:val>
                                        </p:tav>
                                      </p:tavLst>
                                    </p:anim>
                                    <p:anim calcmode="lin" valueType="num">
                                      <p:cBhvr additive="base">
                                        <p:cTn id="102" dur="600" fill="hold"/>
                                        <p:tgtEl>
                                          <p:spTgt spid="24"/>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600"/>
                                        <p:tgtEl>
                                          <p:spTgt spid="25"/>
                                        </p:tgtEl>
                                      </p:cBhvr>
                                    </p:animEffect>
                                    <p:anim calcmode="lin" valueType="num">
                                      <p:cBhvr additive="base">
                                        <p:cTn id="106" dur="600" fill="hold"/>
                                        <p:tgtEl>
                                          <p:spTgt spid="25"/>
                                        </p:tgtEl>
                                        <p:attrNameLst>
                                          <p:attrName>ppt_x</p:attrName>
                                        </p:attrNameLst>
                                      </p:cBhvr>
                                      <p:tavLst>
                                        <p:tav tm="0">
                                          <p:val>
                                            <p:strVal val="#ppt_x"/>
                                          </p:val>
                                        </p:tav>
                                        <p:tav tm="100000">
                                          <p:val>
                                            <p:strVal val="#ppt_x"/>
                                          </p:val>
                                        </p:tav>
                                      </p:tavLst>
                                    </p:anim>
                                    <p:anim calcmode="lin" valueType="num">
                                      <p:cBhvr additive="base">
                                        <p:cTn id="107" dur="600" fill="hold"/>
                                        <p:tgtEl>
                                          <p:spTgt spid="25"/>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600"/>
                                        <p:tgtEl>
                                          <p:spTgt spid="26"/>
                                        </p:tgtEl>
                                      </p:cBhvr>
                                    </p:animEffect>
                                    <p:anim calcmode="lin" valueType="num">
                                      <p:cBhvr additive="base">
                                        <p:cTn id="111" dur="600" fill="hold"/>
                                        <p:tgtEl>
                                          <p:spTgt spid="26"/>
                                        </p:tgtEl>
                                        <p:attrNameLst>
                                          <p:attrName>ppt_x</p:attrName>
                                        </p:attrNameLst>
                                      </p:cBhvr>
                                      <p:tavLst>
                                        <p:tav tm="0">
                                          <p:val>
                                            <p:strVal val="#ppt_x"/>
                                          </p:val>
                                        </p:tav>
                                        <p:tav tm="100000">
                                          <p:val>
                                            <p:strVal val="#ppt_x"/>
                                          </p:val>
                                        </p:tav>
                                      </p:tavLst>
                                    </p:anim>
                                    <p:anim calcmode="lin" valueType="num">
                                      <p:cBhvr additive="base">
                                        <p:cTn id="112" dur="600" fill="hold"/>
                                        <p:tgtEl>
                                          <p:spTgt spid="26"/>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600"/>
                                        <p:tgtEl>
                                          <p:spTgt spid="27"/>
                                        </p:tgtEl>
                                      </p:cBhvr>
                                    </p:animEffect>
                                    <p:anim calcmode="lin" valueType="num">
                                      <p:cBhvr additive="base">
                                        <p:cTn id="116" dur="600" fill="hold"/>
                                        <p:tgtEl>
                                          <p:spTgt spid="27"/>
                                        </p:tgtEl>
                                        <p:attrNameLst>
                                          <p:attrName>ppt_x</p:attrName>
                                        </p:attrNameLst>
                                      </p:cBhvr>
                                      <p:tavLst>
                                        <p:tav tm="0">
                                          <p:val>
                                            <p:strVal val="#ppt_x"/>
                                          </p:val>
                                        </p:tav>
                                        <p:tav tm="100000">
                                          <p:val>
                                            <p:strVal val="#ppt_x"/>
                                          </p:val>
                                        </p:tav>
                                      </p:tavLst>
                                    </p:anim>
                                    <p:anim calcmode="lin" valueType="num">
                                      <p:cBhvr additive="base">
                                        <p:cTn id="117" dur="600" fill="hold"/>
                                        <p:tgtEl>
                                          <p:spTgt spid="27"/>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600"/>
                                        <p:tgtEl>
                                          <p:spTgt spid="28"/>
                                        </p:tgtEl>
                                      </p:cBhvr>
                                    </p:animEffect>
                                    <p:anim calcmode="lin" valueType="num">
                                      <p:cBhvr additive="base">
                                        <p:cTn id="121" dur="600" fill="hold"/>
                                        <p:tgtEl>
                                          <p:spTgt spid="28"/>
                                        </p:tgtEl>
                                        <p:attrNameLst>
                                          <p:attrName>ppt_x</p:attrName>
                                        </p:attrNameLst>
                                      </p:cBhvr>
                                      <p:tavLst>
                                        <p:tav tm="0">
                                          <p:val>
                                            <p:strVal val="#ppt_x"/>
                                          </p:val>
                                        </p:tav>
                                        <p:tav tm="100000">
                                          <p:val>
                                            <p:strVal val="#ppt_x"/>
                                          </p:val>
                                        </p:tav>
                                      </p:tavLst>
                                    </p:anim>
                                    <p:anim calcmode="lin" valueType="num">
                                      <p:cBhvr additive="base">
                                        <p:cTn id="122" dur="600" fill="hold"/>
                                        <p:tgtEl>
                                          <p:spTgt spid="28"/>
                                        </p:tgtEl>
                                        <p:attrNameLst>
                                          <p:attrName>ppt_y</p:attrName>
                                        </p:attrNameLst>
                                      </p:cBhvr>
                                      <p:tavLst>
                                        <p:tav tm="0">
                                          <p:val>
                                            <p:strVal val="#ppt_y+.1"/>
                                          </p:val>
                                        </p:tav>
                                        <p:tav tm="100000">
                                          <p:val>
                                            <p:strVal val="#ppt_y"/>
                                          </p:val>
                                        </p:tav>
                                      </p:tavLst>
                                    </p:anim>
                                  </p:childTnLst>
                                </p:cTn>
                              </p:par>
                              <p:par>
                                <p:cTn id="123" presetID="22" presetClass="entr" presetSubtype="8" fill="hold" grpId="0" nodeType="with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wipe(left)">
                                      <p:cBhvr>
                                        <p:cTn id="125" dur="500"/>
                                        <p:tgtEl>
                                          <p:spTgt spid="29"/>
                                        </p:tgtEl>
                                      </p:cBhvr>
                                    </p:animEffect>
                                  </p:childTnLst>
                                </p:cTn>
                              </p:par>
                            </p:childTnLst>
                          </p:cTn>
                        </p:par>
                        <p:par>
                          <p:cTn id="152" fill="hold">
                            <p:stCondLst>
                              <p:cond delay="2900"/>
                            </p:stCondLst>
                            <p:childTnLst>
                              <p:par>
                                <p:cTn id="127" presetID="42" presetClass="entr" presetSubtype="0" fill="hold" grpId="0" nodeType="afterEffect">
                                  <p:stCondLst>
                                    <p:cond delay="0"/>
                                  </p:stCondLst>
                                  <p:childTnLst>
                                    <p:set>
                                      <p:cBhvr>
                                        <p:cTn id="128" dur="1" fill="hold">
                                          <p:stCondLst>
                                            <p:cond delay="0"/>
                                          </p:stCondLst>
                                        </p:cTn>
                                        <p:tgtEl>
                                          <p:spTgt spid="30"/>
                                        </p:tgtEl>
                                        <p:attrNameLst>
                                          <p:attrName>style.visibility</p:attrName>
                                        </p:attrNameLst>
                                      </p:cBhvr>
                                      <p:to>
                                        <p:strVal val="visible"/>
                                      </p:to>
                                    </p:set>
                                    <p:animEffect transition="in" filter="fade">
                                      <p:cBhvr>
                                        <p:cTn id="129" dur="600"/>
                                        <p:tgtEl>
                                          <p:spTgt spid="30"/>
                                        </p:tgtEl>
                                      </p:cBhvr>
                                    </p:animEffect>
                                    <p:anim calcmode="lin" valueType="num">
                                      <p:cBhvr additive="base">
                                        <p:cTn id="130" dur="600" fill="hold"/>
                                        <p:tgtEl>
                                          <p:spTgt spid="30"/>
                                        </p:tgtEl>
                                        <p:attrNameLst>
                                          <p:attrName>ppt_x</p:attrName>
                                        </p:attrNameLst>
                                      </p:cBhvr>
                                      <p:tavLst>
                                        <p:tav tm="0">
                                          <p:val>
                                            <p:strVal val="#ppt_x"/>
                                          </p:val>
                                        </p:tav>
                                        <p:tav tm="100000">
                                          <p:val>
                                            <p:strVal val="#ppt_x"/>
                                          </p:val>
                                        </p:tav>
                                      </p:tavLst>
                                    </p:anim>
                                    <p:anim calcmode="lin" valueType="num">
                                      <p:cBhvr additive="base">
                                        <p:cTn id="131" dur="600" fill="hold"/>
                                        <p:tgtEl>
                                          <p:spTgt spid="30"/>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600"/>
                                        <p:tgtEl>
                                          <p:spTgt spid="31"/>
                                        </p:tgtEl>
                                      </p:cBhvr>
                                    </p:animEffect>
                                    <p:anim calcmode="lin" valueType="num">
                                      <p:cBhvr additive="base">
                                        <p:cTn id="135" dur="600" fill="hold"/>
                                        <p:tgtEl>
                                          <p:spTgt spid="31"/>
                                        </p:tgtEl>
                                        <p:attrNameLst>
                                          <p:attrName>ppt_x</p:attrName>
                                        </p:attrNameLst>
                                      </p:cBhvr>
                                      <p:tavLst>
                                        <p:tav tm="0">
                                          <p:val>
                                            <p:strVal val="#ppt_x"/>
                                          </p:val>
                                        </p:tav>
                                        <p:tav tm="100000">
                                          <p:val>
                                            <p:strVal val="#ppt_x"/>
                                          </p:val>
                                        </p:tav>
                                      </p:tavLst>
                                    </p:anim>
                                    <p:anim calcmode="lin" valueType="num">
                                      <p:cBhvr additive="base">
                                        <p:cTn id="136" dur="600" fill="hold"/>
                                        <p:tgtEl>
                                          <p:spTgt spid="31"/>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2"/>
                                        </p:tgtEl>
                                        <p:attrNameLst>
                                          <p:attrName>style.visibility</p:attrName>
                                        </p:attrNameLst>
                                      </p:cBhvr>
                                      <p:to>
                                        <p:strVal val="visible"/>
                                      </p:to>
                                    </p:set>
                                    <p:animEffect transition="in" filter="fade">
                                      <p:cBhvr>
                                        <p:cTn id="139" dur="600"/>
                                        <p:tgtEl>
                                          <p:spTgt spid="32"/>
                                        </p:tgtEl>
                                      </p:cBhvr>
                                    </p:animEffect>
                                    <p:anim calcmode="lin" valueType="num">
                                      <p:cBhvr additive="base">
                                        <p:cTn id="140" dur="600" fill="hold"/>
                                        <p:tgtEl>
                                          <p:spTgt spid="32"/>
                                        </p:tgtEl>
                                        <p:attrNameLst>
                                          <p:attrName>ppt_x</p:attrName>
                                        </p:attrNameLst>
                                      </p:cBhvr>
                                      <p:tavLst>
                                        <p:tav tm="0">
                                          <p:val>
                                            <p:strVal val="#ppt_x"/>
                                          </p:val>
                                        </p:tav>
                                        <p:tav tm="100000">
                                          <p:val>
                                            <p:strVal val="#ppt_x"/>
                                          </p:val>
                                        </p:tav>
                                      </p:tavLst>
                                    </p:anim>
                                    <p:anim calcmode="lin" valueType="num">
                                      <p:cBhvr additive="base">
                                        <p:cTn id="141" dur="600" fill="hold"/>
                                        <p:tgtEl>
                                          <p:spTgt spid="32"/>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600"/>
                                        <p:tgtEl>
                                          <p:spTgt spid="33"/>
                                        </p:tgtEl>
                                      </p:cBhvr>
                                    </p:animEffect>
                                    <p:anim calcmode="lin" valueType="num">
                                      <p:cBhvr additive="base">
                                        <p:cTn id="145" dur="600" fill="hold"/>
                                        <p:tgtEl>
                                          <p:spTgt spid="33"/>
                                        </p:tgtEl>
                                        <p:attrNameLst>
                                          <p:attrName>ppt_x</p:attrName>
                                        </p:attrNameLst>
                                      </p:cBhvr>
                                      <p:tavLst>
                                        <p:tav tm="0">
                                          <p:val>
                                            <p:strVal val="#ppt_x"/>
                                          </p:val>
                                        </p:tav>
                                        <p:tav tm="100000">
                                          <p:val>
                                            <p:strVal val="#ppt_x"/>
                                          </p:val>
                                        </p:tav>
                                      </p:tavLst>
                                    </p:anim>
                                    <p:anim calcmode="lin" valueType="num">
                                      <p:cBhvr additive="base">
                                        <p:cTn id="146" dur="600" fill="hold"/>
                                        <p:tgtEl>
                                          <p:spTgt spid="33"/>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4"/>
                                        </p:tgtEl>
                                        <p:attrNameLst>
                                          <p:attrName>style.visibility</p:attrName>
                                        </p:attrNameLst>
                                      </p:cBhvr>
                                      <p:to>
                                        <p:strVal val="visible"/>
                                      </p:to>
                                    </p:set>
                                    <p:animEffect transition="in" filter="fade">
                                      <p:cBhvr>
                                        <p:cTn id="149" dur="600"/>
                                        <p:tgtEl>
                                          <p:spTgt spid="34"/>
                                        </p:tgtEl>
                                      </p:cBhvr>
                                    </p:animEffect>
                                    <p:anim calcmode="lin" valueType="num">
                                      <p:cBhvr additive="base">
                                        <p:cTn id="150" dur="600" fill="hold"/>
                                        <p:tgtEl>
                                          <p:spTgt spid="34"/>
                                        </p:tgtEl>
                                        <p:attrNameLst>
                                          <p:attrName>ppt_x</p:attrName>
                                        </p:attrNameLst>
                                      </p:cBhvr>
                                      <p:tavLst>
                                        <p:tav tm="0">
                                          <p:val>
                                            <p:strVal val="#ppt_x"/>
                                          </p:val>
                                        </p:tav>
                                        <p:tav tm="100000">
                                          <p:val>
                                            <p:strVal val="#ppt_x"/>
                                          </p:val>
                                        </p:tav>
                                      </p:tavLst>
                                    </p:anim>
                                    <p:anim calcmode="lin" valueType="num">
                                      <p:cBhvr additive="base">
                                        <p:cTn id="151" dur="600" fill="hold"/>
                                        <p:tgtEl>
                                          <p:spTgt spid="34"/>
                                        </p:tgtEl>
                                        <p:attrNameLst>
                                          <p:attrName>ppt_y</p:attrName>
                                        </p:attrNameLst>
                                      </p:cBhvr>
                                      <p:tavLst>
                                        <p:tav tm="0">
                                          <p:val>
                                            <p:strVal val="#ppt_y+.1"/>
                                          </p:val>
                                        </p:tav>
                                        <p:tav tm="100000">
                                          <p:val>
                                            <p:strVal val="#ppt_y"/>
                                          </p:val>
                                        </p:tav>
                                      </p:tavLst>
                                    </p:anim>
                                  </p:childTnLst>
                                </p:cTn>
                              </p:par>
                            </p:childTnLst>
                          </p:cTn>
                        </p:par>
                        <p:par>
                          <p:cTn id="168" fill="hold">
                            <p:stCondLst>
                              <p:cond delay="3500"/>
                            </p:stCondLst>
                            <p:childTnLst>
                              <p:par>
                                <p:cTn id="153" presetID="42" presetClass="entr" presetSubtype="0" fill="hold" grpId="0" nodeType="afterEffect">
                                  <p:stCondLst>
                                    <p:cond delay="0"/>
                                  </p:stCondLst>
                                  <p:childTnLst>
                                    <p:set>
                                      <p:cBhvr>
                                        <p:cTn id="154" dur="1" fill="hold">
                                          <p:stCondLst>
                                            <p:cond delay="0"/>
                                          </p:stCondLst>
                                        </p:cTn>
                                        <p:tgtEl>
                                          <p:spTgt spid="35"/>
                                        </p:tgtEl>
                                        <p:attrNameLst>
                                          <p:attrName>style.visibility</p:attrName>
                                        </p:attrNameLst>
                                      </p:cBhvr>
                                      <p:to>
                                        <p:strVal val="visible"/>
                                      </p:to>
                                    </p:set>
                                    <p:animEffect transition="in" filter="fade">
                                      <p:cBhvr>
                                        <p:cTn id="155" dur="600"/>
                                        <p:tgtEl>
                                          <p:spTgt spid="35"/>
                                        </p:tgtEl>
                                      </p:cBhvr>
                                    </p:animEffect>
                                    <p:anim calcmode="lin" valueType="num">
                                      <p:cBhvr additive="base">
                                        <p:cTn id="156" dur="600" fill="hold"/>
                                        <p:tgtEl>
                                          <p:spTgt spid="35"/>
                                        </p:tgtEl>
                                        <p:attrNameLst>
                                          <p:attrName>ppt_x</p:attrName>
                                        </p:attrNameLst>
                                      </p:cBhvr>
                                      <p:tavLst>
                                        <p:tav tm="0">
                                          <p:val>
                                            <p:strVal val="#ppt_x"/>
                                          </p:val>
                                        </p:tav>
                                        <p:tav tm="100000">
                                          <p:val>
                                            <p:strVal val="#ppt_x"/>
                                          </p:val>
                                        </p:tav>
                                      </p:tavLst>
                                    </p:anim>
                                    <p:anim calcmode="lin" valueType="num">
                                      <p:cBhvr additive="base">
                                        <p:cTn id="157" dur="600" fill="hold"/>
                                        <p:tgtEl>
                                          <p:spTgt spid="35"/>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6"/>
                                        </p:tgtEl>
                                        <p:attrNameLst>
                                          <p:attrName>style.visibility</p:attrName>
                                        </p:attrNameLst>
                                      </p:cBhvr>
                                      <p:to>
                                        <p:strVal val="visible"/>
                                      </p:to>
                                    </p:set>
                                    <p:animEffect transition="in" filter="fade">
                                      <p:cBhvr>
                                        <p:cTn id="160" dur="600"/>
                                        <p:tgtEl>
                                          <p:spTgt spid="36"/>
                                        </p:tgtEl>
                                      </p:cBhvr>
                                    </p:animEffect>
                                    <p:anim calcmode="lin" valueType="num">
                                      <p:cBhvr additive="base">
                                        <p:cTn id="161" dur="600" fill="hold"/>
                                        <p:tgtEl>
                                          <p:spTgt spid="36"/>
                                        </p:tgtEl>
                                        <p:attrNameLst>
                                          <p:attrName>ppt_x</p:attrName>
                                        </p:attrNameLst>
                                      </p:cBhvr>
                                      <p:tavLst>
                                        <p:tav tm="0">
                                          <p:val>
                                            <p:strVal val="#ppt_x"/>
                                          </p:val>
                                        </p:tav>
                                        <p:tav tm="100000">
                                          <p:val>
                                            <p:strVal val="#ppt_x"/>
                                          </p:val>
                                        </p:tav>
                                      </p:tavLst>
                                    </p:anim>
                                    <p:anim calcmode="lin" valueType="num">
                                      <p:cBhvr additive="base">
                                        <p:cTn id="162" dur="600" fill="hold"/>
                                        <p:tgtEl>
                                          <p:spTgt spid="36"/>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600"/>
                                        <p:tgtEl>
                                          <p:spTgt spid="37"/>
                                        </p:tgtEl>
                                      </p:cBhvr>
                                    </p:animEffect>
                                    <p:anim calcmode="lin" valueType="num">
                                      <p:cBhvr additive="base">
                                        <p:cTn id="166" dur="600" fill="hold"/>
                                        <p:tgtEl>
                                          <p:spTgt spid="37"/>
                                        </p:tgtEl>
                                        <p:attrNameLst>
                                          <p:attrName>ppt_x</p:attrName>
                                        </p:attrNameLst>
                                      </p:cBhvr>
                                      <p:tavLst>
                                        <p:tav tm="0">
                                          <p:val>
                                            <p:strVal val="#ppt_x"/>
                                          </p:val>
                                        </p:tav>
                                        <p:tav tm="100000">
                                          <p:val>
                                            <p:strVal val="#ppt_x"/>
                                          </p:val>
                                        </p:tav>
                                      </p:tavLst>
                                    </p:anim>
                                    <p:anim calcmode="lin" valueType="num">
                                      <p:cBhvr additive="base">
                                        <p:cTn id="167" dur="600" fill="hold"/>
                                        <p:tgtEl>
                                          <p:spTgt spid="37"/>
                                        </p:tgtEl>
                                        <p:attrNameLst>
                                          <p:attrName>ppt_y</p:attrName>
                                        </p:attrNameLst>
                                      </p:cBhvr>
                                      <p:tavLst>
                                        <p:tav tm="0">
                                          <p:val>
                                            <p:strVal val="#ppt_y+.1"/>
                                          </p:val>
                                        </p:tav>
                                        <p:tav tm="100000">
                                          <p:val>
                                            <p:strVal val="#ppt_y"/>
                                          </p:val>
                                        </p:tav>
                                      </p:tavLst>
                                    </p:anim>
                                  </p:childTnLst>
                                </p:cTn>
                              </p:par>
                            </p:childTnLst>
                          </p:cTn>
                        </p:par>
                        <p:par>
                          <p:cTn id="184" fill="hold">
                            <p:stCondLst>
                              <p:cond delay="4100"/>
                            </p:stCondLst>
                            <p:childTnLst>
                              <p:par>
                                <p:cTn id="169" presetID="42" presetClass="entr" presetSubtype="0" fill="hold" grpId="0" nodeType="afterEffect">
                                  <p:stCondLst>
                                    <p:cond delay="0"/>
                                  </p:stCondLst>
                                  <p:childTnLst>
                                    <p:set>
                                      <p:cBhvr>
                                        <p:cTn id="170" dur="1" fill="hold">
                                          <p:stCondLst>
                                            <p:cond delay="0"/>
                                          </p:stCondLst>
                                        </p:cTn>
                                        <p:tgtEl>
                                          <p:spTgt spid="38"/>
                                        </p:tgtEl>
                                        <p:attrNameLst>
                                          <p:attrName>style.visibility</p:attrName>
                                        </p:attrNameLst>
                                      </p:cBhvr>
                                      <p:to>
                                        <p:strVal val="visible"/>
                                      </p:to>
                                    </p:set>
                                    <p:animEffect transition="in" filter="fade">
                                      <p:cBhvr>
                                        <p:cTn id="171" dur="600"/>
                                        <p:tgtEl>
                                          <p:spTgt spid="38"/>
                                        </p:tgtEl>
                                      </p:cBhvr>
                                    </p:animEffect>
                                    <p:anim calcmode="lin" valueType="num">
                                      <p:cBhvr additive="base">
                                        <p:cTn id="172" dur="600" fill="hold"/>
                                        <p:tgtEl>
                                          <p:spTgt spid="38"/>
                                        </p:tgtEl>
                                        <p:attrNameLst>
                                          <p:attrName>ppt_x</p:attrName>
                                        </p:attrNameLst>
                                      </p:cBhvr>
                                      <p:tavLst>
                                        <p:tav tm="0">
                                          <p:val>
                                            <p:strVal val="#ppt_x"/>
                                          </p:val>
                                        </p:tav>
                                        <p:tav tm="100000">
                                          <p:val>
                                            <p:strVal val="#ppt_x"/>
                                          </p:val>
                                        </p:tav>
                                      </p:tavLst>
                                    </p:anim>
                                    <p:anim calcmode="lin" valueType="num">
                                      <p:cBhvr additive="base">
                                        <p:cTn id="173" dur="600" fill="hold"/>
                                        <p:tgtEl>
                                          <p:spTgt spid="38"/>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39"/>
                                        </p:tgtEl>
                                        <p:attrNameLst>
                                          <p:attrName>style.visibility</p:attrName>
                                        </p:attrNameLst>
                                      </p:cBhvr>
                                      <p:to>
                                        <p:strVal val="visible"/>
                                      </p:to>
                                    </p:set>
                                    <p:animEffect transition="in" filter="fade">
                                      <p:cBhvr>
                                        <p:cTn id="176" dur="600"/>
                                        <p:tgtEl>
                                          <p:spTgt spid="39"/>
                                        </p:tgtEl>
                                      </p:cBhvr>
                                    </p:animEffect>
                                    <p:anim calcmode="lin" valueType="num">
                                      <p:cBhvr additive="base">
                                        <p:cTn id="177" dur="600" fill="hold"/>
                                        <p:tgtEl>
                                          <p:spTgt spid="39"/>
                                        </p:tgtEl>
                                        <p:attrNameLst>
                                          <p:attrName>ppt_x</p:attrName>
                                        </p:attrNameLst>
                                      </p:cBhvr>
                                      <p:tavLst>
                                        <p:tav tm="0">
                                          <p:val>
                                            <p:strVal val="#ppt_x"/>
                                          </p:val>
                                        </p:tav>
                                        <p:tav tm="100000">
                                          <p:val>
                                            <p:strVal val="#ppt_x"/>
                                          </p:val>
                                        </p:tav>
                                      </p:tavLst>
                                    </p:anim>
                                    <p:anim calcmode="lin" valueType="num">
                                      <p:cBhvr additive="base">
                                        <p:cTn id="178" dur="600" fill="hold"/>
                                        <p:tgtEl>
                                          <p:spTgt spid="39"/>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40"/>
                                        </p:tgtEl>
                                        <p:attrNameLst>
                                          <p:attrName>style.visibility</p:attrName>
                                        </p:attrNameLst>
                                      </p:cBhvr>
                                      <p:to>
                                        <p:strVal val="visible"/>
                                      </p:to>
                                    </p:set>
                                    <p:animEffect transition="in" filter="fade">
                                      <p:cBhvr>
                                        <p:cTn id="181" dur="600"/>
                                        <p:tgtEl>
                                          <p:spTgt spid="40"/>
                                        </p:tgtEl>
                                      </p:cBhvr>
                                    </p:animEffect>
                                    <p:anim calcmode="lin" valueType="num">
                                      <p:cBhvr additive="base">
                                        <p:cTn id="182" dur="600" fill="hold"/>
                                        <p:tgtEl>
                                          <p:spTgt spid="40"/>
                                        </p:tgtEl>
                                        <p:attrNameLst>
                                          <p:attrName>ppt_x</p:attrName>
                                        </p:attrNameLst>
                                      </p:cBhvr>
                                      <p:tavLst>
                                        <p:tav tm="0">
                                          <p:val>
                                            <p:strVal val="#ppt_x"/>
                                          </p:val>
                                        </p:tav>
                                        <p:tav tm="100000">
                                          <p:val>
                                            <p:strVal val="#ppt_x"/>
                                          </p:val>
                                        </p:tav>
                                      </p:tavLst>
                                    </p:anim>
                                    <p:anim calcmode="lin" valueType="num">
                                      <p:cBhvr additive="base">
                                        <p:cTn id="183" dur="600" fill="hold"/>
                                        <p:tgtEl>
                                          <p:spTgt spid="40"/>
                                        </p:tgtEl>
                                        <p:attrNameLst>
                                          <p:attrName>ppt_y</p:attrName>
                                        </p:attrNameLst>
                                      </p:cBhvr>
                                      <p:tavLst>
                                        <p:tav tm="0">
                                          <p:val>
                                            <p:strVal val="#ppt_y+.1"/>
                                          </p:val>
                                        </p:tav>
                                        <p:tav tm="100000">
                                          <p:val>
                                            <p:strVal val="#ppt_y"/>
                                          </p:val>
                                        </p:tav>
                                      </p:tavLst>
                                    </p:anim>
                                  </p:childTnLst>
                                </p:cTn>
                              </p:par>
                            </p:childTnLst>
                          </p:cTn>
                        </p:par>
                        <p:par>
                          <p:cTn id="200" fill="hold">
                            <p:stCondLst>
                              <p:cond delay="4700"/>
                            </p:stCondLst>
                            <p:childTnLst>
                              <p:par>
                                <p:cTn id="185" presetID="42" presetClass="entr" presetSubtype="0" fill="hold" grpId="0" nodeType="afterEffect">
                                  <p:stCondLst>
                                    <p:cond delay="0"/>
                                  </p:stCondLst>
                                  <p:childTnLst>
                                    <p:set>
                                      <p:cBhvr>
                                        <p:cTn id="186" dur="1" fill="hold">
                                          <p:stCondLst>
                                            <p:cond delay="0"/>
                                          </p:stCondLst>
                                        </p:cTn>
                                        <p:tgtEl>
                                          <p:spTgt spid="41"/>
                                        </p:tgtEl>
                                        <p:attrNameLst>
                                          <p:attrName>style.visibility</p:attrName>
                                        </p:attrNameLst>
                                      </p:cBhvr>
                                      <p:to>
                                        <p:strVal val="visible"/>
                                      </p:to>
                                    </p:set>
                                    <p:animEffect transition="in" filter="fade">
                                      <p:cBhvr>
                                        <p:cTn id="187" dur="600"/>
                                        <p:tgtEl>
                                          <p:spTgt spid="41"/>
                                        </p:tgtEl>
                                      </p:cBhvr>
                                    </p:animEffect>
                                    <p:anim calcmode="lin" valueType="num">
                                      <p:cBhvr additive="base">
                                        <p:cTn id="188" dur="600" fill="hold"/>
                                        <p:tgtEl>
                                          <p:spTgt spid="41"/>
                                        </p:tgtEl>
                                        <p:attrNameLst>
                                          <p:attrName>ppt_x</p:attrName>
                                        </p:attrNameLst>
                                      </p:cBhvr>
                                      <p:tavLst>
                                        <p:tav tm="0">
                                          <p:val>
                                            <p:strVal val="#ppt_x"/>
                                          </p:val>
                                        </p:tav>
                                        <p:tav tm="100000">
                                          <p:val>
                                            <p:strVal val="#ppt_x"/>
                                          </p:val>
                                        </p:tav>
                                      </p:tavLst>
                                    </p:anim>
                                    <p:anim calcmode="lin" valueType="num">
                                      <p:cBhvr additive="base">
                                        <p:cTn id="189" dur="600" fill="hold"/>
                                        <p:tgtEl>
                                          <p:spTgt spid="41"/>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42"/>
                                        </p:tgtEl>
                                        <p:attrNameLst>
                                          <p:attrName>style.visibility</p:attrName>
                                        </p:attrNameLst>
                                      </p:cBhvr>
                                      <p:to>
                                        <p:strVal val="visible"/>
                                      </p:to>
                                    </p:set>
                                    <p:animEffect transition="in" filter="fade">
                                      <p:cBhvr>
                                        <p:cTn id="192" dur="600"/>
                                        <p:tgtEl>
                                          <p:spTgt spid="42"/>
                                        </p:tgtEl>
                                      </p:cBhvr>
                                    </p:animEffect>
                                    <p:anim calcmode="lin" valueType="num">
                                      <p:cBhvr additive="base">
                                        <p:cTn id="193" dur="600" fill="hold"/>
                                        <p:tgtEl>
                                          <p:spTgt spid="42"/>
                                        </p:tgtEl>
                                        <p:attrNameLst>
                                          <p:attrName>ppt_x</p:attrName>
                                        </p:attrNameLst>
                                      </p:cBhvr>
                                      <p:tavLst>
                                        <p:tav tm="0">
                                          <p:val>
                                            <p:strVal val="#ppt_x"/>
                                          </p:val>
                                        </p:tav>
                                        <p:tav tm="100000">
                                          <p:val>
                                            <p:strVal val="#ppt_x"/>
                                          </p:val>
                                        </p:tav>
                                      </p:tavLst>
                                    </p:anim>
                                    <p:anim calcmode="lin" valueType="num">
                                      <p:cBhvr additive="base">
                                        <p:cTn id="194" dur="600" fill="hold"/>
                                        <p:tgtEl>
                                          <p:spTgt spid="42"/>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0"/>
                                  </p:stCondLst>
                                  <p:childTnLst>
                                    <p:set>
                                      <p:cBhvr>
                                        <p:cTn id="196" dur="1" fill="hold">
                                          <p:stCondLst>
                                            <p:cond delay="0"/>
                                          </p:stCondLst>
                                        </p:cTn>
                                        <p:tgtEl>
                                          <p:spTgt spid="43"/>
                                        </p:tgtEl>
                                        <p:attrNameLst>
                                          <p:attrName>style.visibility</p:attrName>
                                        </p:attrNameLst>
                                      </p:cBhvr>
                                      <p:to>
                                        <p:strVal val="visible"/>
                                      </p:to>
                                    </p:set>
                                    <p:animEffect transition="in" filter="fade">
                                      <p:cBhvr>
                                        <p:cTn id="197" dur="600"/>
                                        <p:tgtEl>
                                          <p:spTgt spid="43"/>
                                        </p:tgtEl>
                                      </p:cBhvr>
                                    </p:animEffect>
                                    <p:anim calcmode="lin" valueType="num">
                                      <p:cBhvr additive="base">
                                        <p:cTn id="198" dur="600" fill="hold"/>
                                        <p:tgtEl>
                                          <p:spTgt spid="43"/>
                                        </p:tgtEl>
                                        <p:attrNameLst>
                                          <p:attrName>ppt_x</p:attrName>
                                        </p:attrNameLst>
                                      </p:cBhvr>
                                      <p:tavLst>
                                        <p:tav tm="0">
                                          <p:val>
                                            <p:strVal val="#ppt_x"/>
                                          </p:val>
                                        </p:tav>
                                        <p:tav tm="100000">
                                          <p:val>
                                            <p:strVal val="#ppt_x"/>
                                          </p:val>
                                        </p:tav>
                                      </p:tavLst>
                                    </p:anim>
                                    <p:anim calcmode="lin" valueType="num">
                                      <p:cBhvr additive="base">
                                        <p:cTn id="199" dur="600" fill="hold"/>
                                        <p:tgtEl>
                                          <p:spTgt spid="43"/>
                                        </p:tgtEl>
                                        <p:attrNameLst>
                                          <p:attrName>ppt_y</p:attrName>
                                        </p:attrNameLst>
                                      </p:cBhvr>
                                      <p:tavLst>
                                        <p:tav tm="0">
                                          <p:val>
                                            <p:strVal val="#ppt_y+.1"/>
                                          </p:val>
                                        </p:tav>
                                        <p:tav tm="100000">
                                          <p:val>
                                            <p:strVal val="#ppt_y"/>
                                          </p:val>
                                        </p:tav>
                                      </p:tavLst>
                                    </p:anim>
                                  </p:childTnLst>
                                </p:cTn>
                              </p:par>
                            </p:childTnLst>
                          </p:cTn>
                        </p:par>
                        <p:par>
                          <p:cTn id="204" fill="hold">
                            <p:stCondLst>
                              <p:cond delay="5300"/>
                            </p:stCondLst>
                            <p:childTnLst>
                              <p:par>
                                <p:cTn id="201" presetID="10" presetClass="entr" presetSubtype="0" fill="hold" grpId="0" nodeType="afterEffect">
                                  <p:stCondLst>
                                    <p:cond delay="0"/>
                                  </p:stCondLst>
                                  <p:childTnLst>
                                    <p:set>
                                      <p:cBhvr>
                                        <p:cTn id="202" dur="1" fill="hold">
                                          <p:stCondLst>
                                            <p:cond delay="0"/>
                                          </p:stCondLst>
                                        </p:cTn>
                                        <p:tgtEl>
                                          <p:spTgt spid="44"/>
                                        </p:tgtEl>
                                        <p:attrNameLst>
                                          <p:attrName>style.visibility</p:attrName>
                                        </p:attrNameLst>
                                      </p:cBhvr>
                                      <p:to>
                                        <p:strVal val="visible"/>
                                      </p:to>
                                    </p:set>
                                    <p:animEffect transition="in" filter="fade">
                                      <p:cBhvr>
                                        <p:cTn id="20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10</a:t>
            </a:r>
            <a:endParaRPr lang="en-US" sz="800" dirty="0"/>
          </a:p>
        </p:txBody>
      </p:sp>
      <p:sp>
        <p:nvSpPr>
          <p:cNvPr id="4" name="a1f_234"/>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ÉTAPE 3 · GESTION</a:t>
            </a:r>
            <a:endParaRPr lang="en-US" sz="1100" dirty="0"/>
          </a:p>
        </p:txBody>
      </p:sp>
      <p:sp>
        <p:nvSpPr>
          <p:cNvPr id="5" name="a1f_235"/>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Gérer facilement la liste des inscrits</a:t>
            </a:r>
            <a:endParaRPr lang="en-US" sz="2800" dirty="0"/>
          </a:p>
        </p:txBody>
      </p:sp>
      <p:pic>
        <p:nvPicPr>
          <p:cNvPr id="6" name="a2u_236" descr="/tmp/claude-0/-home-user-face-id/e849e0f3-7743-5449-a322-d35a4c4c9845/scratchpad/deck/img/mock_tout.png">    </p:cNvPr>
          <p:cNvPicPr>
            <a:picLocks noChangeAspect="1"/>
          </p:cNvPicPr>
          <p:nvPr/>
        </p:nvPicPr>
        <p:blipFill>
          <a:blip r:embed="rId1"/>
          <a:stretch>
            <a:fillRect/>
          </a:stretch>
        </p:blipFill>
        <p:spPr>
          <a:xfrm>
            <a:off x="502920" y="1143000"/>
            <a:ext cx="1857538" cy="3611880"/>
          </a:xfrm>
          <a:prstGeom prst="rect">
            <a:avLst/>
          </a:prstGeom>
        </p:spPr>
      </p:pic>
      <p:pic>
        <p:nvPicPr>
          <p:cNvPr id="7" name="a3u_237" descr="/tmp/claude-0/-home-user-face-id/e849e0f3-7743-5449-a322-d35a4c4c9845/scratchpad/deck/img/mock_detail.png">    </p:cNvPr>
          <p:cNvPicPr>
            <a:picLocks noChangeAspect="1"/>
          </p:cNvPicPr>
          <p:nvPr/>
        </p:nvPicPr>
        <p:blipFill>
          <a:blip r:embed="rId2"/>
          <a:stretch>
            <a:fillRect/>
          </a:stretch>
        </p:blipFill>
        <p:spPr>
          <a:xfrm>
            <a:off x="2514600" y="1143000"/>
            <a:ext cx="1857538" cy="3611880"/>
          </a:xfrm>
          <a:prstGeom prst="rect">
            <a:avLst/>
          </a:prstGeom>
        </p:spPr>
      </p:pic>
      <p:sp>
        <p:nvSpPr>
          <p:cNvPr id="8" name="a4z_238"/>
          <p:cNvSpPr/>
          <p:nvPr/>
        </p:nvSpPr>
        <p:spPr>
          <a:xfrm>
            <a:off x="4709160" y="1234440"/>
            <a:ext cx="457200" cy="457200"/>
          </a:xfrm>
          <a:prstGeom prst="ellipse">
            <a:avLst/>
          </a:prstGeom>
          <a:solidFill>
            <a:srgbClr val="7B68EE"/>
          </a:solidFill>
          <a:ln w="12700">
            <a:solidFill>
              <a:srgbClr val="7B68EE"/>
            </a:solidFill>
            <a:prstDash val="solid"/>
          </a:ln>
        </p:spPr>
      </p:sp>
      <p:pic>
        <p:nvPicPr>
          <p:cNvPr id="9" name="a4z_238i" descr="preencoded.png">    </p:cNvPr>
          <p:cNvPicPr>
            <a:picLocks noChangeAspect="1"/>
          </p:cNvPicPr>
          <p:nvPr/>
        </p:nvPicPr>
        <p:blipFill>
          <a:blip r:embed="rId3"/>
          <a:stretch>
            <a:fillRect/>
          </a:stretch>
        </p:blipFill>
        <p:spPr>
          <a:xfrm>
            <a:off x="4818888" y="1344168"/>
            <a:ext cx="237744" cy="237744"/>
          </a:xfrm>
          <a:prstGeom prst="rect">
            <a:avLst/>
          </a:prstGeom>
        </p:spPr>
      </p:pic>
      <p:sp>
        <p:nvSpPr>
          <p:cNvPr id="10" name="a4f_239"/>
          <p:cNvSpPr txBox="1"/>
          <p:nvPr/>
        </p:nvSpPr>
        <p:spPr>
          <a:xfrm>
            <a:off x="5303520" y="1216152"/>
            <a:ext cx="3383280" cy="256032"/>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Rechercher</a:t>
            </a:r>
            <a:endParaRPr lang="en-US" sz="1300" dirty="0"/>
          </a:p>
        </p:txBody>
      </p:sp>
      <p:sp>
        <p:nvSpPr>
          <p:cNvPr id="11" name="a4f_240"/>
          <p:cNvSpPr txBox="1"/>
          <p:nvPr/>
        </p:nvSpPr>
        <p:spPr>
          <a:xfrm>
            <a:off x="5303520" y="1472184"/>
            <a:ext cx="3383280" cy="384048"/>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Retrouver une personne en tapant une partie de son nom.</a:t>
            </a:r>
            <a:endParaRPr lang="en-US" sz="1000" dirty="0"/>
          </a:p>
        </p:txBody>
      </p:sp>
      <p:sp>
        <p:nvSpPr>
          <p:cNvPr id="12" name="a5z_241"/>
          <p:cNvSpPr/>
          <p:nvPr/>
        </p:nvSpPr>
        <p:spPr>
          <a:xfrm>
            <a:off x="4709160" y="1920240"/>
            <a:ext cx="457200" cy="457200"/>
          </a:xfrm>
          <a:prstGeom prst="ellipse">
            <a:avLst/>
          </a:prstGeom>
          <a:solidFill>
            <a:srgbClr val="7B68EE"/>
          </a:solidFill>
          <a:ln w="12700">
            <a:solidFill>
              <a:srgbClr val="7B68EE"/>
            </a:solidFill>
            <a:prstDash val="solid"/>
          </a:ln>
        </p:spPr>
      </p:sp>
      <p:pic>
        <p:nvPicPr>
          <p:cNvPr id="13" name="a5z_241i" descr="preencoded.png">    </p:cNvPr>
          <p:cNvPicPr>
            <a:picLocks noChangeAspect="1"/>
          </p:cNvPicPr>
          <p:nvPr/>
        </p:nvPicPr>
        <p:blipFill>
          <a:blip r:embed="rId4"/>
          <a:stretch>
            <a:fillRect/>
          </a:stretch>
        </p:blipFill>
        <p:spPr>
          <a:xfrm>
            <a:off x="4818888" y="2029968"/>
            <a:ext cx="237744" cy="237744"/>
          </a:xfrm>
          <a:prstGeom prst="rect">
            <a:avLst/>
          </a:prstGeom>
        </p:spPr>
      </p:pic>
      <p:sp>
        <p:nvSpPr>
          <p:cNvPr id="14" name="a5f_242"/>
          <p:cNvSpPr txBox="1"/>
          <p:nvPr/>
        </p:nvSpPr>
        <p:spPr>
          <a:xfrm>
            <a:off x="5303520" y="1901952"/>
            <a:ext cx="3383280" cy="256032"/>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Afficher plus</a:t>
            </a:r>
            <a:endParaRPr lang="en-US" sz="1300" dirty="0"/>
          </a:p>
        </p:txBody>
      </p:sp>
      <p:sp>
        <p:nvSpPr>
          <p:cNvPr id="15" name="a5f_243"/>
          <p:cNvSpPr txBox="1"/>
          <p:nvPr/>
        </p:nvSpPr>
        <p:spPr>
          <a:xfrm>
            <a:off x="5303520" y="2157984"/>
            <a:ext cx="3383280" cy="384048"/>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Les résultats se chargent au fur et à mesure.</a:t>
            </a:r>
            <a:endParaRPr lang="en-US" sz="1000" dirty="0"/>
          </a:p>
        </p:txBody>
      </p:sp>
      <p:sp>
        <p:nvSpPr>
          <p:cNvPr id="16" name="a6z_244"/>
          <p:cNvSpPr/>
          <p:nvPr/>
        </p:nvSpPr>
        <p:spPr>
          <a:xfrm>
            <a:off x="4709160" y="2606040"/>
            <a:ext cx="457200" cy="457200"/>
          </a:xfrm>
          <a:prstGeom prst="ellipse">
            <a:avLst/>
          </a:prstGeom>
          <a:solidFill>
            <a:srgbClr val="7B68EE"/>
          </a:solidFill>
          <a:ln w="12700">
            <a:solidFill>
              <a:srgbClr val="7B68EE"/>
            </a:solidFill>
            <a:prstDash val="solid"/>
          </a:ln>
        </p:spPr>
      </p:sp>
      <p:pic>
        <p:nvPicPr>
          <p:cNvPr id="17" name="a6z_244i" descr="preencoded.png">    </p:cNvPr>
          <p:cNvPicPr>
            <a:picLocks noChangeAspect="1"/>
          </p:cNvPicPr>
          <p:nvPr/>
        </p:nvPicPr>
        <p:blipFill>
          <a:blip r:embed="rId5"/>
          <a:stretch>
            <a:fillRect/>
          </a:stretch>
        </p:blipFill>
        <p:spPr>
          <a:xfrm>
            <a:off x="4818888" y="2715768"/>
            <a:ext cx="237744" cy="237744"/>
          </a:xfrm>
          <a:prstGeom prst="rect">
            <a:avLst/>
          </a:prstGeom>
        </p:spPr>
      </p:pic>
      <p:sp>
        <p:nvSpPr>
          <p:cNvPr id="18" name="a6f_245"/>
          <p:cNvSpPr txBox="1"/>
          <p:nvPr/>
        </p:nvSpPr>
        <p:spPr>
          <a:xfrm>
            <a:off x="5303520" y="2587752"/>
            <a:ext cx="3383280" cy="256032"/>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Modifier</a:t>
            </a:r>
            <a:endParaRPr lang="en-US" sz="1300" dirty="0"/>
          </a:p>
        </p:txBody>
      </p:sp>
      <p:sp>
        <p:nvSpPr>
          <p:cNvPr id="19" name="a6f_246"/>
          <p:cNvSpPr txBox="1"/>
          <p:nvPr/>
        </p:nvSpPr>
        <p:spPr>
          <a:xfrm>
            <a:off x="5303520" y="2843784"/>
            <a:ext cx="3383280" cy="384048"/>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Mettre à jour le nom, la description ou les photos.</a:t>
            </a:r>
            <a:endParaRPr lang="en-US" sz="1000" dirty="0"/>
          </a:p>
        </p:txBody>
      </p:sp>
      <p:sp>
        <p:nvSpPr>
          <p:cNvPr id="20" name="a7z_247"/>
          <p:cNvSpPr/>
          <p:nvPr/>
        </p:nvSpPr>
        <p:spPr>
          <a:xfrm>
            <a:off x="4709160" y="3291840"/>
            <a:ext cx="457200" cy="457200"/>
          </a:xfrm>
          <a:prstGeom prst="ellipse">
            <a:avLst/>
          </a:prstGeom>
          <a:solidFill>
            <a:srgbClr val="E5484D"/>
          </a:solidFill>
          <a:ln w="12700">
            <a:solidFill>
              <a:srgbClr val="E5484D"/>
            </a:solidFill>
            <a:prstDash val="solid"/>
          </a:ln>
        </p:spPr>
      </p:sp>
      <p:pic>
        <p:nvPicPr>
          <p:cNvPr id="21" name="a7z_247i" descr="preencoded.png">    </p:cNvPr>
          <p:cNvPicPr>
            <a:picLocks noChangeAspect="1"/>
          </p:cNvPicPr>
          <p:nvPr/>
        </p:nvPicPr>
        <p:blipFill>
          <a:blip r:embed="rId6"/>
          <a:stretch>
            <a:fillRect/>
          </a:stretch>
        </p:blipFill>
        <p:spPr>
          <a:xfrm>
            <a:off x="4818888" y="3401568"/>
            <a:ext cx="237744" cy="237744"/>
          </a:xfrm>
          <a:prstGeom prst="rect">
            <a:avLst/>
          </a:prstGeom>
        </p:spPr>
      </p:pic>
      <p:sp>
        <p:nvSpPr>
          <p:cNvPr id="22" name="a7f_248"/>
          <p:cNvSpPr txBox="1"/>
          <p:nvPr/>
        </p:nvSpPr>
        <p:spPr>
          <a:xfrm>
            <a:off x="5303520" y="3273552"/>
            <a:ext cx="3383280" cy="256032"/>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Supprimer</a:t>
            </a:r>
            <a:endParaRPr lang="en-US" sz="1300" dirty="0"/>
          </a:p>
        </p:txBody>
      </p:sp>
      <p:sp>
        <p:nvSpPr>
          <p:cNvPr id="23" name="a7f_249"/>
          <p:cNvSpPr txBox="1"/>
          <p:nvPr/>
        </p:nvSpPr>
        <p:spPr>
          <a:xfrm>
            <a:off x="5303520" y="3529584"/>
            <a:ext cx="3383280" cy="384048"/>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Toujours après confirmation, pour éviter les erreurs.</a:t>
            </a:r>
            <a:endParaRPr lang="en-US" sz="1000" dirty="0"/>
          </a:p>
        </p:txBody>
      </p:sp>
      <p:sp>
        <p:nvSpPr>
          <p:cNvPr id="24" name="a8z_250"/>
          <p:cNvSpPr/>
          <p:nvPr/>
        </p:nvSpPr>
        <p:spPr>
          <a:xfrm>
            <a:off x="4709160" y="3977640"/>
            <a:ext cx="457200" cy="457200"/>
          </a:xfrm>
          <a:prstGeom prst="ellipse">
            <a:avLst/>
          </a:prstGeom>
          <a:solidFill>
            <a:srgbClr val="7B68EE"/>
          </a:solidFill>
          <a:ln w="12700">
            <a:solidFill>
              <a:srgbClr val="7B68EE"/>
            </a:solidFill>
            <a:prstDash val="solid"/>
          </a:ln>
        </p:spPr>
      </p:sp>
      <p:pic>
        <p:nvPicPr>
          <p:cNvPr id="25" name="a8z_250i" descr="preencoded.png">    </p:cNvPr>
          <p:cNvPicPr>
            <a:picLocks noChangeAspect="1"/>
          </p:cNvPicPr>
          <p:nvPr/>
        </p:nvPicPr>
        <p:blipFill>
          <a:blip r:embed="rId7"/>
          <a:stretch>
            <a:fillRect/>
          </a:stretch>
        </p:blipFill>
        <p:spPr>
          <a:xfrm>
            <a:off x="4818888" y="4087368"/>
            <a:ext cx="237744" cy="237744"/>
          </a:xfrm>
          <a:prstGeom prst="rect">
            <a:avLst/>
          </a:prstGeom>
        </p:spPr>
      </p:pic>
      <p:sp>
        <p:nvSpPr>
          <p:cNvPr id="26" name="a8f_251"/>
          <p:cNvSpPr txBox="1"/>
          <p:nvPr/>
        </p:nvSpPr>
        <p:spPr>
          <a:xfrm>
            <a:off x="5303520" y="3959352"/>
            <a:ext cx="3383280" cy="256032"/>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Fiche détaillée</a:t>
            </a:r>
            <a:endParaRPr lang="en-US" sz="1300" dirty="0"/>
          </a:p>
        </p:txBody>
      </p:sp>
      <p:sp>
        <p:nvSpPr>
          <p:cNvPr id="27" name="a8f_252"/>
          <p:cNvSpPr txBox="1"/>
          <p:nvPr/>
        </p:nvSpPr>
        <p:spPr>
          <a:xfrm>
            <a:off x="5303520" y="4215384"/>
            <a:ext cx="3383280" cy="384048"/>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Toucher une photo pour afficher la fiche et les trois photos en grand.</a:t>
            </a:r>
            <a:endParaRPr lang="en-US" sz="10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110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p:tgtEl>
                                          <p:spTgt spid="7"/>
                                        </p:tgtEl>
                                        <p:attrNameLst>
                                          <p:attrName>ppt_x</p:attrName>
                                        </p:attrNameLst>
                                      </p:cBhvr>
                                      <p:tavLst>
                                        <p:tav tm="0">
                                          <p:val>
                                            <p:strVal val="#ppt_x"/>
                                          </p:val>
                                        </p:tav>
                                        <p:tav tm="100000">
                                          <p:val>
                                            <p:strVal val="#ppt_x"/>
                                          </p:val>
                                        </p:tav>
                                      </p:tavLst>
                                    </p:anim>
                                    <p:anim calcmode="lin" valueType="num">
                                      <p:cBhvr additive="base">
                                        <p:cTn id="21" dur="600" fill="hold"/>
                                        <p:tgtEl>
                                          <p:spTgt spid="7"/>
                                        </p:tgtEl>
                                        <p:attrNameLst>
                                          <p:attrName>ppt_y</p:attrName>
                                        </p:attrNameLst>
                                      </p:cBhvr>
                                      <p:tavLst>
                                        <p:tav tm="0">
                                          <p:val>
                                            <p:strVal val="#ppt_y+.1"/>
                                          </p:val>
                                        </p:tav>
                                        <p:tav tm="100000">
                                          <p:val>
                                            <p:strVal val="#ppt_y"/>
                                          </p:val>
                                        </p:tav>
                                      </p:tavLst>
                                    </p:anim>
                                  </p:childTnLst>
                                </p:cTn>
                              </p:par>
                            </p:childTnLst>
                          </p:cTn>
                        </p:par>
                        <p:par>
                          <p:cTn id="39" fill="hold">
                            <p:stCondLst>
                              <p:cond delay="1700"/>
                            </p:stCondLst>
                            <p:childTnLst>
                              <p:par>
                                <p:cTn id="23" presetID="53" presetClass="entr" presetSubtype="16"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450" fill="hold"/>
                                        <p:tgtEl>
                                          <p:spTgt spid="8"/>
                                        </p:tgtEl>
                                        <p:attrNameLst>
                                          <p:attrName>ppt_w</p:attrName>
                                        </p:attrNameLst>
                                      </p:cBhvr>
                                      <p:tavLst>
                                        <p:tav tm="0">
                                          <p:val>
                                            <p:fltVal val="0"/>
                                          </p:val>
                                        </p:tav>
                                        <p:tav tm="100000">
                                          <p:val>
                                            <p:strVal val="#ppt_w"/>
                                          </p:val>
                                        </p:tav>
                                      </p:tavLst>
                                    </p:anim>
                                    <p:anim calcmode="lin" valueType="num">
                                      <p:cBhvr>
                                        <p:cTn id="26" dur="450" fill="hold"/>
                                        <p:tgtEl>
                                          <p:spTgt spid="8"/>
                                        </p:tgtEl>
                                        <p:attrNameLst>
                                          <p:attrName>ppt_h</p:attrName>
                                        </p:attrNameLst>
                                      </p:cBhvr>
                                      <p:tavLst>
                                        <p:tav tm="0">
                                          <p:val>
                                            <p:fltVal val="0"/>
                                          </p:val>
                                        </p:tav>
                                        <p:tav tm="100000">
                                          <p:val>
                                            <p:strVal val="#ppt_h"/>
                                          </p:val>
                                        </p:tav>
                                      </p:tavLst>
                                    </p:anim>
                                    <p:animEffect transition="in" filter="fade">
                                      <p:cBhvr>
                                        <p:cTn id="27" dur="450"/>
                                        <p:tgtEl>
                                          <p:spTgt spid="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450" fill="hold"/>
                                        <p:tgtEl>
                                          <p:spTgt spid="9"/>
                                        </p:tgtEl>
                                        <p:attrNameLst>
                                          <p:attrName>ppt_w</p:attrName>
                                        </p:attrNameLst>
                                      </p:cBhvr>
                                      <p:tavLst>
                                        <p:tav tm="0">
                                          <p:val>
                                            <p:fltVal val="0"/>
                                          </p:val>
                                        </p:tav>
                                        <p:tav tm="100000">
                                          <p:val>
                                            <p:strVal val="#ppt_w"/>
                                          </p:val>
                                        </p:tav>
                                      </p:tavLst>
                                    </p:anim>
                                    <p:anim calcmode="lin" valueType="num">
                                      <p:cBhvr>
                                        <p:cTn id="31" dur="450" fill="hold"/>
                                        <p:tgtEl>
                                          <p:spTgt spid="9"/>
                                        </p:tgtEl>
                                        <p:attrNameLst>
                                          <p:attrName>ppt_h</p:attrName>
                                        </p:attrNameLst>
                                      </p:cBhvr>
                                      <p:tavLst>
                                        <p:tav tm="0">
                                          <p:val>
                                            <p:fltVal val="0"/>
                                          </p:val>
                                        </p:tav>
                                        <p:tav tm="100000">
                                          <p:val>
                                            <p:strVal val="#ppt_h"/>
                                          </p:val>
                                        </p:tav>
                                      </p:tavLst>
                                    </p:anim>
                                    <p:animEffect transition="in" filter="fade">
                                      <p:cBhvr>
                                        <p:cTn id="32" dur="45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56" fill="hold">
                            <p:stCondLst>
                              <p:cond delay="2200"/>
                            </p:stCondLst>
                            <p:childTnLst>
                              <p:par>
                                <p:cTn id="40" presetID="53" presetClass="entr" presetSubtype="16"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450" fill="hold"/>
                                        <p:tgtEl>
                                          <p:spTgt spid="12"/>
                                        </p:tgtEl>
                                        <p:attrNameLst>
                                          <p:attrName>ppt_w</p:attrName>
                                        </p:attrNameLst>
                                      </p:cBhvr>
                                      <p:tavLst>
                                        <p:tav tm="0">
                                          <p:val>
                                            <p:fltVal val="0"/>
                                          </p:val>
                                        </p:tav>
                                        <p:tav tm="100000">
                                          <p:val>
                                            <p:strVal val="#ppt_w"/>
                                          </p:val>
                                        </p:tav>
                                      </p:tavLst>
                                    </p:anim>
                                    <p:anim calcmode="lin" valueType="num">
                                      <p:cBhvr>
                                        <p:cTn id="43" dur="450" fill="hold"/>
                                        <p:tgtEl>
                                          <p:spTgt spid="12"/>
                                        </p:tgtEl>
                                        <p:attrNameLst>
                                          <p:attrName>ppt_h</p:attrName>
                                        </p:attrNameLst>
                                      </p:cBhvr>
                                      <p:tavLst>
                                        <p:tav tm="0">
                                          <p:val>
                                            <p:fltVal val="0"/>
                                          </p:val>
                                        </p:tav>
                                        <p:tav tm="100000">
                                          <p:val>
                                            <p:strVal val="#ppt_h"/>
                                          </p:val>
                                        </p:tav>
                                      </p:tavLst>
                                    </p:anim>
                                    <p:animEffect transition="in" filter="fade">
                                      <p:cBhvr>
                                        <p:cTn id="44" dur="45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450" fill="hold"/>
                                        <p:tgtEl>
                                          <p:spTgt spid="13"/>
                                        </p:tgtEl>
                                        <p:attrNameLst>
                                          <p:attrName>ppt_w</p:attrName>
                                        </p:attrNameLst>
                                      </p:cBhvr>
                                      <p:tavLst>
                                        <p:tav tm="0">
                                          <p:val>
                                            <p:fltVal val="0"/>
                                          </p:val>
                                        </p:tav>
                                        <p:tav tm="100000">
                                          <p:val>
                                            <p:strVal val="#ppt_w"/>
                                          </p:val>
                                        </p:tav>
                                      </p:tavLst>
                                    </p:anim>
                                    <p:anim calcmode="lin" valueType="num">
                                      <p:cBhvr>
                                        <p:cTn id="48" dur="450" fill="hold"/>
                                        <p:tgtEl>
                                          <p:spTgt spid="13"/>
                                        </p:tgtEl>
                                        <p:attrNameLst>
                                          <p:attrName>ppt_h</p:attrName>
                                        </p:attrNameLst>
                                      </p:cBhvr>
                                      <p:tavLst>
                                        <p:tav tm="0">
                                          <p:val>
                                            <p:fltVal val="0"/>
                                          </p:val>
                                        </p:tav>
                                        <p:tav tm="100000">
                                          <p:val>
                                            <p:strVal val="#ppt_h"/>
                                          </p:val>
                                        </p:tav>
                                      </p:tavLst>
                                    </p:anim>
                                    <p:animEffect transition="in" filter="fade">
                                      <p:cBhvr>
                                        <p:cTn id="49" dur="45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73" fill="hold">
                            <p:stCondLst>
                              <p:cond delay="2700"/>
                            </p:stCondLst>
                            <p:childTnLst>
                              <p:par>
                                <p:cTn id="57" presetID="53" presetClass="entr" presetSubtype="16"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p:cTn id="59" dur="450" fill="hold"/>
                                        <p:tgtEl>
                                          <p:spTgt spid="16"/>
                                        </p:tgtEl>
                                        <p:attrNameLst>
                                          <p:attrName>ppt_w</p:attrName>
                                        </p:attrNameLst>
                                      </p:cBhvr>
                                      <p:tavLst>
                                        <p:tav tm="0">
                                          <p:val>
                                            <p:fltVal val="0"/>
                                          </p:val>
                                        </p:tav>
                                        <p:tav tm="100000">
                                          <p:val>
                                            <p:strVal val="#ppt_w"/>
                                          </p:val>
                                        </p:tav>
                                      </p:tavLst>
                                    </p:anim>
                                    <p:anim calcmode="lin" valueType="num">
                                      <p:cBhvr>
                                        <p:cTn id="60" dur="450" fill="hold"/>
                                        <p:tgtEl>
                                          <p:spTgt spid="16"/>
                                        </p:tgtEl>
                                        <p:attrNameLst>
                                          <p:attrName>ppt_h</p:attrName>
                                        </p:attrNameLst>
                                      </p:cBhvr>
                                      <p:tavLst>
                                        <p:tav tm="0">
                                          <p:val>
                                            <p:fltVal val="0"/>
                                          </p:val>
                                        </p:tav>
                                        <p:tav tm="100000">
                                          <p:val>
                                            <p:strVal val="#ppt_h"/>
                                          </p:val>
                                        </p:tav>
                                      </p:tavLst>
                                    </p:anim>
                                    <p:animEffect transition="in" filter="fade">
                                      <p:cBhvr>
                                        <p:cTn id="61" dur="450"/>
                                        <p:tgtEl>
                                          <p:spTgt spid="16"/>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p:cTn id="64" dur="450" fill="hold"/>
                                        <p:tgtEl>
                                          <p:spTgt spid="17"/>
                                        </p:tgtEl>
                                        <p:attrNameLst>
                                          <p:attrName>ppt_w</p:attrName>
                                        </p:attrNameLst>
                                      </p:cBhvr>
                                      <p:tavLst>
                                        <p:tav tm="0">
                                          <p:val>
                                            <p:fltVal val="0"/>
                                          </p:val>
                                        </p:tav>
                                        <p:tav tm="100000">
                                          <p:val>
                                            <p:strVal val="#ppt_w"/>
                                          </p:val>
                                        </p:tav>
                                      </p:tavLst>
                                    </p:anim>
                                    <p:anim calcmode="lin" valueType="num">
                                      <p:cBhvr>
                                        <p:cTn id="65" dur="450" fill="hold"/>
                                        <p:tgtEl>
                                          <p:spTgt spid="17"/>
                                        </p:tgtEl>
                                        <p:attrNameLst>
                                          <p:attrName>ppt_h</p:attrName>
                                        </p:attrNameLst>
                                      </p:cBhvr>
                                      <p:tavLst>
                                        <p:tav tm="0">
                                          <p:val>
                                            <p:fltVal val="0"/>
                                          </p:val>
                                        </p:tav>
                                        <p:tav tm="100000">
                                          <p:val>
                                            <p:strVal val="#ppt_h"/>
                                          </p:val>
                                        </p:tav>
                                      </p:tavLst>
                                    </p:anim>
                                    <p:animEffect transition="in" filter="fade">
                                      <p:cBhvr>
                                        <p:cTn id="66" dur="450"/>
                                        <p:tgtEl>
                                          <p:spTgt spid="1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par>
                          <p:cTn id="90" fill="hold">
                            <p:stCondLst>
                              <p:cond delay="3200"/>
                            </p:stCondLst>
                            <p:childTnLst>
                              <p:par>
                                <p:cTn id="74" presetID="53" presetClass="entr" presetSubtype="16"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p:cTn id="76" dur="450" fill="hold"/>
                                        <p:tgtEl>
                                          <p:spTgt spid="20"/>
                                        </p:tgtEl>
                                        <p:attrNameLst>
                                          <p:attrName>ppt_w</p:attrName>
                                        </p:attrNameLst>
                                      </p:cBhvr>
                                      <p:tavLst>
                                        <p:tav tm="0">
                                          <p:val>
                                            <p:fltVal val="0"/>
                                          </p:val>
                                        </p:tav>
                                        <p:tav tm="100000">
                                          <p:val>
                                            <p:strVal val="#ppt_w"/>
                                          </p:val>
                                        </p:tav>
                                      </p:tavLst>
                                    </p:anim>
                                    <p:anim calcmode="lin" valueType="num">
                                      <p:cBhvr>
                                        <p:cTn id="77" dur="450" fill="hold"/>
                                        <p:tgtEl>
                                          <p:spTgt spid="20"/>
                                        </p:tgtEl>
                                        <p:attrNameLst>
                                          <p:attrName>ppt_h</p:attrName>
                                        </p:attrNameLst>
                                      </p:cBhvr>
                                      <p:tavLst>
                                        <p:tav tm="0">
                                          <p:val>
                                            <p:fltVal val="0"/>
                                          </p:val>
                                        </p:tav>
                                        <p:tav tm="100000">
                                          <p:val>
                                            <p:strVal val="#ppt_h"/>
                                          </p:val>
                                        </p:tav>
                                      </p:tavLst>
                                    </p:anim>
                                    <p:animEffect transition="in" filter="fade">
                                      <p:cBhvr>
                                        <p:cTn id="78" dur="450"/>
                                        <p:tgtEl>
                                          <p:spTgt spid="20"/>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p:cTn id="81" dur="450" fill="hold"/>
                                        <p:tgtEl>
                                          <p:spTgt spid="21"/>
                                        </p:tgtEl>
                                        <p:attrNameLst>
                                          <p:attrName>ppt_w</p:attrName>
                                        </p:attrNameLst>
                                      </p:cBhvr>
                                      <p:tavLst>
                                        <p:tav tm="0">
                                          <p:val>
                                            <p:fltVal val="0"/>
                                          </p:val>
                                        </p:tav>
                                        <p:tav tm="100000">
                                          <p:val>
                                            <p:strVal val="#ppt_w"/>
                                          </p:val>
                                        </p:tav>
                                      </p:tavLst>
                                    </p:anim>
                                    <p:anim calcmode="lin" valueType="num">
                                      <p:cBhvr>
                                        <p:cTn id="82" dur="450" fill="hold"/>
                                        <p:tgtEl>
                                          <p:spTgt spid="21"/>
                                        </p:tgtEl>
                                        <p:attrNameLst>
                                          <p:attrName>ppt_h</p:attrName>
                                        </p:attrNameLst>
                                      </p:cBhvr>
                                      <p:tavLst>
                                        <p:tav tm="0">
                                          <p:val>
                                            <p:fltVal val="0"/>
                                          </p:val>
                                        </p:tav>
                                        <p:tav tm="100000">
                                          <p:val>
                                            <p:strVal val="#ppt_h"/>
                                          </p:val>
                                        </p:tav>
                                      </p:tavLst>
                                    </p:anim>
                                    <p:animEffect transition="in" filter="fade">
                                      <p:cBhvr>
                                        <p:cTn id="83" dur="450"/>
                                        <p:tgtEl>
                                          <p:spTgt spid="2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childTnLst>
                          </p:cTn>
                        </p:par>
                        <p:par>
                          <p:cTn id="107" fill="hold">
                            <p:stCondLst>
                              <p:cond delay="3700"/>
                            </p:stCondLst>
                            <p:childTnLst>
                              <p:par>
                                <p:cTn id="91" presetID="53" presetClass="entr" presetSubtype="16" fill="hold" grpId="0" nodeType="afterEffect">
                                  <p:stCondLst>
                                    <p:cond delay="0"/>
                                  </p:stCondLst>
                                  <p:childTnLst>
                                    <p:set>
                                      <p:cBhvr>
                                        <p:cTn id="92" dur="1" fill="hold">
                                          <p:stCondLst>
                                            <p:cond delay="0"/>
                                          </p:stCondLst>
                                        </p:cTn>
                                        <p:tgtEl>
                                          <p:spTgt spid="24"/>
                                        </p:tgtEl>
                                        <p:attrNameLst>
                                          <p:attrName>style.visibility</p:attrName>
                                        </p:attrNameLst>
                                      </p:cBhvr>
                                      <p:to>
                                        <p:strVal val="visible"/>
                                      </p:to>
                                    </p:set>
                                    <p:anim calcmode="lin" valueType="num">
                                      <p:cBhvr>
                                        <p:cTn id="93" dur="450" fill="hold"/>
                                        <p:tgtEl>
                                          <p:spTgt spid="24"/>
                                        </p:tgtEl>
                                        <p:attrNameLst>
                                          <p:attrName>ppt_w</p:attrName>
                                        </p:attrNameLst>
                                      </p:cBhvr>
                                      <p:tavLst>
                                        <p:tav tm="0">
                                          <p:val>
                                            <p:fltVal val="0"/>
                                          </p:val>
                                        </p:tav>
                                        <p:tav tm="100000">
                                          <p:val>
                                            <p:strVal val="#ppt_w"/>
                                          </p:val>
                                        </p:tav>
                                      </p:tavLst>
                                    </p:anim>
                                    <p:anim calcmode="lin" valueType="num">
                                      <p:cBhvr>
                                        <p:cTn id="94" dur="450" fill="hold"/>
                                        <p:tgtEl>
                                          <p:spTgt spid="24"/>
                                        </p:tgtEl>
                                        <p:attrNameLst>
                                          <p:attrName>ppt_h</p:attrName>
                                        </p:attrNameLst>
                                      </p:cBhvr>
                                      <p:tavLst>
                                        <p:tav tm="0">
                                          <p:val>
                                            <p:fltVal val="0"/>
                                          </p:val>
                                        </p:tav>
                                        <p:tav tm="100000">
                                          <p:val>
                                            <p:strVal val="#ppt_h"/>
                                          </p:val>
                                        </p:tav>
                                      </p:tavLst>
                                    </p:anim>
                                    <p:animEffect transition="in" filter="fade">
                                      <p:cBhvr>
                                        <p:cTn id="95" dur="450"/>
                                        <p:tgtEl>
                                          <p:spTgt spid="24"/>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25"/>
                                        </p:tgtEl>
                                        <p:attrNameLst>
                                          <p:attrName>style.visibility</p:attrName>
                                        </p:attrNameLst>
                                      </p:cBhvr>
                                      <p:to>
                                        <p:strVal val="visible"/>
                                      </p:to>
                                    </p:set>
                                    <p:anim calcmode="lin" valueType="num">
                                      <p:cBhvr>
                                        <p:cTn id="98" dur="450" fill="hold"/>
                                        <p:tgtEl>
                                          <p:spTgt spid="25"/>
                                        </p:tgtEl>
                                        <p:attrNameLst>
                                          <p:attrName>ppt_w</p:attrName>
                                        </p:attrNameLst>
                                      </p:cBhvr>
                                      <p:tavLst>
                                        <p:tav tm="0">
                                          <p:val>
                                            <p:fltVal val="0"/>
                                          </p:val>
                                        </p:tav>
                                        <p:tav tm="100000">
                                          <p:val>
                                            <p:strVal val="#ppt_w"/>
                                          </p:val>
                                        </p:tav>
                                      </p:tavLst>
                                    </p:anim>
                                    <p:anim calcmode="lin" valueType="num">
                                      <p:cBhvr>
                                        <p:cTn id="99" dur="450" fill="hold"/>
                                        <p:tgtEl>
                                          <p:spTgt spid="25"/>
                                        </p:tgtEl>
                                        <p:attrNameLst>
                                          <p:attrName>ppt_h</p:attrName>
                                        </p:attrNameLst>
                                      </p:cBhvr>
                                      <p:tavLst>
                                        <p:tav tm="0">
                                          <p:val>
                                            <p:fltVal val="0"/>
                                          </p:val>
                                        </p:tav>
                                        <p:tav tm="100000">
                                          <p:val>
                                            <p:strVal val="#ppt_h"/>
                                          </p:val>
                                        </p:tav>
                                      </p:tavLst>
                                    </p:anim>
                                    <p:animEffect transition="in" filter="fade">
                                      <p:cBhvr>
                                        <p:cTn id="100" dur="450"/>
                                        <p:tgtEl>
                                          <p:spTgt spid="2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500"/>
                                        <p:tgtEl>
                                          <p:spTgt spid="2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11</a:t>
            </a:r>
            <a:endParaRPr lang="en-US" sz="800" dirty="0"/>
          </a:p>
        </p:txBody>
      </p:sp>
      <p:sp>
        <p:nvSpPr>
          <p:cNvPr id="4" name="a1f_253"/>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05 · DONNÉES &amp; SÉCURITÉ</a:t>
            </a:r>
            <a:endParaRPr lang="en-US" sz="1100" dirty="0"/>
          </a:p>
        </p:txBody>
      </p:sp>
      <p:sp>
        <p:nvSpPr>
          <p:cNvPr id="5" name="a1f_254"/>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Vos données restent dans l'établissement</a:t>
            </a:r>
            <a:endParaRPr lang="en-US" sz="2800" dirty="0"/>
          </a:p>
        </p:txBody>
      </p:sp>
      <p:sp>
        <p:nvSpPr>
          <p:cNvPr id="6" name="a2u_255"/>
          <p:cNvSpPr/>
          <p:nvPr/>
        </p:nvSpPr>
        <p:spPr>
          <a:xfrm>
            <a:off x="457200" y="1234440"/>
            <a:ext cx="228600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256"/>
          <p:cNvSpPr/>
          <p:nvPr/>
        </p:nvSpPr>
        <p:spPr>
          <a:xfrm>
            <a:off x="640080" y="1417320"/>
            <a:ext cx="457200" cy="457200"/>
          </a:xfrm>
          <a:prstGeom prst="ellipse">
            <a:avLst/>
          </a:prstGeom>
          <a:solidFill>
            <a:srgbClr val="EEEBFD"/>
          </a:solidFill>
          <a:ln w="12700">
            <a:solidFill>
              <a:srgbClr val="EEEBFD"/>
            </a:solidFill>
            <a:prstDash val="solid"/>
          </a:ln>
        </p:spPr>
      </p:sp>
      <p:pic>
        <p:nvPicPr>
          <p:cNvPr id="8" name="a2u_256i" descr="preencoded.png">    </p:cNvPr>
          <p:cNvPicPr>
            <a:picLocks noChangeAspect="1"/>
          </p:cNvPicPr>
          <p:nvPr/>
        </p:nvPicPr>
        <p:blipFill>
          <a:blip r:embed="rId1"/>
          <a:stretch>
            <a:fillRect/>
          </a:stretch>
        </p:blipFill>
        <p:spPr>
          <a:xfrm>
            <a:off x="749808" y="1527048"/>
            <a:ext cx="237744" cy="237744"/>
          </a:xfrm>
          <a:prstGeom prst="rect">
            <a:avLst/>
          </a:prstGeom>
        </p:spPr>
      </p:pic>
      <p:sp>
        <p:nvSpPr>
          <p:cNvPr id="9" name="a2u_257"/>
          <p:cNvSpPr txBox="1"/>
          <p:nvPr/>
        </p:nvSpPr>
        <p:spPr>
          <a:xfrm>
            <a:off x="640080" y="1965960"/>
            <a:ext cx="1965960" cy="274320"/>
          </a:xfrm>
          <a:prstGeom prst="rect">
            <a:avLst/>
          </a:prstGeom>
          <a:noFill/>
          <a:ln/>
        </p:spPr>
        <p:txBody>
          <a:bodyPr wrap="square" lIns="0" tIns="0" rIns="0" bIns="0" rtlCol="0" anchor="t"/>
          <a:lstStyle/>
          <a:p>
            <a:pPr indent="0" marL="0">
              <a:buNone/>
            </a:pPr>
            <a:r>
              <a:rPr lang="en-US" sz="1250" b="1" dirty="0">
                <a:solidFill>
                  <a:srgbClr val="1A1446"/>
                </a:solidFill>
                <a:latin typeface="Arial" pitchFamily="34" charset="0"/>
                <a:ea typeface="Arial" pitchFamily="34" charset="-122"/>
                <a:cs typeface="Arial" pitchFamily="34" charset="-120"/>
              </a:rPr>
              <a:t>100 % local</a:t>
            </a:r>
            <a:endParaRPr lang="en-US" sz="1250" dirty="0"/>
          </a:p>
        </p:txBody>
      </p:sp>
      <p:sp>
        <p:nvSpPr>
          <p:cNvPr id="10" name="a2u_258"/>
          <p:cNvSpPr txBox="1"/>
          <p:nvPr/>
        </p:nvSpPr>
        <p:spPr>
          <a:xfrm>
            <a:off x="640080" y="2221992"/>
            <a:ext cx="1965960" cy="475488"/>
          </a:xfrm>
          <a:prstGeom prst="rect">
            <a:avLst/>
          </a:prstGeom>
          <a:noFill/>
          <a:ln/>
        </p:spPr>
        <p:txBody>
          <a:bodyPr wrap="square" lIns="0" tIns="0" rIns="0" bIns="0" rtlCol="0" anchor="t"/>
          <a:lstStyle/>
          <a:p>
            <a:pPr indent="0" marL="0">
              <a:buNone/>
            </a:pPr>
            <a:r>
              <a:rPr lang="en-US" sz="950" dirty="0">
                <a:solidFill>
                  <a:srgbClr val="5F5B7A"/>
                </a:solidFill>
                <a:latin typeface="Arial" pitchFamily="34" charset="0"/>
                <a:ea typeface="Arial" pitchFamily="34" charset="-122"/>
                <a:cs typeface="Arial" pitchFamily="34" charset="-120"/>
              </a:rPr>
              <a:t>Aucune donnée n’est envoyée sur Internet ni stockée dans le cloud.</a:t>
            </a:r>
            <a:endParaRPr lang="en-US" sz="950" dirty="0"/>
          </a:p>
        </p:txBody>
      </p:sp>
      <p:sp>
        <p:nvSpPr>
          <p:cNvPr id="11" name="a3u_259"/>
          <p:cNvSpPr/>
          <p:nvPr/>
        </p:nvSpPr>
        <p:spPr>
          <a:xfrm>
            <a:off x="2926080" y="1234440"/>
            <a:ext cx="228600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u_260"/>
          <p:cNvSpPr/>
          <p:nvPr/>
        </p:nvSpPr>
        <p:spPr>
          <a:xfrm>
            <a:off x="3108960" y="1417320"/>
            <a:ext cx="457200" cy="457200"/>
          </a:xfrm>
          <a:prstGeom prst="ellipse">
            <a:avLst/>
          </a:prstGeom>
          <a:solidFill>
            <a:srgbClr val="EEEBFD"/>
          </a:solidFill>
          <a:ln w="12700">
            <a:solidFill>
              <a:srgbClr val="EEEBFD"/>
            </a:solidFill>
            <a:prstDash val="solid"/>
          </a:ln>
        </p:spPr>
      </p:sp>
      <p:pic>
        <p:nvPicPr>
          <p:cNvPr id="13" name="a3u_260i" descr="preencoded.png">    </p:cNvPr>
          <p:cNvPicPr>
            <a:picLocks noChangeAspect="1"/>
          </p:cNvPicPr>
          <p:nvPr/>
        </p:nvPicPr>
        <p:blipFill>
          <a:blip r:embed="rId2"/>
          <a:stretch>
            <a:fillRect/>
          </a:stretch>
        </p:blipFill>
        <p:spPr>
          <a:xfrm>
            <a:off x="3218688" y="1527048"/>
            <a:ext cx="237744" cy="237744"/>
          </a:xfrm>
          <a:prstGeom prst="rect">
            <a:avLst/>
          </a:prstGeom>
        </p:spPr>
      </p:pic>
      <p:sp>
        <p:nvSpPr>
          <p:cNvPr id="14" name="a3u_261"/>
          <p:cNvSpPr txBox="1"/>
          <p:nvPr/>
        </p:nvSpPr>
        <p:spPr>
          <a:xfrm>
            <a:off x="3108960" y="1965960"/>
            <a:ext cx="1965960" cy="274320"/>
          </a:xfrm>
          <a:prstGeom prst="rect">
            <a:avLst/>
          </a:prstGeom>
          <a:noFill/>
          <a:ln/>
        </p:spPr>
        <p:txBody>
          <a:bodyPr wrap="square" lIns="0" tIns="0" rIns="0" bIns="0" rtlCol="0" anchor="t"/>
          <a:lstStyle/>
          <a:p>
            <a:pPr indent="0" marL="0">
              <a:buNone/>
            </a:pPr>
            <a:r>
              <a:rPr lang="en-US" sz="1250" b="1" dirty="0">
                <a:solidFill>
                  <a:srgbClr val="1A1446"/>
                </a:solidFill>
                <a:latin typeface="Arial" pitchFamily="34" charset="0"/>
                <a:ea typeface="Arial" pitchFamily="34" charset="-122"/>
                <a:cs typeface="Arial" pitchFamily="34" charset="-120"/>
              </a:rPr>
              <a:t>Juste des mesures</a:t>
            </a:r>
            <a:endParaRPr lang="en-US" sz="1250" dirty="0"/>
          </a:p>
        </p:txBody>
      </p:sp>
      <p:sp>
        <p:nvSpPr>
          <p:cNvPr id="15" name="a3u_262"/>
          <p:cNvSpPr txBox="1"/>
          <p:nvPr/>
        </p:nvSpPr>
        <p:spPr>
          <a:xfrm>
            <a:off x="3108960" y="2221992"/>
            <a:ext cx="1965960" cy="475488"/>
          </a:xfrm>
          <a:prstGeom prst="rect">
            <a:avLst/>
          </a:prstGeom>
          <a:noFill/>
          <a:ln/>
        </p:spPr>
        <p:txBody>
          <a:bodyPr wrap="square" lIns="0" tIns="0" rIns="0" bIns="0" rtlCol="0" anchor="t"/>
          <a:lstStyle/>
          <a:p>
            <a:pPr indent="0" marL="0">
              <a:buNone/>
            </a:pPr>
            <a:r>
              <a:rPr lang="en-US" sz="950" dirty="0">
                <a:solidFill>
                  <a:srgbClr val="5F5B7A"/>
                </a:solidFill>
                <a:latin typeface="Arial" pitchFamily="34" charset="0"/>
                <a:ea typeface="Arial" pitchFamily="34" charset="-122"/>
                <a:cs typeface="Arial" pitchFamily="34" charset="-120"/>
              </a:rPr>
              <a:t>Le système compare 128 nombres par visage, stockés dans une base locale.</a:t>
            </a:r>
            <a:endParaRPr lang="en-US" sz="950" dirty="0"/>
          </a:p>
        </p:txBody>
      </p:sp>
      <p:sp>
        <p:nvSpPr>
          <p:cNvPr id="16" name="a4u_263"/>
          <p:cNvSpPr/>
          <p:nvPr/>
        </p:nvSpPr>
        <p:spPr>
          <a:xfrm>
            <a:off x="457200" y="2971800"/>
            <a:ext cx="228600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u_264"/>
          <p:cNvSpPr/>
          <p:nvPr/>
        </p:nvSpPr>
        <p:spPr>
          <a:xfrm>
            <a:off x="640080" y="3154680"/>
            <a:ext cx="457200" cy="457200"/>
          </a:xfrm>
          <a:prstGeom prst="ellipse">
            <a:avLst/>
          </a:prstGeom>
          <a:solidFill>
            <a:srgbClr val="EEEBFD"/>
          </a:solidFill>
          <a:ln w="12700">
            <a:solidFill>
              <a:srgbClr val="EEEBFD"/>
            </a:solidFill>
            <a:prstDash val="solid"/>
          </a:ln>
        </p:spPr>
      </p:sp>
      <p:pic>
        <p:nvPicPr>
          <p:cNvPr id="18" name="a4u_264i" descr="preencoded.png">    </p:cNvPr>
          <p:cNvPicPr>
            <a:picLocks noChangeAspect="1"/>
          </p:cNvPicPr>
          <p:nvPr/>
        </p:nvPicPr>
        <p:blipFill>
          <a:blip r:embed="rId3"/>
          <a:stretch>
            <a:fillRect/>
          </a:stretch>
        </p:blipFill>
        <p:spPr>
          <a:xfrm>
            <a:off x="749808" y="3264408"/>
            <a:ext cx="237744" cy="237744"/>
          </a:xfrm>
          <a:prstGeom prst="rect">
            <a:avLst/>
          </a:prstGeom>
        </p:spPr>
      </p:pic>
      <p:sp>
        <p:nvSpPr>
          <p:cNvPr id="19" name="a4u_265"/>
          <p:cNvSpPr txBox="1"/>
          <p:nvPr/>
        </p:nvSpPr>
        <p:spPr>
          <a:xfrm>
            <a:off x="640080" y="3703320"/>
            <a:ext cx="1965960" cy="274320"/>
          </a:xfrm>
          <a:prstGeom prst="rect">
            <a:avLst/>
          </a:prstGeom>
          <a:noFill/>
          <a:ln/>
        </p:spPr>
        <p:txBody>
          <a:bodyPr wrap="square" lIns="0" tIns="0" rIns="0" bIns="0" rtlCol="0" anchor="t"/>
          <a:lstStyle/>
          <a:p>
            <a:pPr indent="0" marL="0">
              <a:buNone/>
            </a:pPr>
            <a:r>
              <a:rPr lang="en-US" sz="1250" b="1" dirty="0">
                <a:solidFill>
                  <a:srgbClr val="1A1446"/>
                </a:solidFill>
                <a:latin typeface="Arial" pitchFamily="34" charset="0"/>
                <a:ea typeface="Arial" pitchFamily="34" charset="-122"/>
                <a:cs typeface="Arial" pitchFamily="34" charset="-120"/>
              </a:rPr>
              <a:t>Suppression réelle</a:t>
            </a:r>
            <a:endParaRPr lang="en-US" sz="1250" dirty="0"/>
          </a:p>
        </p:txBody>
      </p:sp>
      <p:sp>
        <p:nvSpPr>
          <p:cNvPr id="20" name="a4u_266"/>
          <p:cNvSpPr txBox="1"/>
          <p:nvPr/>
        </p:nvSpPr>
        <p:spPr>
          <a:xfrm>
            <a:off x="640080" y="3959352"/>
            <a:ext cx="1965960" cy="475488"/>
          </a:xfrm>
          <a:prstGeom prst="rect">
            <a:avLst/>
          </a:prstGeom>
          <a:noFill/>
          <a:ln/>
        </p:spPr>
        <p:txBody>
          <a:bodyPr wrap="square" lIns="0" tIns="0" rIns="0" bIns="0" rtlCol="0" anchor="t"/>
          <a:lstStyle/>
          <a:p>
            <a:pPr indent="0" marL="0">
              <a:buNone/>
            </a:pPr>
            <a:r>
              <a:rPr lang="en-US" sz="950" dirty="0">
                <a:solidFill>
                  <a:srgbClr val="5F5B7A"/>
                </a:solidFill>
                <a:latin typeface="Arial" pitchFamily="34" charset="0"/>
                <a:ea typeface="Arial" pitchFamily="34" charset="-122"/>
                <a:cs typeface="Arial" pitchFamily="34" charset="-120"/>
              </a:rPr>
              <a:t>Supprimer une fiche efface ses données ; les photos orphelines sont nettoyées.</a:t>
            </a:r>
            <a:endParaRPr lang="en-US" sz="950" dirty="0"/>
          </a:p>
        </p:txBody>
      </p:sp>
      <p:sp>
        <p:nvSpPr>
          <p:cNvPr id="21" name="a5u_267"/>
          <p:cNvSpPr/>
          <p:nvPr/>
        </p:nvSpPr>
        <p:spPr>
          <a:xfrm>
            <a:off x="2926080" y="2971800"/>
            <a:ext cx="2286000" cy="1600200"/>
          </a:xfrm>
          <a:prstGeom prst="roundRect">
            <a:avLst>
              <a:gd name="adj" fmla="val 457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u_268"/>
          <p:cNvSpPr/>
          <p:nvPr/>
        </p:nvSpPr>
        <p:spPr>
          <a:xfrm>
            <a:off x="3108960" y="3154680"/>
            <a:ext cx="457200" cy="457200"/>
          </a:xfrm>
          <a:prstGeom prst="ellipse">
            <a:avLst/>
          </a:prstGeom>
          <a:solidFill>
            <a:srgbClr val="EEEBFD"/>
          </a:solidFill>
          <a:ln w="12700">
            <a:solidFill>
              <a:srgbClr val="EEEBFD"/>
            </a:solidFill>
            <a:prstDash val="solid"/>
          </a:ln>
        </p:spPr>
      </p:sp>
      <p:pic>
        <p:nvPicPr>
          <p:cNvPr id="23" name="a5u_268i" descr="preencoded.png">    </p:cNvPr>
          <p:cNvPicPr>
            <a:picLocks noChangeAspect="1"/>
          </p:cNvPicPr>
          <p:nvPr/>
        </p:nvPicPr>
        <p:blipFill>
          <a:blip r:embed="rId4"/>
          <a:stretch>
            <a:fillRect/>
          </a:stretch>
        </p:blipFill>
        <p:spPr>
          <a:xfrm>
            <a:off x="3218688" y="3264408"/>
            <a:ext cx="237744" cy="237744"/>
          </a:xfrm>
          <a:prstGeom prst="rect">
            <a:avLst/>
          </a:prstGeom>
        </p:spPr>
      </p:pic>
      <p:sp>
        <p:nvSpPr>
          <p:cNvPr id="24" name="a5u_269"/>
          <p:cNvSpPr txBox="1"/>
          <p:nvPr/>
        </p:nvSpPr>
        <p:spPr>
          <a:xfrm>
            <a:off x="3108960" y="3703320"/>
            <a:ext cx="1965960" cy="274320"/>
          </a:xfrm>
          <a:prstGeom prst="rect">
            <a:avLst/>
          </a:prstGeom>
          <a:noFill/>
          <a:ln/>
        </p:spPr>
        <p:txBody>
          <a:bodyPr wrap="square" lIns="0" tIns="0" rIns="0" bIns="0" rtlCol="0" anchor="t"/>
          <a:lstStyle/>
          <a:p>
            <a:pPr indent="0" marL="0">
              <a:buNone/>
            </a:pPr>
            <a:r>
              <a:rPr lang="en-US" sz="1250" b="1" dirty="0">
                <a:solidFill>
                  <a:srgbClr val="1A1446"/>
                </a:solidFill>
                <a:latin typeface="Arial" pitchFamily="34" charset="0"/>
                <a:ea typeface="Arial" pitchFamily="34" charset="-122"/>
                <a:cs typeface="Arial" pitchFamily="34" charset="-120"/>
              </a:rPr>
              <a:t>Poste maîtrisé</a:t>
            </a:r>
            <a:endParaRPr lang="en-US" sz="1250" dirty="0"/>
          </a:p>
        </p:txBody>
      </p:sp>
      <p:sp>
        <p:nvSpPr>
          <p:cNvPr id="25" name="a5u_270"/>
          <p:cNvSpPr txBox="1"/>
          <p:nvPr/>
        </p:nvSpPr>
        <p:spPr>
          <a:xfrm>
            <a:off x="3108960" y="3959352"/>
            <a:ext cx="1965960" cy="475488"/>
          </a:xfrm>
          <a:prstGeom prst="rect">
            <a:avLst/>
          </a:prstGeom>
          <a:noFill/>
          <a:ln/>
        </p:spPr>
        <p:txBody>
          <a:bodyPr wrap="square" lIns="0" tIns="0" rIns="0" bIns="0" rtlCol="0" anchor="t"/>
          <a:lstStyle/>
          <a:p>
            <a:pPr indent="0" marL="0">
              <a:buNone/>
            </a:pPr>
            <a:r>
              <a:rPr lang="en-US" sz="950" dirty="0">
                <a:solidFill>
                  <a:srgbClr val="5F5B7A"/>
                </a:solidFill>
                <a:latin typeface="Arial" pitchFamily="34" charset="0"/>
                <a:ea typeface="Arial" pitchFamily="34" charset="-122"/>
                <a:cs typeface="Arial" pitchFamily="34" charset="-120"/>
              </a:rPr>
              <a:t>L’application tourne sur l’ordinateur choisi et contrôlé par l’école.</a:t>
            </a:r>
            <a:endParaRPr lang="en-US" sz="950" dirty="0"/>
          </a:p>
        </p:txBody>
      </p:sp>
      <p:sp>
        <p:nvSpPr>
          <p:cNvPr id="26" name="a6z_271"/>
          <p:cNvSpPr/>
          <p:nvPr/>
        </p:nvSpPr>
        <p:spPr>
          <a:xfrm>
            <a:off x="5532120" y="1234440"/>
            <a:ext cx="3154680" cy="3337560"/>
          </a:xfrm>
          <a:prstGeom prst="roundRect">
            <a:avLst>
              <a:gd name="adj" fmla="val 2319"/>
            </a:avLst>
          </a:prstGeom>
          <a:solidFill>
            <a:srgbClr val="1A1446"/>
          </a:solidFill>
          <a:ln w="12700">
            <a:solidFill>
              <a:srgbClr val="1A1446"/>
            </a:solidFill>
            <a:prstDash val="solid"/>
          </a:ln>
          <a:effectLst>
            <a:outerShdw sx="100000" sy="100000" kx="0" ky="0" algn="bl" rotWithShape="0" blurRad="127000" dist="25400" dir="5400000">
              <a:srgbClr val="000000">
                <a:alpha val="10000"/>
              </a:srgbClr>
            </a:outerShdw>
          </a:effectLst>
        </p:spPr>
      </p:sp>
      <p:pic>
        <p:nvPicPr>
          <p:cNvPr id="27" name="a7f_272" descr="preencoded.png">    </p:cNvPr>
          <p:cNvPicPr>
            <a:picLocks noChangeAspect="1"/>
          </p:cNvPicPr>
          <p:nvPr/>
        </p:nvPicPr>
        <p:blipFill>
          <a:blip r:embed="rId5"/>
          <a:stretch>
            <a:fillRect/>
          </a:stretch>
        </p:blipFill>
        <p:spPr>
          <a:xfrm>
            <a:off x="5760720" y="1463040"/>
            <a:ext cx="329184" cy="329184"/>
          </a:xfrm>
          <a:prstGeom prst="rect">
            <a:avLst/>
          </a:prstGeom>
        </p:spPr>
      </p:pic>
      <p:sp>
        <p:nvSpPr>
          <p:cNvPr id="28" name="a7f_273"/>
          <p:cNvSpPr txBox="1"/>
          <p:nvPr/>
        </p:nvSpPr>
        <p:spPr>
          <a:xfrm>
            <a:off x="6190488" y="1481328"/>
            <a:ext cx="237744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Nos recommandations</a:t>
            </a:r>
            <a:endParaRPr lang="en-US" sz="1400" dirty="0"/>
          </a:p>
        </p:txBody>
      </p:sp>
      <p:pic>
        <p:nvPicPr>
          <p:cNvPr id="29" name="a8f_274" descr="preencoded.png">    </p:cNvPr>
          <p:cNvPicPr>
            <a:picLocks noChangeAspect="1"/>
          </p:cNvPicPr>
          <p:nvPr/>
        </p:nvPicPr>
        <p:blipFill>
          <a:blip r:embed="rId6"/>
          <a:stretch>
            <a:fillRect/>
          </a:stretch>
        </p:blipFill>
        <p:spPr>
          <a:xfrm>
            <a:off x="5760720" y="2002536"/>
            <a:ext cx="237744" cy="237744"/>
          </a:xfrm>
          <a:prstGeom prst="rect">
            <a:avLst/>
          </a:prstGeom>
        </p:spPr>
      </p:pic>
      <p:sp>
        <p:nvSpPr>
          <p:cNvPr id="30" name="a8f_275"/>
          <p:cNvSpPr txBox="1"/>
          <p:nvPr/>
        </p:nvSpPr>
        <p:spPr>
          <a:xfrm>
            <a:off x="6099048" y="1965960"/>
            <a:ext cx="2423160" cy="411480"/>
          </a:xfrm>
          <a:prstGeom prst="rect">
            <a:avLst/>
          </a:prstGeom>
          <a:noFill/>
          <a:ln/>
        </p:spPr>
        <p:txBody>
          <a:bodyPr wrap="square" lIns="0" tIns="0" rIns="0" bIns="0" rtlCol="0" anchor="t"/>
          <a:lstStyle/>
          <a:p>
            <a:pPr indent="0" marL="0">
              <a:buNone/>
            </a:pPr>
            <a:r>
              <a:rPr lang="en-US" sz="1000" dirty="0">
                <a:solidFill>
                  <a:srgbClr val="E4E0FF"/>
                </a:solidFill>
                <a:latin typeface="Arial" pitchFamily="34" charset="0"/>
                <a:ea typeface="Arial" pitchFamily="34" charset="-122"/>
                <a:cs typeface="Arial" pitchFamily="34" charset="-120"/>
              </a:rPr>
              <a:t>Informer les familles et le personnel, recueillir leur consentement</a:t>
            </a:r>
            <a:endParaRPr lang="en-US" sz="1000" dirty="0"/>
          </a:p>
        </p:txBody>
      </p:sp>
      <p:pic>
        <p:nvPicPr>
          <p:cNvPr id="31" name="a9f_276" descr="preencoded.png">    </p:cNvPr>
          <p:cNvPicPr>
            <a:picLocks noChangeAspect="1"/>
          </p:cNvPicPr>
          <p:nvPr/>
        </p:nvPicPr>
        <p:blipFill>
          <a:blip r:embed="rId7"/>
          <a:stretch>
            <a:fillRect/>
          </a:stretch>
        </p:blipFill>
        <p:spPr>
          <a:xfrm>
            <a:off x="5760720" y="2478024"/>
            <a:ext cx="237744" cy="237744"/>
          </a:xfrm>
          <a:prstGeom prst="rect">
            <a:avLst/>
          </a:prstGeom>
        </p:spPr>
      </p:pic>
      <p:sp>
        <p:nvSpPr>
          <p:cNvPr id="32" name="a9f_277"/>
          <p:cNvSpPr txBox="1"/>
          <p:nvPr/>
        </p:nvSpPr>
        <p:spPr>
          <a:xfrm>
            <a:off x="6099048" y="2441448"/>
            <a:ext cx="2423160" cy="411480"/>
          </a:xfrm>
          <a:prstGeom prst="rect">
            <a:avLst/>
          </a:prstGeom>
          <a:noFill/>
          <a:ln/>
        </p:spPr>
        <p:txBody>
          <a:bodyPr wrap="square" lIns="0" tIns="0" rIns="0" bIns="0" rtlCol="0" anchor="t"/>
          <a:lstStyle/>
          <a:p>
            <a:pPr indent="0" marL="0">
              <a:buNone/>
            </a:pPr>
            <a:r>
              <a:rPr lang="en-US" sz="1000" dirty="0">
                <a:solidFill>
                  <a:srgbClr val="E4E0FF"/>
                </a:solidFill>
                <a:latin typeface="Arial" pitchFamily="34" charset="0"/>
                <a:ea typeface="Arial" pitchFamily="34" charset="-122"/>
                <a:cs typeface="Arial" pitchFamily="34" charset="-120"/>
              </a:rPr>
              <a:t>Respecter la loi nationale sur la protection des données personnelles</a:t>
            </a:r>
            <a:endParaRPr lang="en-US" sz="1000" dirty="0"/>
          </a:p>
        </p:txBody>
      </p:sp>
      <p:pic>
        <p:nvPicPr>
          <p:cNvPr id="33" name="a10f_278" descr="preencoded.png">    </p:cNvPr>
          <p:cNvPicPr>
            <a:picLocks noChangeAspect="1"/>
          </p:cNvPicPr>
          <p:nvPr/>
        </p:nvPicPr>
        <p:blipFill>
          <a:blip r:embed="rId8"/>
          <a:stretch>
            <a:fillRect/>
          </a:stretch>
        </p:blipFill>
        <p:spPr>
          <a:xfrm>
            <a:off x="5760720" y="2953512"/>
            <a:ext cx="237744" cy="237744"/>
          </a:xfrm>
          <a:prstGeom prst="rect">
            <a:avLst/>
          </a:prstGeom>
        </p:spPr>
      </p:pic>
      <p:sp>
        <p:nvSpPr>
          <p:cNvPr id="34" name="a10f_279"/>
          <p:cNvSpPr txBox="1"/>
          <p:nvPr/>
        </p:nvSpPr>
        <p:spPr>
          <a:xfrm>
            <a:off x="6099048" y="2916936"/>
            <a:ext cx="2423160" cy="411480"/>
          </a:xfrm>
          <a:prstGeom prst="rect">
            <a:avLst/>
          </a:prstGeom>
          <a:noFill/>
          <a:ln/>
        </p:spPr>
        <p:txBody>
          <a:bodyPr wrap="square" lIns="0" tIns="0" rIns="0" bIns="0" rtlCol="0" anchor="t"/>
          <a:lstStyle/>
          <a:p>
            <a:pPr indent="0" marL="0">
              <a:buNone/>
            </a:pPr>
            <a:r>
              <a:rPr lang="en-US" sz="1000" dirty="0">
                <a:solidFill>
                  <a:srgbClr val="E4E0FF"/>
                </a:solidFill>
                <a:latin typeface="Arial" pitchFamily="34" charset="0"/>
                <a:ea typeface="Arial" pitchFamily="34" charset="-122"/>
                <a:cs typeface="Arial" pitchFamily="34" charset="-120"/>
              </a:rPr>
              <a:t>Protéger l'ordinateur par un mot de passe</a:t>
            </a:r>
            <a:endParaRPr lang="en-US" sz="1000" dirty="0"/>
          </a:p>
        </p:txBody>
      </p:sp>
      <p:pic>
        <p:nvPicPr>
          <p:cNvPr id="35" name="a11f_280" descr="preencoded.png">    </p:cNvPr>
          <p:cNvPicPr>
            <a:picLocks noChangeAspect="1"/>
          </p:cNvPicPr>
          <p:nvPr/>
        </p:nvPicPr>
        <p:blipFill>
          <a:blip r:embed="rId9"/>
          <a:stretch>
            <a:fillRect/>
          </a:stretch>
        </p:blipFill>
        <p:spPr>
          <a:xfrm>
            <a:off x="5760720" y="3429000"/>
            <a:ext cx="237744" cy="237744"/>
          </a:xfrm>
          <a:prstGeom prst="rect">
            <a:avLst/>
          </a:prstGeom>
        </p:spPr>
      </p:pic>
      <p:sp>
        <p:nvSpPr>
          <p:cNvPr id="36" name="a11f_281"/>
          <p:cNvSpPr txBox="1"/>
          <p:nvPr/>
        </p:nvSpPr>
        <p:spPr>
          <a:xfrm>
            <a:off x="6099048" y="3392424"/>
            <a:ext cx="2423160" cy="411480"/>
          </a:xfrm>
          <a:prstGeom prst="rect">
            <a:avLst/>
          </a:prstGeom>
          <a:noFill/>
          <a:ln/>
        </p:spPr>
        <p:txBody>
          <a:bodyPr wrap="square" lIns="0" tIns="0" rIns="0" bIns="0" rtlCol="0" anchor="t"/>
          <a:lstStyle/>
          <a:p>
            <a:pPr indent="0" marL="0">
              <a:buNone/>
            </a:pPr>
            <a:r>
              <a:rPr lang="en-US" sz="1000" dirty="0">
                <a:solidFill>
                  <a:srgbClr val="E4E0FF"/>
                </a:solidFill>
                <a:latin typeface="Arial" pitchFamily="34" charset="0"/>
                <a:ea typeface="Arial" pitchFamily="34" charset="-122"/>
                <a:cs typeface="Arial" pitchFamily="34" charset="-120"/>
              </a:rPr>
              <a:t>Désigner un responsable du fichier</a:t>
            </a:r>
            <a:endParaRPr lang="en-US" sz="1000" dirty="0"/>
          </a:p>
        </p:txBody>
      </p:sp>
      <p:pic>
        <p:nvPicPr>
          <p:cNvPr id="37" name="a12f_282" descr="preencoded.png">    </p:cNvPr>
          <p:cNvPicPr>
            <a:picLocks noChangeAspect="1"/>
          </p:cNvPicPr>
          <p:nvPr/>
        </p:nvPicPr>
        <p:blipFill>
          <a:blip r:embed="rId10"/>
          <a:stretch>
            <a:fillRect/>
          </a:stretch>
        </p:blipFill>
        <p:spPr>
          <a:xfrm>
            <a:off x="5760720" y="3904488"/>
            <a:ext cx="237744" cy="237744"/>
          </a:xfrm>
          <a:prstGeom prst="rect">
            <a:avLst/>
          </a:prstGeom>
        </p:spPr>
      </p:pic>
      <p:sp>
        <p:nvSpPr>
          <p:cNvPr id="38" name="a12f_283"/>
          <p:cNvSpPr txBox="1"/>
          <p:nvPr/>
        </p:nvSpPr>
        <p:spPr>
          <a:xfrm>
            <a:off x="6099048" y="3867912"/>
            <a:ext cx="2423160" cy="411480"/>
          </a:xfrm>
          <a:prstGeom prst="rect">
            <a:avLst/>
          </a:prstGeom>
          <a:noFill/>
          <a:ln/>
        </p:spPr>
        <p:txBody>
          <a:bodyPr wrap="square" lIns="0" tIns="0" rIns="0" bIns="0" rtlCol="0" anchor="t"/>
          <a:lstStyle/>
          <a:p>
            <a:pPr indent="0" marL="0">
              <a:buNone/>
            </a:pPr>
            <a:r>
              <a:rPr lang="en-US" sz="1000" dirty="0">
                <a:solidFill>
                  <a:srgbClr val="E4E0FF"/>
                </a:solidFill>
                <a:latin typeface="Arial" pitchFamily="34" charset="0"/>
                <a:ea typeface="Arial" pitchFamily="34" charset="-122"/>
                <a:cs typeface="Arial" pitchFamily="34" charset="-120"/>
              </a:rPr>
              <a:t>Supprimer les fiches des élèves qui quittent l'établissement</a:t>
            </a:r>
            <a:endParaRPr lang="en-US" sz="10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childTnLst>
                          </p:cTn>
                        </p:par>
                        <p:par>
                          <p:cTn id="62" fill="hold">
                            <p:stCondLst>
                              <p:cond delay="11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additive="base">
                                        <p:cTn id="40" dur="600" fill="hold"/>
                                        <p:tgtEl>
                                          <p:spTgt spid="11"/>
                                        </p:tgtEl>
                                        <p:attrNameLst>
                                          <p:attrName>ppt_x</p:attrName>
                                        </p:attrNameLst>
                                      </p:cBhvr>
                                      <p:tavLst>
                                        <p:tav tm="0">
                                          <p:val>
                                            <p:strVal val="#ppt_x"/>
                                          </p:val>
                                        </p:tav>
                                        <p:tav tm="100000">
                                          <p:val>
                                            <p:strVal val="#ppt_x"/>
                                          </p:val>
                                        </p:tav>
                                      </p:tavLst>
                                    </p:anim>
                                    <p:anim calcmode="lin" valueType="num">
                                      <p:cBhvr additive="base">
                                        <p:cTn id="41" dur="6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p:tgtEl>
                                          <p:spTgt spid="12"/>
                                        </p:tgtEl>
                                        <p:attrNameLst>
                                          <p:attrName>ppt_x</p:attrName>
                                        </p:attrNameLst>
                                      </p:cBhvr>
                                      <p:tavLst>
                                        <p:tav tm="0">
                                          <p:val>
                                            <p:strVal val="#ppt_x"/>
                                          </p:val>
                                        </p:tav>
                                        <p:tav tm="100000">
                                          <p:val>
                                            <p:strVal val="#ppt_x"/>
                                          </p:val>
                                        </p:tav>
                                      </p:tavLst>
                                    </p:anim>
                                    <p:anim calcmode="lin" valueType="num">
                                      <p:cBhvr additive="base">
                                        <p:cTn id="46" dur="600" fill="hold"/>
                                        <p:tgtEl>
                                          <p:spTgt spid="1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childTnLst>
                          </p:cTn>
                        </p:par>
                        <p:par>
                          <p:cTn id="88" fill="hold">
                            <p:stCondLst>
                              <p:cond delay="1700"/>
                            </p:stCondLst>
                            <p:childTnLst>
                              <p:par>
                                <p:cTn id="63" presetID="42" presetClass="entr" presetSubtype="0"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additive="base">
                                        <p:cTn id="66" dur="600" fill="hold"/>
                                        <p:tgtEl>
                                          <p:spTgt spid="16"/>
                                        </p:tgtEl>
                                        <p:attrNameLst>
                                          <p:attrName>ppt_x</p:attrName>
                                        </p:attrNameLst>
                                      </p:cBhvr>
                                      <p:tavLst>
                                        <p:tav tm="0">
                                          <p:val>
                                            <p:strVal val="#ppt_x"/>
                                          </p:val>
                                        </p:tav>
                                        <p:tav tm="100000">
                                          <p:val>
                                            <p:strVal val="#ppt_x"/>
                                          </p:val>
                                        </p:tav>
                                      </p:tavLst>
                                    </p:anim>
                                    <p:anim calcmode="lin" valueType="num">
                                      <p:cBhvr additive="base">
                                        <p:cTn id="67" dur="6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additive="base">
                                        <p:cTn id="71" dur="600" fill="hold"/>
                                        <p:tgtEl>
                                          <p:spTgt spid="17"/>
                                        </p:tgtEl>
                                        <p:attrNameLst>
                                          <p:attrName>ppt_x</p:attrName>
                                        </p:attrNameLst>
                                      </p:cBhvr>
                                      <p:tavLst>
                                        <p:tav tm="0">
                                          <p:val>
                                            <p:strVal val="#ppt_x"/>
                                          </p:val>
                                        </p:tav>
                                        <p:tav tm="100000">
                                          <p:val>
                                            <p:strVal val="#ppt_x"/>
                                          </p:val>
                                        </p:tav>
                                      </p:tavLst>
                                    </p:anim>
                                    <p:anim calcmode="lin" valueType="num">
                                      <p:cBhvr additive="base">
                                        <p:cTn id="72" dur="6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additive="base">
                                        <p:cTn id="76" dur="600" fill="hold"/>
                                        <p:tgtEl>
                                          <p:spTgt spid="18"/>
                                        </p:tgtEl>
                                        <p:attrNameLst>
                                          <p:attrName>ppt_x</p:attrName>
                                        </p:attrNameLst>
                                      </p:cBhvr>
                                      <p:tavLst>
                                        <p:tav tm="0">
                                          <p:val>
                                            <p:strVal val="#ppt_x"/>
                                          </p:val>
                                        </p:tav>
                                        <p:tav tm="100000">
                                          <p:val>
                                            <p:strVal val="#ppt_x"/>
                                          </p:val>
                                        </p:tav>
                                      </p:tavLst>
                                    </p:anim>
                                    <p:anim calcmode="lin" valueType="num">
                                      <p:cBhvr additive="base">
                                        <p:cTn id="77" dur="6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fill="hold"/>
                                        <p:tgtEl>
                                          <p:spTgt spid="19"/>
                                        </p:tgtEl>
                                        <p:attrNameLst>
                                          <p:attrName>ppt_x</p:attrName>
                                        </p:attrNameLst>
                                      </p:cBhvr>
                                      <p:tavLst>
                                        <p:tav tm="0">
                                          <p:val>
                                            <p:strVal val="#ppt_x"/>
                                          </p:val>
                                        </p:tav>
                                        <p:tav tm="100000">
                                          <p:val>
                                            <p:strVal val="#ppt_x"/>
                                          </p:val>
                                        </p:tav>
                                      </p:tavLst>
                                    </p:anim>
                                    <p:anim calcmode="lin" valueType="num">
                                      <p:cBhvr additive="base">
                                        <p:cTn id="82" dur="6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childTnLst>
                          </p:cTn>
                        </p:par>
                        <p:par>
                          <p:cTn id="114" fill="hold">
                            <p:stCondLst>
                              <p:cond delay="2300"/>
                            </p:stCondLst>
                            <p:childTnLst>
                              <p:par>
                                <p:cTn id="89" presetID="42" presetClass="entr" presetSubtype="0"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00"/>
                                        <p:tgtEl>
                                          <p:spTgt spid="21"/>
                                        </p:tgtEl>
                                      </p:cBhvr>
                                    </p:animEffect>
                                    <p:anim calcmode="lin" valueType="num">
                                      <p:cBhvr additive="base">
                                        <p:cTn id="92" dur="600" fill="hold"/>
                                        <p:tgtEl>
                                          <p:spTgt spid="21"/>
                                        </p:tgtEl>
                                        <p:attrNameLst>
                                          <p:attrName>ppt_x</p:attrName>
                                        </p:attrNameLst>
                                      </p:cBhvr>
                                      <p:tavLst>
                                        <p:tav tm="0">
                                          <p:val>
                                            <p:strVal val="#ppt_x"/>
                                          </p:val>
                                        </p:tav>
                                        <p:tav tm="100000">
                                          <p:val>
                                            <p:strVal val="#ppt_x"/>
                                          </p:val>
                                        </p:tav>
                                      </p:tavLst>
                                    </p:anim>
                                    <p:anim calcmode="lin" valueType="num">
                                      <p:cBhvr additive="base">
                                        <p:cTn id="93" dur="600" fill="hold"/>
                                        <p:tgtEl>
                                          <p:spTgt spid="21"/>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00"/>
                                        <p:tgtEl>
                                          <p:spTgt spid="22"/>
                                        </p:tgtEl>
                                      </p:cBhvr>
                                    </p:animEffect>
                                    <p:anim calcmode="lin" valueType="num">
                                      <p:cBhvr additive="base">
                                        <p:cTn id="97" dur="600" fill="hold"/>
                                        <p:tgtEl>
                                          <p:spTgt spid="22"/>
                                        </p:tgtEl>
                                        <p:attrNameLst>
                                          <p:attrName>ppt_x</p:attrName>
                                        </p:attrNameLst>
                                      </p:cBhvr>
                                      <p:tavLst>
                                        <p:tav tm="0">
                                          <p:val>
                                            <p:strVal val="#ppt_x"/>
                                          </p:val>
                                        </p:tav>
                                        <p:tav tm="100000">
                                          <p:val>
                                            <p:strVal val="#ppt_x"/>
                                          </p:val>
                                        </p:tav>
                                      </p:tavLst>
                                    </p:anim>
                                    <p:anim calcmode="lin" valueType="num">
                                      <p:cBhvr additive="base">
                                        <p:cTn id="98" dur="600" fill="hold"/>
                                        <p:tgtEl>
                                          <p:spTgt spid="22"/>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fade">
                                      <p:cBhvr>
                                        <p:cTn id="101" dur="600"/>
                                        <p:tgtEl>
                                          <p:spTgt spid="23"/>
                                        </p:tgtEl>
                                      </p:cBhvr>
                                    </p:animEffect>
                                    <p:anim calcmode="lin" valueType="num">
                                      <p:cBhvr additive="base">
                                        <p:cTn id="102" dur="600" fill="hold"/>
                                        <p:tgtEl>
                                          <p:spTgt spid="23"/>
                                        </p:tgtEl>
                                        <p:attrNameLst>
                                          <p:attrName>ppt_x</p:attrName>
                                        </p:attrNameLst>
                                      </p:cBhvr>
                                      <p:tavLst>
                                        <p:tav tm="0">
                                          <p:val>
                                            <p:strVal val="#ppt_x"/>
                                          </p:val>
                                        </p:tav>
                                        <p:tav tm="100000">
                                          <p:val>
                                            <p:strVal val="#ppt_x"/>
                                          </p:val>
                                        </p:tav>
                                      </p:tavLst>
                                    </p:anim>
                                    <p:anim calcmode="lin" valueType="num">
                                      <p:cBhvr additive="base">
                                        <p:cTn id="103" dur="600" fill="hold"/>
                                        <p:tgtEl>
                                          <p:spTgt spid="2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anim calcmode="lin" valueType="num">
                                      <p:cBhvr additive="base">
                                        <p:cTn id="107" dur="600" fill="hold"/>
                                        <p:tgtEl>
                                          <p:spTgt spid="24"/>
                                        </p:tgtEl>
                                        <p:attrNameLst>
                                          <p:attrName>ppt_x</p:attrName>
                                        </p:attrNameLst>
                                      </p:cBhvr>
                                      <p:tavLst>
                                        <p:tav tm="0">
                                          <p:val>
                                            <p:strVal val="#ppt_x"/>
                                          </p:val>
                                        </p:tav>
                                        <p:tav tm="100000">
                                          <p:val>
                                            <p:strVal val="#ppt_x"/>
                                          </p:val>
                                        </p:tav>
                                      </p:tavLst>
                                    </p:anim>
                                    <p:anim calcmode="lin" valueType="num">
                                      <p:cBhvr additive="base">
                                        <p:cTn id="108" dur="600" fill="hold"/>
                                        <p:tgtEl>
                                          <p:spTgt spid="24"/>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Effect transition="in" filter="fade">
                                      <p:cBhvr>
                                        <p:cTn id="111" dur="600"/>
                                        <p:tgtEl>
                                          <p:spTgt spid="25"/>
                                        </p:tgtEl>
                                      </p:cBhvr>
                                    </p:animEffect>
                                    <p:anim calcmode="lin" valueType="num">
                                      <p:cBhvr additive="base">
                                        <p:cTn id="112" dur="600" fill="hold"/>
                                        <p:tgtEl>
                                          <p:spTgt spid="25"/>
                                        </p:tgtEl>
                                        <p:attrNameLst>
                                          <p:attrName>ppt_x</p:attrName>
                                        </p:attrNameLst>
                                      </p:cBhvr>
                                      <p:tavLst>
                                        <p:tav tm="0">
                                          <p:val>
                                            <p:strVal val="#ppt_x"/>
                                          </p:val>
                                        </p:tav>
                                        <p:tav tm="100000">
                                          <p:val>
                                            <p:strVal val="#ppt_x"/>
                                          </p:val>
                                        </p:tav>
                                      </p:tavLst>
                                    </p:anim>
                                    <p:anim calcmode="lin" valueType="num">
                                      <p:cBhvr additive="base">
                                        <p:cTn id="113" dur="600" fill="hold"/>
                                        <p:tgtEl>
                                          <p:spTgt spid="25"/>
                                        </p:tgtEl>
                                        <p:attrNameLst>
                                          <p:attrName>ppt_y</p:attrName>
                                        </p:attrNameLst>
                                      </p:cBhvr>
                                      <p:tavLst>
                                        <p:tav tm="0">
                                          <p:val>
                                            <p:strVal val="#ppt_y+.1"/>
                                          </p:val>
                                        </p:tav>
                                        <p:tav tm="100000">
                                          <p:val>
                                            <p:strVal val="#ppt_y"/>
                                          </p:val>
                                        </p:tav>
                                      </p:tavLst>
                                    </p:anim>
                                  </p:childTnLst>
                                </p:cTn>
                              </p:par>
                            </p:childTnLst>
                          </p:cTn>
                        </p:par>
                        <p:par>
                          <p:cTn id="120" fill="hold">
                            <p:stCondLst>
                              <p:cond delay="2900"/>
                            </p:stCondLst>
                            <p:childTnLst>
                              <p:par>
                                <p:cTn id="115" presetID="53" presetClass="entr" presetSubtype="16"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p:cTn id="117" dur="450" fill="hold"/>
                                        <p:tgtEl>
                                          <p:spTgt spid="26"/>
                                        </p:tgtEl>
                                        <p:attrNameLst>
                                          <p:attrName>ppt_w</p:attrName>
                                        </p:attrNameLst>
                                      </p:cBhvr>
                                      <p:tavLst>
                                        <p:tav tm="0">
                                          <p:val>
                                            <p:fltVal val="0"/>
                                          </p:val>
                                        </p:tav>
                                        <p:tav tm="100000">
                                          <p:val>
                                            <p:strVal val="#ppt_w"/>
                                          </p:val>
                                        </p:tav>
                                      </p:tavLst>
                                    </p:anim>
                                    <p:anim calcmode="lin" valueType="num">
                                      <p:cBhvr>
                                        <p:cTn id="118" dur="450" fill="hold"/>
                                        <p:tgtEl>
                                          <p:spTgt spid="26"/>
                                        </p:tgtEl>
                                        <p:attrNameLst>
                                          <p:attrName>ppt_h</p:attrName>
                                        </p:attrNameLst>
                                      </p:cBhvr>
                                      <p:tavLst>
                                        <p:tav tm="0">
                                          <p:val>
                                            <p:fltVal val="0"/>
                                          </p:val>
                                        </p:tav>
                                        <p:tav tm="100000">
                                          <p:val>
                                            <p:strVal val="#ppt_h"/>
                                          </p:val>
                                        </p:tav>
                                      </p:tavLst>
                                    </p:anim>
                                    <p:animEffect transition="in" filter="fade">
                                      <p:cBhvr>
                                        <p:cTn id="119" dur="450"/>
                                        <p:tgtEl>
                                          <p:spTgt spid="26"/>
                                        </p:tgtEl>
                                      </p:cBhvr>
                                    </p:animEffect>
                                  </p:childTnLst>
                                </p:cTn>
                              </p:par>
                            </p:childTnLst>
                          </p:cTn>
                        </p:par>
                        <p:par>
                          <p:cTn id="127" fill="hold">
                            <p:stCondLst>
                              <p:cond delay="3350"/>
                            </p:stCondLst>
                            <p:childTnLst>
                              <p:par>
                                <p:cTn id="121" presetID="10" presetClass="entr" presetSubtype="0" fill="hold" grpId="0" nodeType="afterEffect">
                                  <p:stCondLst>
                                    <p:cond delay="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500"/>
                                        <p:tgtEl>
                                          <p:spTgt spid="27"/>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500"/>
                                        <p:tgtEl>
                                          <p:spTgt spid="28"/>
                                        </p:tgtEl>
                                      </p:cBhvr>
                                    </p:animEffect>
                                  </p:childTnLst>
                                </p:cTn>
                              </p:par>
                            </p:childTnLst>
                          </p:cTn>
                        </p:par>
                        <p:par>
                          <p:cTn id="134" fill="hold">
                            <p:stCondLst>
                              <p:cond delay="3850"/>
                            </p:stCondLst>
                            <p:childTnLst>
                              <p:par>
                                <p:cTn id="128" presetID="10" presetClass="entr" presetSubtype="0" fill="hold" grpId="0" nodeType="after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0"/>
                                        </p:tgtEl>
                                        <p:attrNameLst>
                                          <p:attrName>style.visibility</p:attrName>
                                        </p:attrNameLst>
                                      </p:cBhvr>
                                      <p:to>
                                        <p:strVal val="visible"/>
                                      </p:to>
                                    </p:set>
                                    <p:animEffect transition="in" filter="fade">
                                      <p:cBhvr>
                                        <p:cTn id="133" dur="500"/>
                                        <p:tgtEl>
                                          <p:spTgt spid="30"/>
                                        </p:tgtEl>
                                      </p:cBhvr>
                                    </p:animEffect>
                                  </p:childTnLst>
                                </p:cTn>
                              </p:par>
                            </p:childTnLst>
                          </p:cTn>
                        </p:par>
                        <p:par>
                          <p:cTn id="141" fill="hold">
                            <p:stCondLst>
                              <p:cond delay="4350"/>
                            </p:stCondLst>
                            <p:childTnLst>
                              <p:par>
                                <p:cTn id="135" presetID="10" presetClass="entr" presetSubtype="0" fill="hold" grpId="0" nodeType="afterEffect">
                                  <p:stCondLst>
                                    <p:cond delay="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500"/>
                                        <p:tgtEl>
                                          <p:spTgt spid="31"/>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childTnLst>
                          </p:cTn>
                        </p:par>
                        <p:par>
                          <p:cTn id="148" fill="hold">
                            <p:stCondLst>
                              <p:cond delay="4850"/>
                            </p:stCondLst>
                            <p:childTnLst>
                              <p:par>
                                <p:cTn id="142" presetID="10" presetClass="entr" presetSubtype="0" fill="hold" grpId="0" nodeType="afterEffect">
                                  <p:stCondLst>
                                    <p:cond delay="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500"/>
                                        <p:tgtEl>
                                          <p:spTgt spid="3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34"/>
                                        </p:tgtEl>
                                        <p:attrNameLst>
                                          <p:attrName>style.visibility</p:attrName>
                                        </p:attrNameLst>
                                      </p:cBhvr>
                                      <p:to>
                                        <p:strVal val="visible"/>
                                      </p:to>
                                    </p:set>
                                    <p:animEffect transition="in" filter="fade">
                                      <p:cBhvr>
                                        <p:cTn id="147" dur="500"/>
                                        <p:tgtEl>
                                          <p:spTgt spid="34"/>
                                        </p:tgtEl>
                                      </p:cBhvr>
                                    </p:animEffect>
                                  </p:childTnLst>
                                </p:cTn>
                              </p:par>
                            </p:childTnLst>
                          </p:cTn>
                        </p:par>
                        <p:par>
                          <p:cTn id="155" fill="hold">
                            <p:stCondLst>
                              <p:cond delay="5350"/>
                            </p:stCondLst>
                            <p:childTnLst>
                              <p:par>
                                <p:cTn id="149" presetID="10" presetClass="entr" presetSubtype="0" fill="hold" grpId="0" nodeType="afterEffect">
                                  <p:stCondLst>
                                    <p:cond delay="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1" dur="500"/>
                                        <p:tgtEl>
                                          <p:spTgt spid="35"/>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36"/>
                                        </p:tgtEl>
                                        <p:attrNameLst>
                                          <p:attrName>style.visibility</p:attrName>
                                        </p:attrNameLst>
                                      </p:cBhvr>
                                      <p:to>
                                        <p:strVal val="visible"/>
                                      </p:to>
                                    </p:set>
                                    <p:animEffect transition="in" filter="fade">
                                      <p:cBhvr>
                                        <p:cTn id="154" dur="500"/>
                                        <p:tgtEl>
                                          <p:spTgt spid="36"/>
                                        </p:tgtEl>
                                      </p:cBhvr>
                                    </p:animEffect>
                                  </p:childTnLst>
                                </p:cTn>
                              </p:par>
                            </p:childTnLst>
                          </p:cTn>
                        </p:par>
                        <p:par>
                          <p:cTn id="162" fill="hold">
                            <p:stCondLst>
                              <p:cond delay="5850"/>
                            </p:stCondLst>
                            <p:childTnLst>
                              <p:par>
                                <p:cTn id="156" presetID="10" presetClass="entr" presetSubtype="0" fill="hold" grpId="0" nodeType="after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fade">
                                      <p:cBhvr>
                                        <p:cTn id="158" dur="500"/>
                                        <p:tgtEl>
                                          <p:spTgt spid="37"/>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8" grpId="0" animBg="1"/>
      <p:bldP spid="30" grpId="0" animBg="1"/>
      <p:bldP spid="32" grpId="0" animBg="1"/>
      <p:bldP spid="34" grpId="0" animBg="1"/>
      <p:bldP spid="36"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12</a:t>
            </a:r>
            <a:endParaRPr lang="en-US" sz="800" dirty="0"/>
          </a:p>
        </p:txBody>
      </p:sp>
      <p:sp>
        <p:nvSpPr>
          <p:cNvPr id="4" name="a1f_284"/>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06 · AVANTAGES</a:t>
            </a:r>
            <a:endParaRPr lang="en-US" sz="1100" dirty="0"/>
          </a:p>
        </p:txBody>
      </p:sp>
      <p:sp>
        <p:nvSpPr>
          <p:cNvPr id="5" name="a1f_285"/>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Ce que Face ID apporte à votre établissement</a:t>
            </a:r>
            <a:endParaRPr lang="en-US" sz="2800" dirty="0"/>
          </a:p>
        </p:txBody>
      </p:sp>
      <p:sp>
        <p:nvSpPr>
          <p:cNvPr id="6" name="a2z_286"/>
          <p:cNvSpPr/>
          <p:nvPr/>
        </p:nvSpPr>
        <p:spPr>
          <a:xfrm>
            <a:off x="457200" y="1234440"/>
            <a:ext cx="2651760" cy="1508760"/>
          </a:xfrm>
          <a:prstGeom prst="roundRect">
            <a:avLst>
              <a:gd name="adj" fmla="val 4848"/>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z_287"/>
          <p:cNvSpPr/>
          <p:nvPr/>
        </p:nvSpPr>
        <p:spPr>
          <a:xfrm>
            <a:off x="658368" y="1435608"/>
            <a:ext cx="548640" cy="548640"/>
          </a:xfrm>
          <a:prstGeom prst="ellipse">
            <a:avLst/>
          </a:prstGeom>
          <a:solidFill>
            <a:srgbClr val="7B68EE"/>
          </a:solidFill>
          <a:ln w="12700">
            <a:solidFill>
              <a:srgbClr val="7B68EE"/>
            </a:solidFill>
            <a:prstDash val="solid"/>
          </a:ln>
        </p:spPr>
      </p:sp>
      <p:pic>
        <p:nvPicPr>
          <p:cNvPr id="8" name="a2z_287i" descr="preencoded.png">    </p:cNvPr>
          <p:cNvPicPr>
            <a:picLocks noChangeAspect="1"/>
          </p:cNvPicPr>
          <p:nvPr/>
        </p:nvPicPr>
        <p:blipFill>
          <a:blip r:embed="rId1"/>
          <a:stretch>
            <a:fillRect/>
          </a:stretch>
        </p:blipFill>
        <p:spPr>
          <a:xfrm>
            <a:off x="790042" y="1567282"/>
            <a:ext cx="285293" cy="285293"/>
          </a:xfrm>
          <a:prstGeom prst="rect">
            <a:avLst/>
          </a:prstGeom>
        </p:spPr>
      </p:pic>
      <p:sp>
        <p:nvSpPr>
          <p:cNvPr id="9" name="a2z_288"/>
          <p:cNvSpPr txBox="1"/>
          <p:nvPr/>
        </p:nvSpPr>
        <p:spPr>
          <a:xfrm>
            <a:off x="1325880" y="1563624"/>
            <a:ext cx="1691640" cy="292608"/>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Gain de temps</a:t>
            </a:r>
            <a:endParaRPr lang="en-US" sz="1400" dirty="0"/>
          </a:p>
        </p:txBody>
      </p:sp>
      <p:sp>
        <p:nvSpPr>
          <p:cNvPr id="10" name="a2z_289"/>
          <p:cNvSpPr txBox="1"/>
          <p:nvPr/>
        </p:nvSpPr>
        <p:spPr>
          <a:xfrm>
            <a:off x="658368" y="2103120"/>
            <a:ext cx="2286000" cy="54864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Identification en une fraction de seconde, sans liste papier.</a:t>
            </a:r>
            <a:endParaRPr lang="en-US" sz="1050" dirty="0"/>
          </a:p>
        </p:txBody>
      </p:sp>
      <p:sp>
        <p:nvSpPr>
          <p:cNvPr id="11" name="a3z_290"/>
          <p:cNvSpPr/>
          <p:nvPr/>
        </p:nvSpPr>
        <p:spPr>
          <a:xfrm>
            <a:off x="3246120" y="1234440"/>
            <a:ext cx="2651760" cy="1508760"/>
          </a:xfrm>
          <a:prstGeom prst="roundRect">
            <a:avLst>
              <a:gd name="adj" fmla="val 4848"/>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2" name="a3z_291"/>
          <p:cNvSpPr/>
          <p:nvPr/>
        </p:nvSpPr>
        <p:spPr>
          <a:xfrm>
            <a:off x="3447288" y="1435608"/>
            <a:ext cx="548640" cy="548640"/>
          </a:xfrm>
          <a:prstGeom prst="ellipse">
            <a:avLst/>
          </a:prstGeom>
          <a:solidFill>
            <a:srgbClr val="1FA2FF"/>
          </a:solidFill>
          <a:ln w="12700">
            <a:solidFill>
              <a:srgbClr val="1FA2FF"/>
            </a:solidFill>
            <a:prstDash val="solid"/>
          </a:ln>
        </p:spPr>
      </p:sp>
      <p:pic>
        <p:nvPicPr>
          <p:cNvPr id="13" name="a3z_291i" descr="preencoded.png">    </p:cNvPr>
          <p:cNvPicPr>
            <a:picLocks noChangeAspect="1"/>
          </p:cNvPicPr>
          <p:nvPr/>
        </p:nvPicPr>
        <p:blipFill>
          <a:blip r:embed="rId2"/>
          <a:stretch>
            <a:fillRect/>
          </a:stretch>
        </p:blipFill>
        <p:spPr>
          <a:xfrm>
            <a:off x="3578962" y="1567282"/>
            <a:ext cx="285293" cy="285293"/>
          </a:xfrm>
          <a:prstGeom prst="rect">
            <a:avLst/>
          </a:prstGeom>
        </p:spPr>
      </p:pic>
      <p:sp>
        <p:nvSpPr>
          <p:cNvPr id="14" name="a3z_292"/>
          <p:cNvSpPr txBox="1"/>
          <p:nvPr/>
        </p:nvSpPr>
        <p:spPr>
          <a:xfrm>
            <a:off x="4114800" y="1563624"/>
            <a:ext cx="1691640" cy="292608"/>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Fiabilité</a:t>
            </a:r>
            <a:endParaRPr lang="en-US" sz="1400" dirty="0"/>
          </a:p>
        </p:txBody>
      </p:sp>
      <p:sp>
        <p:nvSpPr>
          <p:cNvPr id="15" name="a3z_293"/>
          <p:cNvSpPr txBox="1"/>
          <p:nvPr/>
        </p:nvSpPr>
        <p:spPr>
          <a:xfrm>
            <a:off x="3447288" y="2103120"/>
            <a:ext cx="2286000" cy="54864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Trois photos par personne et un seuil strict limitent les erreurs.</a:t>
            </a:r>
            <a:endParaRPr lang="en-US" sz="1050" dirty="0"/>
          </a:p>
        </p:txBody>
      </p:sp>
      <p:sp>
        <p:nvSpPr>
          <p:cNvPr id="16" name="a4z_294"/>
          <p:cNvSpPr/>
          <p:nvPr/>
        </p:nvSpPr>
        <p:spPr>
          <a:xfrm>
            <a:off x="6035040" y="1234440"/>
            <a:ext cx="2651760" cy="1508760"/>
          </a:xfrm>
          <a:prstGeom prst="roundRect">
            <a:avLst>
              <a:gd name="adj" fmla="val 4848"/>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7" name="a4z_295"/>
          <p:cNvSpPr/>
          <p:nvPr/>
        </p:nvSpPr>
        <p:spPr>
          <a:xfrm>
            <a:off x="6236208" y="1435608"/>
            <a:ext cx="548640" cy="548640"/>
          </a:xfrm>
          <a:prstGeom prst="ellipse">
            <a:avLst/>
          </a:prstGeom>
          <a:solidFill>
            <a:srgbClr val="7B68EE"/>
          </a:solidFill>
          <a:ln w="12700">
            <a:solidFill>
              <a:srgbClr val="7B68EE"/>
            </a:solidFill>
            <a:prstDash val="solid"/>
          </a:ln>
        </p:spPr>
      </p:sp>
      <p:pic>
        <p:nvPicPr>
          <p:cNvPr id="18" name="a4z_295i" descr="preencoded.png">    </p:cNvPr>
          <p:cNvPicPr>
            <a:picLocks noChangeAspect="1"/>
          </p:cNvPicPr>
          <p:nvPr/>
        </p:nvPicPr>
        <p:blipFill>
          <a:blip r:embed="rId3"/>
          <a:stretch>
            <a:fillRect/>
          </a:stretch>
        </p:blipFill>
        <p:spPr>
          <a:xfrm>
            <a:off x="6367882" y="1567282"/>
            <a:ext cx="285293" cy="285293"/>
          </a:xfrm>
          <a:prstGeom prst="rect">
            <a:avLst/>
          </a:prstGeom>
        </p:spPr>
      </p:pic>
      <p:sp>
        <p:nvSpPr>
          <p:cNvPr id="19" name="a4z_296"/>
          <p:cNvSpPr txBox="1"/>
          <p:nvPr/>
        </p:nvSpPr>
        <p:spPr>
          <a:xfrm>
            <a:off x="6903720" y="1563624"/>
            <a:ext cx="1691640" cy="292608"/>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Sécurité renforcée</a:t>
            </a:r>
            <a:endParaRPr lang="en-US" sz="1400" dirty="0"/>
          </a:p>
        </p:txBody>
      </p:sp>
      <p:sp>
        <p:nvSpPr>
          <p:cNvPr id="20" name="a4z_297"/>
          <p:cNvSpPr txBox="1"/>
          <p:nvPr/>
        </p:nvSpPr>
        <p:spPr>
          <a:xfrm>
            <a:off x="6236208" y="2103120"/>
            <a:ext cx="2286000" cy="54864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Les personnes inconnues sont repérées immédiatement.</a:t>
            </a:r>
            <a:endParaRPr lang="en-US" sz="1050" dirty="0"/>
          </a:p>
        </p:txBody>
      </p:sp>
      <p:sp>
        <p:nvSpPr>
          <p:cNvPr id="21" name="a5z_298"/>
          <p:cNvSpPr/>
          <p:nvPr/>
        </p:nvSpPr>
        <p:spPr>
          <a:xfrm>
            <a:off x="457200" y="2926080"/>
            <a:ext cx="2651760" cy="1508760"/>
          </a:xfrm>
          <a:prstGeom prst="roundRect">
            <a:avLst>
              <a:gd name="adj" fmla="val 4848"/>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2" name="a5z_299"/>
          <p:cNvSpPr/>
          <p:nvPr/>
        </p:nvSpPr>
        <p:spPr>
          <a:xfrm>
            <a:off x="658368" y="3127248"/>
            <a:ext cx="548640" cy="548640"/>
          </a:xfrm>
          <a:prstGeom prst="ellipse">
            <a:avLst/>
          </a:prstGeom>
          <a:solidFill>
            <a:srgbClr val="1FA2FF"/>
          </a:solidFill>
          <a:ln w="12700">
            <a:solidFill>
              <a:srgbClr val="1FA2FF"/>
            </a:solidFill>
            <a:prstDash val="solid"/>
          </a:ln>
        </p:spPr>
      </p:sp>
      <p:pic>
        <p:nvPicPr>
          <p:cNvPr id="23" name="a5z_299i" descr="preencoded.png">    </p:cNvPr>
          <p:cNvPicPr>
            <a:picLocks noChangeAspect="1"/>
          </p:cNvPicPr>
          <p:nvPr/>
        </p:nvPicPr>
        <p:blipFill>
          <a:blip r:embed="rId4"/>
          <a:stretch>
            <a:fillRect/>
          </a:stretch>
        </p:blipFill>
        <p:spPr>
          <a:xfrm>
            <a:off x="790042" y="3258922"/>
            <a:ext cx="285293" cy="285293"/>
          </a:xfrm>
          <a:prstGeom prst="rect">
            <a:avLst/>
          </a:prstGeom>
        </p:spPr>
      </p:pic>
      <p:sp>
        <p:nvSpPr>
          <p:cNvPr id="24" name="a5z_300"/>
          <p:cNvSpPr txBox="1"/>
          <p:nvPr/>
        </p:nvSpPr>
        <p:spPr>
          <a:xfrm>
            <a:off x="1325880" y="3255264"/>
            <a:ext cx="1691640" cy="292608"/>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Coût maîtrisé</a:t>
            </a:r>
            <a:endParaRPr lang="en-US" sz="1400" dirty="0"/>
          </a:p>
        </p:txBody>
      </p:sp>
      <p:sp>
        <p:nvSpPr>
          <p:cNvPr id="25" name="a5z_301"/>
          <p:cNvSpPr txBox="1"/>
          <p:nvPr/>
        </p:nvSpPr>
        <p:spPr>
          <a:xfrm>
            <a:off x="658368" y="3794760"/>
            <a:ext cx="2286000" cy="54864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Un ordinateur et une webcam suffisent : ni abonnement, ni Internet.</a:t>
            </a:r>
            <a:endParaRPr lang="en-US" sz="1050" dirty="0"/>
          </a:p>
        </p:txBody>
      </p:sp>
      <p:sp>
        <p:nvSpPr>
          <p:cNvPr id="26" name="a6z_302"/>
          <p:cNvSpPr/>
          <p:nvPr/>
        </p:nvSpPr>
        <p:spPr>
          <a:xfrm>
            <a:off x="3246120" y="2926080"/>
            <a:ext cx="2651760" cy="1508760"/>
          </a:xfrm>
          <a:prstGeom prst="roundRect">
            <a:avLst>
              <a:gd name="adj" fmla="val 4848"/>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7" name="a6z_303"/>
          <p:cNvSpPr/>
          <p:nvPr/>
        </p:nvSpPr>
        <p:spPr>
          <a:xfrm>
            <a:off x="3447288" y="3127248"/>
            <a:ext cx="548640" cy="548640"/>
          </a:xfrm>
          <a:prstGeom prst="ellipse">
            <a:avLst/>
          </a:prstGeom>
          <a:solidFill>
            <a:srgbClr val="7B68EE"/>
          </a:solidFill>
          <a:ln w="12700">
            <a:solidFill>
              <a:srgbClr val="7B68EE"/>
            </a:solidFill>
            <a:prstDash val="solid"/>
          </a:ln>
        </p:spPr>
      </p:sp>
      <p:pic>
        <p:nvPicPr>
          <p:cNvPr id="28" name="a6z_303i" descr="preencoded.png">    </p:cNvPr>
          <p:cNvPicPr>
            <a:picLocks noChangeAspect="1"/>
          </p:cNvPicPr>
          <p:nvPr/>
        </p:nvPicPr>
        <p:blipFill>
          <a:blip r:embed="rId5"/>
          <a:stretch>
            <a:fillRect/>
          </a:stretch>
        </p:blipFill>
        <p:spPr>
          <a:xfrm>
            <a:off x="3578962" y="3258922"/>
            <a:ext cx="285293" cy="285293"/>
          </a:xfrm>
          <a:prstGeom prst="rect">
            <a:avLst/>
          </a:prstGeom>
        </p:spPr>
      </p:pic>
      <p:sp>
        <p:nvSpPr>
          <p:cNvPr id="29" name="a6z_304"/>
          <p:cNvSpPr txBox="1"/>
          <p:nvPr/>
        </p:nvSpPr>
        <p:spPr>
          <a:xfrm>
            <a:off x="4114800" y="3255264"/>
            <a:ext cx="1691640" cy="292608"/>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Simplicité</a:t>
            </a:r>
            <a:endParaRPr lang="en-US" sz="1400" dirty="0"/>
          </a:p>
        </p:txBody>
      </p:sp>
      <p:sp>
        <p:nvSpPr>
          <p:cNvPr id="30" name="a6z_305"/>
          <p:cNvSpPr txBox="1"/>
          <p:nvPr/>
        </p:nvSpPr>
        <p:spPr>
          <a:xfrm>
            <a:off x="3447288" y="3794760"/>
            <a:ext cx="2286000" cy="54864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Interface en français et trois boutons : prise en main rapide.</a:t>
            </a:r>
            <a:endParaRPr lang="en-US" sz="1050" dirty="0"/>
          </a:p>
        </p:txBody>
      </p:sp>
      <p:sp>
        <p:nvSpPr>
          <p:cNvPr id="31" name="a7z_306"/>
          <p:cNvSpPr/>
          <p:nvPr/>
        </p:nvSpPr>
        <p:spPr>
          <a:xfrm>
            <a:off x="6035040" y="2926080"/>
            <a:ext cx="2651760" cy="1508760"/>
          </a:xfrm>
          <a:prstGeom prst="roundRect">
            <a:avLst>
              <a:gd name="adj" fmla="val 4848"/>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2" name="a7z_307"/>
          <p:cNvSpPr/>
          <p:nvPr/>
        </p:nvSpPr>
        <p:spPr>
          <a:xfrm>
            <a:off x="6236208" y="3127248"/>
            <a:ext cx="548640" cy="548640"/>
          </a:xfrm>
          <a:prstGeom prst="ellipse">
            <a:avLst/>
          </a:prstGeom>
          <a:solidFill>
            <a:srgbClr val="1FA2FF"/>
          </a:solidFill>
          <a:ln w="12700">
            <a:solidFill>
              <a:srgbClr val="1FA2FF"/>
            </a:solidFill>
            <a:prstDash val="solid"/>
          </a:ln>
        </p:spPr>
      </p:sp>
      <p:pic>
        <p:nvPicPr>
          <p:cNvPr id="33" name="a7z_307i" descr="preencoded.png">    </p:cNvPr>
          <p:cNvPicPr>
            <a:picLocks noChangeAspect="1"/>
          </p:cNvPicPr>
          <p:nvPr/>
        </p:nvPicPr>
        <p:blipFill>
          <a:blip r:embed="rId6"/>
          <a:stretch>
            <a:fillRect/>
          </a:stretch>
        </p:blipFill>
        <p:spPr>
          <a:xfrm>
            <a:off x="6367882" y="3258922"/>
            <a:ext cx="285293" cy="285293"/>
          </a:xfrm>
          <a:prstGeom prst="rect">
            <a:avLst/>
          </a:prstGeom>
        </p:spPr>
      </p:pic>
      <p:sp>
        <p:nvSpPr>
          <p:cNvPr id="34" name="a7z_308"/>
          <p:cNvSpPr txBox="1"/>
          <p:nvPr/>
        </p:nvSpPr>
        <p:spPr>
          <a:xfrm>
            <a:off x="6903720" y="3255264"/>
            <a:ext cx="1691640" cy="292608"/>
          </a:xfrm>
          <a:prstGeom prst="rect">
            <a:avLst/>
          </a:prstGeom>
          <a:noFill/>
          <a:ln/>
        </p:spPr>
        <p:txBody>
          <a:bodyPr wrap="square" lIns="0" tIns="0" rIns="0" bIns="0" rtlCol="0" anchor="t"/>
          <a:lstStyle/>
          <a:p>
            <a:pPr indent="0" marL="0">
              <a:buNone/>
            </a:pPr>
            <a:r>
              <a:rPr lang="en-US" sz="1400" b="1" dirty="0">
                <a:solidFill>
                  <a:srgbClr val="1A1446"/>
                </a:solidFill>
                <a:latin typeface="Arial" pitchFamily="34" charset="0"/>
                <a:ea typeface="Arial" pitchFamily="34" charset="-122"/>
                <a:cs typeface="Arial" pitchFamily="34" charset="-120"/>
              </a:rPr>
              <a:t>Image moderne</a:t>
            </a:r>
            <a:endParaRPr lang="en-US" sz="1400" dirty="0"/>
          </a:p>
        </p:txBody>
      </p:sp>
      <p:sp>
        <p:nvSpPr>
          <p:cNvPr id="35" name="a7z_309"/>
          <p:cNvSpPr txBox="1"/>
          <p:nvPr/>
        </p:nvSpPr>
        <p:spPr>
          <a:xfrm>
            <a:off x="6236208" y="3794760"/>
            <a:ext cx="2286000" cy="548640"/>
          </a:xfrm>
          <a:prstGeom prst="rect">
            <a:avLst/>
          </a:prstGeom>
          <a:noFill/>
          <a:ln/>
        </p:spPr>
        <p:txBody>
          <a:bodyPr wrap="square" lIns="0" tIns="0" rIns="0" bIns="0" rtlCol="0" anchor="t"/>
          <a:lstStyle/>
          <a:p>
            <a:pPr indent="0" marL="0">
              <a:buNone/>
            </a:pPr>
            <a:r>
              <a:rPr lang="en-US" sz="1050" dirty="0">
                <a:solidFill>
                  <a:srgbClr val="5F5B7A"/>
                </a:solidFill>
                <a:latin typeface="Arial" pitchFamily="34" charset="0"/>
                <a:ea typeface="Arial" pitchFamily="34" charset="-122"/>
                <a:cs typeface="Arial" pitchFamily="34" charset="-120"/>
              </a:rPr>
              <a:t>Un établissement innovant, tourné vers le numérique.</a:t>
            </a:r>
            <a:endParaRPr lang="en-US" sz="105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6"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450" fill="hold"/>
                                        <p:tgtEl>
                                          <p:spTgt spid="6"/>
                                        </p:tgtEl>
                                        <p:attrNameLst>
                                          <p:attrName>ppt_w</p:attrName>
                                        </p:attrNameLst>
                                      </p:cBhvr>
                                      <p:tavLst>
                                        <p:tav tm="0">
                                          <p:val>
                                            <p:fltVal val="0"/>
                                          </p:val>
                                        </p:tav>
                                        <p:tav tm="100000">
                                          <p:val>
                                            <p:strVal val="#ppt_w"/>
                                          </p:val>
                                        </p:tav>
                                      </p:tavLst>
                                    </p:anim>
                                    <p:anim calcmode="lin" valueType="num">
                                      <p:cBhvr>
                                        <p:cTn id="14" dur="450" fill="hold"/>
                                        <p:tgtEl>
                                          <p:spTgt spid="6"/>
                                        </p:tgtEl>
                                        <p:attrNameLst>
                                          <p:attrName>ppt_h</p:attrName>
                                        </p:attrNameLst>
                                      </p:cBhvr>
                                      <p:tavLst>
                                        <p:tav tm="0">
                                          <p:val>
                                            <p:fltVal val="0"/>
                                          </p:val>
                                        </p:tav>
                                        <p:tav tm="100000">
                                          <p:val>
                                            <p:strVal val="#ppt_h"/>
                                          </p:val>
                                        </p:tav>
                                      </p:tavLst>
                                    </p:anim>
                                    <p:animEffect transition="in" filter="fade">
                                      <p:cBhvr>
                                        <p:cTn id="15" dur="450"/>
                                        <p:tgtEl>
                                          <p:spTgt spid="6"/>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450" fill="hold"/>
                                        <p:tgtEl>
                                          <p:spTgt spid="7"/>
                                        </p:tgtEl>
                                        <p:attrNameLst>
                                          <p:attrName>ppt_w</p:attrName>
                                        </p:attrNameLst>
                                      </p:cBhvr>
                                      <p:tavLst>
                                        <p:tav tm="0">
                                          <p:val>
                                            <p:fltVal val="0"/>
                                          </p:val>
                                        </p:tav>
                                        <p:tav tm="100000">
                                          <p:val>
                                            <p:strVal val="#ppt_w"/>
                                          </p:val>
                                        </p:tav>
                                      </p:tavLst>
                                    </p:anim>
                                    <p:anim calcmode="lin" valueType="num">
                                      <p:cBhvr>
                                        <p:cTn id="19" dur="450" fill="hold"/>
                                        <p:tgtEl>
                                          <p:spTgt spid="7"/>
                                        </p:tgtEl>
                                        <p:attrNameLst>
                                          <p:attrName>ppt_h</p:attrName>
                                        </p:attrNameLst>
                                      </p:cBhvr>
                                      <p:tavLst>
                                        <p:tav tm="0">
                                          <p:val>
                                            <p:fltVal val="0"/>
                                          </p:val>
                                        </p:tav>
                                        <p:tav tm="100000">
                                          <p:val>
                                            <p:strVal val="#ppt_h"/>
                                          </p:val>
                                        </p:tav>
                                      </p:tavLst>
                                    </p:anim>
                                    <p:animEffect transition="in" filter="fade">
                                      <p:cBhvr>
                                        <p:cTn id="20" dur="450"/>
                                        <p:tgtEl>
                                          <p:spTgt spid="7"/>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450" fill="hold"/>
                                        <p:tgtEl>
                                          <p:spTgt spid="8"/>
                                        </p:tgtEl>
                                        <p:attrNameLst>
                                          <p:attrName>ppt_w</p:attrName>
                                        </p:attrNameLst>
                                      </p:cBhvr>
                                      <p:tavLst>
                                        <p:tav tm="0">
                                          <p:val>
                                            <p:fltVal val="0"/>
                                          </p:val>
                                        </p:tav>
                                        <p:tav tm="100000">
                                          <p:val>
                                            <p:strVal val="#ppt_w"/>
                                          </p:val>
                                        </p:tav>
                                      </p:tavLst>
                                    </p:anim>
                                    <p:anim calcmode="lin" valueType="num">
                                      <p:cBhvr>
                                        <p:cTn id="24" dur="450" fill="hold"/>
                                        <p:tgtEl>
                                          <p:spTgt spid="8"/>
                                        </p:tgtEl>
                                        <p:attrNameLst>
                                          <p:attrName>ppt_h</p:attrName>
                                        </p:attrNameLst>
                                      </p:cBhvr>
                                      <p:tavLst>
                                        <p:tav tm="0">
                                          <p:val>
                                            <p:fltVal val="0"/>
                                          </p:val>
                                        </p:tav>
                                        <p:tav tm="100000">
                                          <p:val>
                                            <p:strVal val="#ppt_h"/>
                                          </p:val>
                                        </p:tav>
                                      </p:tavLst>
                                    </p:anim>
                                    <p:animEffect transition="in" filter="fade">
                                      <p:cBhvr>
                                        <p:cTn id="25" dur="450"/>
                                        <p:tgtEl>
                                          <p:spTgt spid="8"/>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450" fill="hold"/>
                                        <p:tgtEl>
                                          <p:spTgt spid="9"/>
                                        </p:tgtEl>
                                        <p:attrNameLst>
                                          <p:attrName>ppt_w</p:attrName>
                                        </p:attrNameLst>
                                      </p:cBhvr>
                                      <p:tavLst>
                                        <p:tav tm="0">
                                          <p:val>
                                            <p:fltVal val="0"/>
                                          </p:val>
                                        </p:tav>
                                        <p:tav tm="100000">
                                          <p:val>
                                            <p:strVal val="#ppt_w"/>
                                          </p:val>
                                        </p:tav>
                                      </p:tavLst>
                                    </p:anim>
                                    <p:anim calcmode="lin" valueType="num">
                                      <p:cBhvr>
                                        <p:cTn id="29" dur="450" fill="hold"/>
                                        <p:tgtEl>
                                          <p:spTgt spid="9"/>
                                        </p:tgtEl>
                                        <p:attrNameLst>
                                          <p:attrName>ppt_h</p:attrName>
                                        </p:attrNameLst>
                                      </p:cBhvr>
                                      <p:tavLst>
                                        <p:tav tm="0">
                                          <p:val>
                                            <p:fltVal val="0"/>
                                          </p:val>
                                        </p:tav>
                                        <p:tav tm="100000">
                                          <p:val>
                                            <p:strVal val="#ppt_h"/>
                                          </p:val>
                                        </p:tav>
                                      </p:tavLst>
                                    </p:anim>
                                    <p:animEffect transition="in" filter="fade">
                                      <p:cBhvr>
                                        <p:cTn id="30" dur="450"/>
                                        <p:tgtEl>
                                          <p:spTgt spid="9"/>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450" fill="hold"/>
                                        <p:tgtEl>
                                          <p:spTgt spid="10"/>
                                        </p:tgtEl>
                                        <p:attrNameLst>
                                          <p:attrName>ppt_w</p:attrName>
                                        </p:attrNameLst>
                                      </p:cBhvr>
                                      <p:tavLst>
                                        <p:tav tm="0">
                                          <p:val>
                                            <p:fltVal val="0"/>
                                          </p:val>
                                        </p:tav>
                                        <p:tav tm="100000">
                                          <p:val>
                                            <p:strVal val="#ppt_w"/>
                                          </p:val>
                                        </p:tav>
                                      </p:tavLst>
                                    </p:anim>
                                    <p:anim calcmode="lin" valueType="num">
                                      <p:cBhvr>
                                        <p:cTn id="34" dur="450" fill="hold"/>
                                        <p:tgtEl>
                                          <p:spTgt spid="10"/>
                                        </p:tgtEl>
                                        <p:attrNameLst>
                                          <p:attrName>ppt_h</p:attrName>
                                        </p:attrNameLst>
                                      </p:cBhvr>
                                      <p:tavLst>
                                        <p:tav tm="0">
                                          <p:val>
                                            <p:fltVal val="0"/>
                                          </p:val>
                                        </p:tav>
                                        <p:tav tm="100000">
                                          <p:val>
                                            <p:strVal val="#ppt_h"/>
                                          </p:val>
                                        </p:tav>
                                      </p:tavLst>
                                    </p:anim>
                                    <p:animEffect transition="in" filter="fade">
                                      <p:cBhvr>
                                        <p:cTn id="35" dur="450"/>
                                        <p:tgtEl>
                                          <p:spTgt spid="10"/>
                                        </p:tgtEl>
                                      </p:cBhvr>
                                    </p:animEffect>
                                  </p:childTnLst>
                                </p:cTn>
                              </p:par>
                            </p:childTnLst>
                          </p:cTn>
                        </p:par>
                        <p:par>
                          <p:cTn id="62" fill="hold">
                            <p:stCondLst>
                              <p:cond delay="950"/>
                            </p:stCondLst>
                            <p:childTnLst>
                              <p:par>
                                <p:cTn id="37" presetID="53" presetClass="entr" presetSubtype="16"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450" fill="hold"/>
                                        <p:tgtEl>
                                          <p:spTgt spid="11"/>
                                        </p:tgtEl>
                                        <p:attrNameLst>
                                          <p:attrName>ppt_w</p:attrName>
                                        </p:attrNameLst>
                                      </p:cBhvr>
                                      <p:tavLst>
                                        <p:tav tm="0">
                                          <p:val>
                                            <p:fltVal val="0"/>
                                          </p:val>
                                        </p:tav>
                                        <p:tav tm="100000">
                                          <p:val>
                                            <p:strVal val="#ppt_w"/>
                                          </p:val>
                                        </p:tav>
                                      </p:tavLst>
                                    </p:anim>
                                    <p:anim calcmode="lin" valueType="num">
                                      <p:cBhvr>
                                        <p:cTn id="40" dur="450" fill="hold"/>
                                        <p:tgtEl>
                                          <p:spTgt spid="11"/>
                                        </p:tgtEl>
                                        <p:attrNameLst>
                                          <p:attrName>ppt_h</p:attrName>
                                        </p:attrNameLst>
                                      </p:cBhvr>
                                      <p:tavLst>
                                        <p:tav tm="0">
                                          <p:val>
                                            <p:fltVal val="0"/>
                                          </p:val>
                                        </p:tav>
                                        <p:tav tm="100000">
                                          <p:val>
                                            <p:strVal val="#ppt_h"/>
                                          </p:val>
                                        </p:tav>
                                      </p:tavLst>
                                    </p:anim>
                                    <p:animEffect transition="in" filter="fade">
                                      <p:cBhvr>
                                        <p:cTn id="41" dur="450"/>
                                        <p:tgtEl>
                                          <p:spTgt spid="11"/>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450" fill="hold"/>
                                        <p:tgtEl>
                                          <p:spTgt spid="12"/>
                                        </p:tgtEl>
                                        <p:attrNameLst>
                                          <p:attrName>ppt_w</p:attrName>
                                        </p:attrNameLst>
                                      </p:cBhvr>
                                      <p:tavLst>
                                        <p:tav tm="0">
                                          <p:val>
                                            <p:fltVal val="0"/>
                                          </p:val>
                                        </p:tav>
                                        <p:tav tm="100000">
                                          <p:val>
                                            <p:strVal val="#ppt_w"/>
                                          </p:val>
                                        </p:tav>
                                      </p:tavLst>
                                    </p:anim>
                                    <p:anim calcmode="lin" valueType="num">
                                      <p:cBhvr>
                                        <p:cTn id="45" dur="450" fill="hold"/>
                                        <p:tgtEl>
                                          <p:spTgt spid="12"/>
                                        </p:tgtEl>
                                        <p:attrNameLst>
                                          <p:attrName>ppt_h</p:attrName>
                                        </p:attrNameLst>
                                      </p:cBhvr>
                                      <p:tavLst>
                                        <p:tav tm="0">
                                          <p:val>
                                            <p:fltVal val="0"/>
                                          </p:val>
                                        </p:tav>
                                        <p:tav tm="100000">
                                          <p:val>
                                            <p:strVal val="#ppt_h"/>
                                          </p:val>
                                        </p:tav>
                                      </p:tavLst>
                                    </p:anim>
                                    <p:animEffect transition="in" filter="fade">
                                      <p:cBhvr>
                                        <p:cTn id="46" dur="450"/>
                                        <p:tgtEl>
                                          <p:spTgt spid="12"/>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450" fill="hold"/>
                                        <p:tgtEl>
                                          <p:spTgt spid="13"/>
                                        </p:tgtEl>
                                        <p:attrNameLst>
                                          <p:attrName>ppt_w</p:attrName>
                                        </p:attrNameLst>
                                      </p:cBhvr>
                                      <p:tavLst>
                                        <p:tav tm="0">
                                          <p:val>
                                            <p:fltVal val="0"/>
                                          </p:val>
                                        </p:tav>
                                        <p:tav tm="100000">
                                          <p:val>
                                            <p:strVal val="#ppt_w"/>
                                          </p:val>
                                        </p:tav>
                                      </p:tavLst>
                                    </p:anim>
                                    <p:anim calcmode="lin" valueType="num">
                                      <p:cBhvr>
                                        <p:cTn id="50" dur="450" fill="hold"/>
                                        <p:tgtEl>
                                          <p:spTgt spid="13"/>
                                        </p:tgtEl>
                                        <p:attrNameLst>
                                          <p:attrName>ppt_h</p:attrName>
                                        </p:attrNameLst>
                                      </p:cBhvr>
                                      <p:tavLst>
                                        <p:tav tm="0">
                                          <p:val>
                                            <p:fltVal val="0"/>
                                          </p:val>
                                        </p:tav>
                                        <p:tav tm="100000">
                                          <p:val>
                                            <p:strVal val="#ppt_h"/>
                                          </p:val>
                                        </p:tav>
                                      </p:tavLst>
                                    </p:anim>
                                    <p:animEffect transition="in" filter="fade">
                                      <p:cBhvr>
                                        <p:cTn id="51" dur="450"/>
                                        <p:tgtEl>
                                          <p:spTgt spid="1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450" fill="hold"/>
                                        <p:tgtEl>
                                          <p:spTgt spid="14"/>
                                        </p:tgtEl>
                                        <p:attrNameLst>
                                          <p:attrName>ppt_w</p:attrName>
                                        </p:attrNameLst>
                                      </p:cBhvr>
                                      <p:tavLst>
                                        <p:tav tm="0">
                                          <p:val>
                                            <p:fltVal val="0"/>
                                          </p:val>
                                        </p:tav>
                                        <p:tav tm="100000">
                                          <p:val>
                                            <p:strVal val="#ppt_w"/>
                                          </p:val>
                                        </p:tav>
                                      </p:tavLst>
                                    </p:anim>
                                    <p:anim calcmode="lin" valueType="num">
                                      <p:cBhvr>
                                        <p:cTn id="55" dur="450" fill="hold"/>
                                        <p:tgtEl>
                                          <p:spTgt spid="14"/>
                                        </p:tgtEl>
                                        <p:attrNameLst>
                                          <p:attrName>ppt_h</p:attrName>
                                        </p:attrNameLst>
                                      </p:cBhvr>
                                      <p:tavLst>
                                        <p:tav tm="0">
                                          <p:val>
                                            <p:fltVal val="0"/>
                                          </p:val>
                                        </p:tav>
                                        <p:tav tm="100000">
                                          <p:val>
                                            <p:strVal val="#ppt_h"/>
                                          </p:val>
                                        </p:tav>
                                      </p:tavLst>
                                    </p:anim>
                                    <p:animEffect transition="in" filter="fade">
                                      <p:cBhvr>
                                        <p:cTn id="56" dur="450"/>
                                        <p:tgtEl>
                                          <p:spTgt spid="14"/>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450" fill="hold"/>
                                        <p:tgtEl>
                                          <p:spTgt spid="15"/>
                                        </p:tgtEl>
                                        <p:attrNameLst>
                                          <p:attrName>ppt_w</p:attrName>
                                        </p:attrNameLst>
                                      </p:cBhvr>
                                      <p:tavLst>
                                        <p:tav tm="0">
                                          <p:val>
                                            <p:fltVal val="0"/>
                                          </p:val>
                                        </p:tav>
                                        <p:tav tm="100000">
                                          <p:val>
                                            <p:strVal val="#ppt_w"/>
                                          </p:val>
                                        </p:tav>
                                      </p:tavLst>
                                    </p:anim>
                                    <p:anim calcmode="lin" valueType="num">
                                      <p:cBhvr>
                                        <p:cTn id="60" dur="450" fill="hold"/>
                                        <p:tgtEl>
                                          <p:spTgt spid="15"/>
                                        </p:tgtEl>
                                        <p:attrNameLst>
                                          <p:attrName>ppt_h</p:attrName>
                                        </p:attrNameLst>
                                      </p:cBhvr>
                                      <p:tavLst>
                                        <p:tav tm="0">
                                          <p:val>
                                            <p:fltVal val="0"/>
                                          </p:val>
                                        </p:tav>
                                        <p:tav tm="100000">
                                          <p:val>
                                            <p:strVal val="#ppt_h"/>
                                          </p:val>
                                        </p:tav>
                                      </p:tavLst>
                                    </p:anim>
                                    <p:animEffect transition="in" filter="fade">
                                      <p:cBhvr>
                                        <p:cTn id="61" dur="450"/>
                                        <p:tgtEl>
                                          <p:spTgt spid="15"/>
                                        </p:tgtEl>
                                      </p:cBhvr>
                                    </p:animEffect>
                                  </p:childTnLst>
                                </p:cTn>
                              </p:par>
                            </p:childTnLst>
                          </p:cTn>
                        </p:par>
                        <p:par>
                          <p:cTn id="88" fill="hold">
                            <p:stCondLst>
                              <p:cond delay="1400"/>
                            </p:stCondLst>
                            <p:childTnLst>
                              <p:par>
                                <p:cTn id="63" presetID="53" presetClass="entr" presetSubtype="16" fill="hold" grpId="0" nodeType="after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450" fill="hold"/>
                                        <p:tgtEl>
                                          <p:spTgt spid="16"/>
                                        </p:tgtEl>
                                        <p:attrNameLst>
                                          <p:attrName>ppt_w</p:attrName>
                                        </p:attrNameLst>
                                      </p:cBhvr>
                                      <p:tavLst>
                                        <p:tav tm="0">
                                          <p:val>
                                            <p:fltVal val="0"/>
                                          </p:val>
                                        </p:tav>
                                        <p:tav tm="100000">
                                          <p:val>
                                            <p:strVal val="#ppt_w"/>
                                          </p:val>
                                        </p:tav>
                                      </p:tavLst>
                                    </p:anim>
                                    <p:anim calcmode="lin" valueType="num">
                                      <p:cBhvr>
                                        <p:cTn id="66" dur="450" fill="hold"/>
                                        <p:tgtEl>
                                          <p:spTgt spid="16"/>
                                        </p:tgtEl>
                                        <p:attrNameLst>
                                          <p:attrName>ppt_h</p:attrName>
                                        </p:attrNameLst>
                                      </p:cBhvr>
                                      <p:tavLst>
                                        <p:tav tm="0">
                                          <p:val>
                                            <p:fltVal val="0"/>
                                          </p:val>
                                        </p:tav>
                                        <p:tav tm="100000">
                                          <p:val>
                                            <p:strVal val="#ppt_h"/>
                                          </p:val>
                                        </p:tav>
                                      </p:tavLst>
                                    </p:anim>
                                    <p:animEffect transition="in" filter="fade">
                                      <p:cBhvr>
                                        <p:cTn id="67" dur="450"/>
                                        <p:tgtEl>
                                          <p:spTgt spid="16"/>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450" fill="hold"/>
                                        <p:tgtEl>
                                          <p:spTgt spid="17"/>
                                        </p:tgtEl>
                                        <p:attrNameLst>
                                          <p:attrName>ppt_w</p:attrName>
                                        </p:attrNameLst>
                                      </p:cBhvr>
                                      <p:tavLst>
                                        <p:tav tm="0">
                                          <p:val>
                                            <p:fltVal val="0"/>
                                          </p:val>
                                        </p:tav>
                                        <p:tav tm="100000">
                                          <p:val>
                                            <p:strVal val="#ppt_w"/>
                                          </p:val>
                                        </p:tav>
                                      </p:tavLst>
                                    </p:anim>
                                    <p:anim calcmode="lin" valueType="num">
                                      <p:cBhvr>
                                        <p:cTn id="71" dur="450" fill="hold"/>
                                        <p:tgtEl>
                                          <p:spTgt spid="17"/>
                                        </p:tgtEl>
                                        <p:attrNameLst>
                                          <p:attrName>ppt_h</p:attrName>
                                        </p:attrNameLst>
                                      </p:cBhvr>
                                      <p:tavLst>
                                        <p:tav tm="0">
                                          <p:val>
                                            <p:fltVal val="0"/>
                                          </p:val>
                                        </p:tav>
                                        <p:tav tm="100000">
                                          <p:val>
                                            <p:strVal val="#ppt_h"/>
                                          </p:val>
                                        </p:tav>
                                      </p:tavLst>
                                    </p:anim>
                                    <p:animEffect transition="in" filter="fade">
                                      <p:cBhvr>
                                        <p:cTn id="72" dur="450"/>
                                        <p:tgtEl>
                                          <p:spTgt spid="17"/>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p:cTn id="75" dur="450" fill="hold"/>
                                        <p:tgtEl>
                                          <p:spTgt spid="18"/>
                                        </p:tgtEl>
                                        <p:attrNameLst>
                                          <p:attrName>ppt_w</p:attrName>
                                        </p:attrNameLst>
                                      </p:cBhvr>
                                      <p:tavLst>
                                        <p:tav tm="0">
                                          <p:val>
                                            <p:fltVal val="0"/>
                                          </p:val>
                                        </p:tav>
                                        <p:tav tm="100000">
                                          <p:val>
                                            <p:strVal val="#ppt_w"/>
                                          </p:val>
                                        </p:tav>
                                      </p:tavLst>
                                    </p:anim>
                                    <p:anim calcmode="lin" valueType="num">
                                      <p:cBhvr>
                                        <p:cTn id="76" dur="450" fill="hold"/>
                                        <p:tgtEl>
                                          <p:spTgt spid="18"/>
                                        </p:tgtEl>
                                        <p:attrNameLst>
                                          <p:attrName>ppt_h</p:attrName>
                                        </p:attrNameLst>
                                      </p:cBhvr>
                                      <p:tavLst>
                                        <p:tav tm="0">
                                          <p:val>
                                            <p:fltVal val="0"/>
                                          </p:val>
                                        </p:tav>
                                        <p:tav tm="100000">
                                          <p:val>
                                            <p:strVal val="#ppt_h"/>
                                          </p:val>
                                        </p:tav>
                                      </p:tavLst>
                                    </p:anim>
                                    <p:animEffect transition="in" filter="fade">
                                      <p:cBhvr>
                                        <p:cTn id="77" dur="450"/>
                                        <p:tgtEl>
                                          <p:spTgt spid="18"/>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 calcmode="lin" valueType="num">
                                      <p:cBhvr>
                                        <p:cTn id="80" dur="450" fill="hold"/>
                                        <p:tgtEl>
                                          <p:spTgt spid="19"/>
                                        </p:tgtEl>
                                        <p:attrNameLst>
                                          <p:attrName>ppt_w</p:attrName>
                                        </p:attrNameLst>
                                      </p:cBhvr>
                                      <p:tavLst>
                                        <p:tav tm="0">
                                          <p:val>
                                            <p:fltVal val="0"/>
                                          </p:val>
                                        </p:tav>
                                        <p:tav tm="100000">
                                          <p:val>
                                            <p:strVal val="#ppt_w"/>
                                          </p:val>
                                        </p:tav>
                                      </p:tavLst>
                                    </p:anim>
                                    <p:anim calcmode="lin" valueType="num">
                                      <p:cBhvr>
                                        <p:cTn id="81" dur="450" fill="hold"/>
                                        <p:tgtEl>
                                          <p:spTgt spid="19"/>
                                        </p:tgtEl>
                                        <p:attrNameLst>
                                          <p:attrName>ppt_h</p:attrName>
                                        </p:attrNameLst>
                                      </p:cBhvr>
                                      <p:tavLst>
                                        <p:tav tm="0">
                                          <p:val>
                                            <p:fltVal val="0"/>
                                          </p:val>
                                        </p:tav>
                                        <p:tav tm="100000">
                                          <p:val>
                                            <p:strVal val="#ppt_h"/>
                                          </p:val>
                                        </p:tav>
                                      </p:tavLst>
                                    </p:anim>
                                    <p:animEffect transition="in" filter="fade">
                                      <p:cBhvr>
                                        <p:cTn id="82" dur="450"/>
                                        <p:tgtEl>
                                          <p:spTgt spid="19"/>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p:cTn id="85" dur="450" fill="hold"/>
                                        <p:tgtEl>
                                          <p:spTgt spid="20"/>
                                        </p:tgtEl>
                                        <p:attrNameLst>
                                          <p:attrName>ppt_w</p:attrName>
                                        </p:attrNameLst>
                                      </p:cBhvr>
                                      <p:tavLst>
                                        <p:tav tm="0">
                                          <p:val>
                                            <p:fltVal val="0"/>
                                          </p:val>
                                        </p:tav>
                                        <p:tav tm="100000">
                                          <p:val>
                                            <p:strVal val="#ppt_w"/>
                                          </p:val>
                                        </p:tav>
                                      </p:tavLst>
                                    </p:anim>
                                    <p:anim calcmode="lin" valueType="num">
                                      <p:cBhvr>
                                        <p:cTn id="86" dur="450" fill="hold"/>
                                        <p:tgtEl>
                                          <p:spTgt spid="20"/>
                                        </p:tgtEl>
                                        <p:attrNameLst>
                                          <p:attrName>ppt_h</p:attrName>
                                        </p:attrNameLst>
                                      </p:cBhvr>
                                      <p:tavLst>
                                        <p:tav tm="0">
                                          <p:val>
                                            <p:fltVal val="0"/>
                                          </p:val>
                                        </p:tav>
                                        <p:tav tm="100000">
                                          <p:val>
                                            <p:strVal val="#ppt_h"/>
                                          </p:val>
                                        </p:tav>
                                      </p:tavLst>
                                    </p:anim>
                                    <p:animEffect transition="in" filter="fade">
                                      <p:cBhvr>
                                        <p:cTn id="87" dur="450"/>
                                        <p:tgtEl>
                                          <p:spTgt spid="20"/>
                                        </p:tgtEl>
                                      </p:cBhvr>
                                    </p:animEffect>
                                  </p:childTnLst>
                                </p:cTn>
                              </p:par>
                            </p:childTnLst>
                          </p:cTn>
                        </p:par>
                        <p:par>
                          <p:cTn id="114" fill="hold">
                            <p:stCondLst>
                              <p:cond delay="1850"/>
                            </p:stCondLst>
                            <p:childTnLst>
                              <p:par>
                                <p:cTn id="89" presetID="53" presetClass="entr" presetSubtype="16" fill="hold" grpId="0" nodeType="afterEffect">
                                  <p:stCondLst>
                                    <p:cond delay="0"/>
                                  </p:stCondLst>
                                  <p:childTnLst>
                                    <p:set>
                                      <p:cBhvr>
                                        <p:cTn id="90" dur="1" fill="hold">
                                          <p:stCondLst>
                                            <p:cond delay="0"/>
                                          </p:stCondLst>
                                        </p:cTn>
                                        <p:tgtEl>
                                          <p:spTgt spid="21"/>
                                        </p:tgtEl>
                                        <p:attrNameLst>
                                          <p:attrName>style.visibility</p:attrName>
                                        </p:attrNameLst>
                                      </p:cBhvr>
                                      <p:to>
                                        <p:strVal val="visible"/>
                                      </p:to>
                                    </p:set>
                                    <p:anim calcmode="lin" valueType="num">
                                      <p:cBhvr>
                                        <p:cTn id="91" dur="450" fill="hold"/>
                                        <p:tgtEl>
                                          <p:spTgt spid="21"/>
                                        </p:tgtEl>
                                        <p:attrNameLst>
                                          <p:attrName>ppt_w</p:attrName>
                                        </p:attrNameLst>
                                      </p:cBhvr>
                                      <p:tavLst>
                                        <p:tav tm="0">
                                          <p:val>
                                            <p:fltVal val="0"/>
                                          </p:val>
                                        </p:tav>
                                        <p:tav tm="100000">
                                          <p:val>
                                            <p:strVal val="#ppt_w"/>
                                          </p:val>
                                        </p:tav>
                                      </p:tavLst>
                                    </p:anim>
                                    <p:anim calcmode="lin" valueType="num">
                                      <p:cBhvr>
                                        <p:cTn id="92" dur="450" fill="hold"/>
                                        <p:tgtEl>
                                          <p:spTgt spid="21"/>
                                        </p:tgtEl>
                                        <p:attrNameLst>
                                          <p:attrName>ppt_h</p:attrName>
                                        </p:attrNameLst>
                                      </p:cBhvr>
                                      <p:tavLst>
                                        <p:tav tm="0">
                                          <p:val>
                                            <p:fltVal val="0"/>
                                          </p:val>
                                        </p:tav>
                                        <p:tav tm="100000">
                                          <p:val>
                                            <p:strVal val="#ppt_h"/>
                                          </p:val>
                                        </p:tav>
                                      </p:tavLst>
                                    </p:anim>
                                    <p:animEffect transition="in" filter="fade">
                                      <p:cBhvr>
                                        <p:cTn id="93" dur="450"/>
                                        <p:tgtEl>
                                          <p:spTgt spid="21"/>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22"/>
                                        </p:tgtEl>
                                        <p:attrNameLst>
                                          <p:attrName>style.visibility</p:attrName>
                                        </p:attrNameLst>
                                      </p:cBhvr>
                                      <p:to>
                                        <p:strVal val="visible"/>
                                      </p:to>
                                    </p:set>
                                    <p:anim calcmode="lin" valueType="num">
                                      <p:cBhvr>
                                        <p:cTn id="96" dur="450" fill="hold"/>
                                        <p:tgtEl>
                                          <p:spTgt spid="22"/>
                                        </p:tgtEl>
                                        <p:attrNameLst>
                                          <p:attrName>ppt_w</p:attrName>
                                        </p:attrNameLst>
                                      </p:cBhvr>
                                      <p:tavLst>
                                        <p:tav tm="0">
                                          <p:val>
                                            <p:fltVal val="0"/>
                                          </p:val>
                                        </p:tav>
                                        <p:tav tm="100000">
                                          <p:val>
                                            <p:strVal val="#ppt_w"/>
                                          </p:val>
                                        </p:tav>
                                      </p:tavLst>
                                    </p:anim>
                                    <p:anim calcmode="lin" valueType="num">
                                      <p:cBhvr>
                                        <p:cTn id="97" dur="450" fill="hold"/>
                                        <p:tgtEl>
                                          <p:spTgt spid="22"/>
                                        </p:tgtEl>
                                        <p:attrNameLst>
                                          <p:attrName>ppt_h</p:attrName>
                                        </p:attrNameLst>
                                      </p:cBhvr>
                                      <p:tavLst>
                                        <p:tav tm="0">
                                          <p:val>
                                            <p:fltVal val="0"/>
                                          </p:val>
                                        </p:tav>
                                        <p:tav tm="100000">
                                          <p:val>
                                            <p:strVal val="#ppt_h"/>
                                          </p:val>
                                        </p:tav>
                                      </p:tavLst>
                                    </p:anim>
                                    <p:animEffect transition="in" filter="fade">
                                      <p:cBhvr>
                                        <p:cTn id="98" dur="450"/>
                                        <p:tgtEl>
                                          <p:spTgt spid="22"/>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3"/>
                                        </p:tgtEl>
                                        <p:attrNameLst>
                                          <p:attrName>style.visibility</p:attrName>
                                        </p:attrNameLst>
                                      </p:cBhvr>
                                      <p:to>
                                        <p:strVal val="visible"/>
                                      </p:to>
                                    </p:set>
                                    <p:anim calcmode="lin" valueType="num">
                                      <p:cBhvr>
                                        <p:cTn id="101" dur="450" fill="hold"/>
                                        <p:tgtEl>
                                          <p:spTgt spid="23"/>
                                        </p:tgtEl>
                                        <p:attrNameLst>
                                          <p:attrName>ppt_w</p:attrName>
                                        </p:attrNameLst>
                                      </p:cBhvr>
                                      <p:tavLst>
                                        <p:tav tm="0">
                                          <p:val>
                                            <p:fltVal val="0"/>
                                          </p:val>
                                        </p:tav>
                                        <p:tav tm="100000">
                                          <p:val>
                                            <p:strVal val="#ppt_w"/>
                                          </p:val>
                                        </p:tav>
                                      </p:tavLst>
                                    </p:anim>
                                    <p:anim calcmode="lin" valueType="num">
                                      <p:cBhvr>
                                        <p:cTn id="102" dur="450" fill="hold"/>
                                        <p:tgtEl>
                                          <p:spTgt spid="23"/>
                                        </p:tgtEl>
                                        <p:attrNameLst>
                                          <p:attrName>ppt_h</p:attrName>
                                        </p:attrNameLst>
                                      </p:cBhvr>
                                      <p:tavLst>
                                        <p:tav tm="0">
                                          <p:val>
                                            <p:fltVal val="0"/>
                                          </p:val>
                                        </p:tav>
                                        <p:tav tm="100000">
                                          <p:val>
                                            <p:strVal val="#ppt_h"/>
                                          </p:val>
                                        </p:tav>
                                      </p:tavLst>
                                    </p:anim>
                                    <p:animEffect transition="in" filter="fade">
                                      <p:cBhvr>
                                        <p:cTn id="103" dur="450"/>
                                        <p:tgtEl>
                                          <p:spTgt spid="23"/>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 calcmode="lin" valueType="num">
                                      <p:cBhvr>
                                        <p:cTn id="106" dur="450" fill="hold"/>
                                        <p:tgtEl>
                                          <p:spTgt spid="24"/>
                                        </p:tgtEl>
                                        <p:attrNameLst>
                                          <p:attrName>ppt_w</p:attrName>
                                        </p:attrNameLst>
                                      </p:cBhvr>
                                      <p:tavLst>
                                        <p:tav tm="0">
                                          <p:val>
                                            <p:fltVal val="0"/>
                                          </p:val>
                                        </p:tav>
                                        <p:tav tm="100000">
                                          <p:val>
                                            <p:strVal val="#ppt_w"/>
                                          </p:val>
                                        </p:tav>
                                      </p:tavLst>
                                    </p:anim>
                                    <p:anim calcmode="lin" valueType="num">
                                      <p:cBhvr>
                                        <p:cTn id="107" dur="450" fill="hold"/>
                                        <p:tgtEl>
                                          <p:spTgt spid="24"/>
                                        </p:tgtEl>
                                        <p:attrNameLst>
                                          <p:attrName>ppt_h</p:attrName>
                                        </p:attrNameLst>
                                      </p:cBhvr>
                                      <p:tavLst>
                                        <p:tav tm="0">
                                          <p:val>
                                            <p:fltVal val="0"/>
                                          </p:val>
                                        </p:tav>
                                        <p:tav tm="100000">
                                          <p:val>
                                            <p:strVal val="#ppt_h"/>
                                          </p:val>
                                        </p:tav>
                                      </p:tavLst>
                                    </p:anim>
                                    <p:animEffect transition="in" filter="fade">
                                      <p:cBhvr>
                                        <p:cTn id="108" dur="450"/>
                                        <p:tgtEl>
                                          <p:spTgt spid="24"/>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p:cTn id="111" dur="450" fill="hold"/>
                                        <p:tgtEl>
                                          <p:spTgt spid="25"/>
                                        </p:tgtEl>
                                        <p:attrNameLst>
                                          <p:attrName>ppt_w</p:attrName>
                                        </p:attrNameLst>
                                      </p:cBhvr>
                                      <p:tavLst>
                                        <p:tav tm="0">
                                          <p:val>
                                            <p:fltVal val="0"/>
                                          </p:val>
                                        </p:tav>
                                        <p:tav tm="100000">
                                          <p:val>
                                            <p:strVal val="#ppt_w"/>
                                          </p:val>
                                        </p:tav>
                                      </p:tavLst>
                                    </p:anim>
                                    <p:anim calcmode="lin" valueType="num">
                                      <p:cBhvr>
                                        <p:cTn id="112" dur="450" fill="hold"/>
                                        <p:tgtEl>
                                          <p:spTgt spid="25"/>
                                        </p:tgtEl>
                                        <p:attrNameLst>
                                          <p:attrName>ppt_h</p:attrName>
                                        </p:attrNameLst>
                                      </p:cBhvr>
                                      <p:tavLst>
                                        <p:tav tm="0">
                                          <p:val>
                                            <p:fltVal val="0"/>
                                          </p:val>
                                        </p:tav>
                                        <p:tav tm="100000">
                                          <p:val>
                                            <p:strVal val="#ppt_h"/>
                                          </p:val>
                                        </p:tav>
                                      </p:tavLst>
                                    </p:anim>
                                    <p:animEffect transition="in" filter="fade">
                                      <p:cBhvr>
                                        <p:cTn id="113" dur="450"/>
                                        <p:tgtEl>
                                          <p:spTgt spid="25"/>
                                        </p:tgtEl>
                                      </p:cBhvr>
                                    </p:animEffect>
                                  </p:childTnLst>
                                </p:cTn>
                              </p:par>
                            </p:childTnLst>
                          </p:cTn>
                        </p:par>
                        <p:par>
                          <p:cTn id="140" fill="hold">
                            <p:stCondLst>
                              <p:cond delay="2300"/>
                            </p:stCondLst>
                            <p:childTnLst>
                              <p:par>
                                <p:cTn id="115" presetID="53" presetClass="entr" presetSubtype="16" fill="hold" grpId="0" nodeType="after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p:cTn id="117" dur="450" fill="hold"/>
                                        <p:tgtEl>
                                          <p:spTgt spid="26"/>
                                        </p:tgtEl>
                                        <p:attrNameLst>
                                          <p:attrName>ppt_w</p:attrName>
                                        </p:attrNameLst>
                                      </p:cBhvr>
                                      <p:tavLst>
                                        <p:tav tm="0">
                                          <p:val>
                                            <p:fltVal val="0"/>
                                          </p:val>
                                        </p:tav>
                                        <p:tav tm="100000">
                                          <p:val>
                                            <p:strVal val="#ppt_w"/>
                                          </p:val>
                                        </p:tav>
                                      </p:tavLst>
                                    </p:anim>
                                    <p:anim calcmode="lin" valueType="num">
                                      <p:cBhvr>
                                        <p:cTn id="118" dur="450" fill="hold"/>
                                        <p:tgtEl>
                                          <p:spTgt spid="26"/>
                                        </p:tgtEl>
                                        <p:attrNameLst>
                                          <p:attrName>ppt_h</p:attrName>
                                        </p:attrNameLst>
                                      </p:cBhvr>
                                      <p:tavLst>
                                        <p:tav tm="0">
                                          <p:val>
                                            <p:fltVal val="0"/>
                                          </p:val>
                                        </p:tav>
                                        <p:tav tm="100000">
                                          <p:val>
                                            <p:strVal val="#ppt_h"/>
                                          </p:val>
                                        </p:tav>
                                      </p:tavLst>
                                    </p:anim>
                                    <p:animEffect transition="in" filter="fade">
                                      <p:cBhvr>
                                        <p:cTn id="119" dur="450"/>
                                        <p:tgtEl>
                                          <p:spTgt spid="26"/>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p:cTn id="122" dur="450" fill="hold"/>
                                        <p:tgtEl>
                                          <p:spTgt spid="27"/>
                                        </p:tgtEl>
                                        <p:attrNameLst>
                                          <p:attrName>ppt_w</p:attrName>
                                        </p:attrNameLst>
                                      </p:cBhvr>
                                      <p:tavLst>
                                        <p:tav tm="0">
                                          <p:val>
                                            <p:fltVal val="0"/>
                                          </p:val>
                                        </p:tav>
                                        <p:tav tm="100000">
                                          <p:val>
                                            <p:strVal val="#ppt_w"/>
                                          </p:val>
                                        </p:tav>
                                      </p:tavLst>
                                    </p:anim>
                                    <p:anim calcmode="lin" valueType="num">
                                      <p:cBhvr>
                                        <p:cTn id="123" dur="450" fill="hold"/>
                                        <p:tgtEl>
                                          <p:spTgt spid="27"/>
                                        </p:tgtEl>
                                        <p:attrNameLst>
                                          <p:attrName>ppt_h</p:attrName>
                                        </p:attrNameLst>
                                      </p:cBhvr>
                                      <p:tavLst>
                                        <p:tav tm="0">
                                          <p:val>
                                            <p:fltVal val="0"/>
                                          </p:val>
                                        </p:tav>
                                        <p:tav tm="100000">
                                          <p:val>
                                            <p:strVal val="#ppt_h"/>
                                          </p:val>
                                        </p:tav>
                                      </p:tavLst>
                                    </p:anim>
                                    <p:animEffect transition="in" filter="fade">
                                      <p:cBhvr>
                                        <p:cTn id="124" dur="450"/>
                                        <p:tgtEl>
                                          <p:spTgt spid="27"/>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p:cTn id="127" dur="450" fill="hold"/>
                                        <p:tgtEl>
                                          <p:spTgt spid="28"/>
                                        </p:tgtEl>
                                        <p:attrNameLst>
                                          <p:attrName>ppt_w</p:attrName>
                                        </p:attrNameLst>
                                      </p:cBhvr>
                                      <p:tavLst>
                                        <p:tav tm="0">
                                          <p:val>
                                            <p:fltVal val="0"/>
                                          </p:val>
                                        </p:tav>
                                        <p:tav tm="100000">
                                          <p:val>
                                            <p:strVal val="#ppt_w"/>
                                          </p:val>
                                        </p:tav>
                                      </p:tavLst>
                                    </p:anim>
                                    <p:anim calcmode="lin" valueType="num">
                                      <p:cBhvr>
                                        <p:cTn id="128" dur="450" fill="hold"/>
                                        <p:tgtEl>
                                          <p:spTgt spid="28"/>
                                        </p:tgtEl>
                                        <p:attrNameLst>
                                          <p:attrName>ppt_h</p:attrName>
                                        </p:attrNameLst>
                                      </p:cBhvr>
                                      <p:tavLst>
                                        <p:tav tm="0">
                                          <p:val>
                                            <p:fltVal val="0"/>
                                          </p:val>
                                        </p:tav>
                                        <p:tav tm="100000">
                                          <p:val>
                                            <p:strVal val="#ppt_h"/>
                                          </p:val>
                                        </p:tav>
                                      </p:tavLst>
                                    </p:anim>
                                    <p:animEffect transition="in" filter="fade">
                                      <p:cBhvr>
                                        <p:cTn id="129" dur="450"/>
                                        <p:tgtEl>
                                          <p:spTgt spid="28"/>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p:cTn id="132" dur="450" fill="hold"/>
                                        <p:tgtEl>
                                          <p:spTgt spid="29"/>
                                        </p:tgtEl>
                                        <p:attrNameLst>
                                          <p:attrName>ppt_w</p:attrName>
                                        </p:attrNameLst>
                                      </p:cBhvr>
                                      <p:tavLst>
                                        <p:tav tm="0">
                                          <p:val>
                                            <p:fltVal val="0"/>
                                          </p:val>
                                        </p:tav>
                                        <p:tav tm="100000">
                                          <p:val>
                                            <p:strVal val="#ppt_w"/>
                                          </p:val>
                                        </p:tav>
                                      </p:tavLst>
                                    </p:anim>
                                    <p:anim calcmode="lin" valueType="num">
                                      <p:cBhvr>
                                        <p:cTn id="133" dur="450" fill="hold"/>
                                        <p:tgtEl>
                                          <p:spTgt spid="29"/>
                                        </p:tgtEl>
                                        <p:attrNameLst>
                                          <p:attrName>ppt_h</p:attrName>
                                        </p:attrNameLst>
                                      </p:cBhvr>
                                      <p:tavLst>
                                        <p:tav tm="0">
                                          <p:val>
                                            <p:fltVal val="0"/>
                                          </p:val>
                                        </p:tav>
                                        <p:tav tm="100000">
                                          <p:val>
                                            <p:strVal val="#ppt_h"/>
                                          </p:val>
                                        </p:tav>
                                      </p:tavLst>
                                    </p:anim>
                                    <p:animEffect transition="in" filter="fade">
                                      <p:cBhvr>
                                        <p:cTn id="134" dur="450"/>
                                        <p:tgtEl>
                                          <p:spTgt spid="29"/>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p:cTn id="137" dur="450" fill="hold"/>
                                        <p:tgtEl>
                                          <p:spTgt spid="30"/>
                                        </p:tgtEl>
                                        <p:attrNameLst>
                                          <p:attrName>ppt_w</p:attrName>
                                        </p:attrNameLst>
                                      </p:cBhvr>
                                      <p:tavLst>
                                        <p:tav tm="0">
                                          <p:val>
                                            <p:fltVal val="0"/>
                                          </p:val>
                                        </p:tav>
                                        <p:tav tm="100000">
                                          <p:val>
                                            <p:strVal val="#ppt_w"/>
                                          </p:val>
                                        </p:tav>
                                      </p:tavLst>
                                    </p:anim>
                                    <p:anim calcmode="lin" valueType="num">
                                      <p:cBhvr>
                                        <p:cTn id="138" dur="450" fill="hold"/>
                                        <p:tgtEl>
                                          <p:spTgt spid="30"/>
                                        </p:tgtEl>
                                        <p:attrNameLst>
                                          <p:attrName>ppt_h</p:attrName>
                                        </p:attrNameLst>
                                      </p:cBhvr>
                                      <p:tavLst>
                                        <p:tav tm="0">
                                          <p:val>
                                            <p:fltVal val="0"/>
                                          </p:val>
                                        </p:tav>
                                        <p:tav tm="100000">
                                          <p:val>
                                            <p:strVal val="#ppt_h"/>
                                          </p:val>
                                        </p:tav>
                                      </p:tavLst>
                                    </p:anim>
                                    <p:animEffect transition="in" filter="fade">
                                      <p:cBhvr>
                                        <p:cTn id="139" dur="450"/>
                                        <p:tgtEl>
                                          <p:spTgt spid="30"/>
                                        </p:tgtEl>
                                      </p:cBhvr>
                                    </p:animEffect>
                                  </p:childTnLst>
                                </p:cTn>
                              </p:par>
                            </p:childTnLst>
                          </p:cTn>
                        </p:par>
                        <p:par>
                          <p:cTn id="166" fill="hold">
                            <p:stCondLst>
                              <p:cond delay="2750"/>
                            </p:stCondLst>
                            <p:childTnLst>
                              <p:par>
                                <p:cTn id="141" presetID="53" presetClass="entr" presetSubtype="16" fill="hold" grpId="0" nodeType="afterEffect">
                                  <p:stCondLst>
                                    <p:cond delay="0"/>
                                  </p:stCondLst>
                                  <p:childTnLst>
                                    <p:set>
                                      <p:cBhvr>
                                        <p:cTn id="142" dur="1" fill="hold">
                                          <p:stCondLst>
                                            <p:cond delay="0"/>
                                          </p:stCondLst>
                                        </p:cTn>
                                        <p:tgtEl>
                                          <p:spTgt spid="31"/>
                                        </p:tgtEl>
                                        <p:attrNameLst>
                                          <p:attrName>style.visibility</p:attrName>
                                        </p:attrNameLst>
                                      </p:cBhvr>
                                      <p:to>
                                        <p:strVal val="visible"/>
                                      </p:to>
                                    </p:set>
                                    <p:anim calcmode="lin" valueType="num">
                                      <p:cBhvr>
                                        <p:cTn id="143" dur="450" fill="hold"/>
                                        <p:tgtEl>
                                          <p:spTgt spid="31"/>
                                        </p:tgtEl>
                                        <p:attrNameLst>
                                          <p:attrName>ppt_w</p:attrName>
                                        </p:attrNameLst>
                                      </p:cBhvr>
                                      <p:tavLst>
                                        <p:tav tm="0">
                                          <p:val>
                                            <p:fltVal val="0"/>
                                          </p:val>
                                        </p:tav>
                                        <p:tav tm="100000">
                                          <p:val>
                                            <p:strVal val="#ppt_w"/>
                                          </p:val>
                                        </p:tav>
                                      </p:tavLst>
                                    </p:anim>
                                    <p:anim calcmode="lin" valueType="num">
                                      <p:cBhvr>
                                        <p:cTn id="144" dur="450" fill="hold"/>
                                        <p:tgtEl>
                                          <p:spTgt spid="31"/>
                                        </p:tgtEl>
                                        <p:attrNameLst>
                                          <p:attrName>ppt_h</p:attrName>
                                        </p:attrNameLst>
                                      </p:cBhvr>
                                      <p:tavLst>
                                        <p:tav tm="0">
                                          <p:val>
                                            <p:fltVal val="0"/>
                                          </p:val>
                                        </p:tav>
                                        <p:tav tm="100000">
                                          <p:val>
                                            <p:strVal val="#ppt_h"/>
                                          </p:val>
                                        </p:tav>
                                      </p:tavLst>
                                    </p:anim>
                                    <p:animEffect transition="in" filter="fade">
                                      <p:cBhvr>
                                        <p:cTn id="145" dur="450"/>
                                        <p:tgtEl>
                                          <p:spTgt spid="31"/>
                                        </p:tgtEl>
                                      </p:cBhvr>
                                    </p:animEffect>
                                  </p:childTnLst>
                                </p:cTn>
                              </p:par>
                              <p:par>
                                <p:cTn id="146" presetID="53" presetClass="entr" presetSubtype="16" fill="hold" grpId="0" nodeType="withEffect">
                                  <p:stCondLst>
                                    <p:cond delay="0"/>
                                  </p:stCondLst>
                                  <p:childTnLst>
                                    <p:set>
                                      <p:cBhvr>
                                        <p:cTn id="147" dur="1" fill="hold">
                                          <p:stCondLst>
                                            <p:cond delay="0"/>
                                          </p:stCondLst>
                                        </p:cTn>
                                        <p:tgtEl>
                                          <p:spTgt spid="32"/>
                                        </p:tgtEl>
                                        <p:attrNameLst>
                                          <p:attrName>style.visibility</p:attrName>
                                        </p:attrNameLst>
                                      </p:cBhvr>
                                      <p:to>
                                        <p:strVal val="visible"/>
                                      </p:to>
                                    </p:set>
                                    <p:anim calcmode="lin" valueType="num">
                                      <p:cBhvr>
                                        <p:cTn id="148" dur="450" fill="hold"/>
                                        <p:tgtEl>
                                          <p:spTgt spid="32"/>
                                        </p:tgtEl>
                                        <p:attrNameLst>
                                          <p:attrName>ppt_w</p:attrName>
                                        </p:attrNameLst>
                                      </p:cBhvr>
                                      <p:tavLst>
                                        <p:tav tm="0">
                                          <p:val>
                                            <p:fltVal val="0"/>
                                          </p:val>
                                        </p:tav>
                                        <p:tav tm="100000">
                                          <p:val>
                                            <p:strVal val="#ppt_w"/>
                                          </p:val>
                                        </p:tav>
                                      </p:tavLst>
                                    </p:anim>
                                    <p:anim calcmode="lin" valueType="num">
                                      <p:cBhvr>
                                        <p:cTn id="149" dur="450" fill="hold"/>
                                        <p:tgtEl>
                                          <p:spTgt spid="32"/>
                                        </p:tgtEl>
                                        <p:attrNameLst>
                                          <p:attrName>ppt_h</p:attrName>
                                        </p:attrNameLst>
                                      </p:cBhvr>
                                      <p:tavLst>
                                        <p:tav tm="0">
                                          <p:val>
                                            <p:fltVal val="0"/>
                                          </p:val>
                                        </p:tav>
                                        <p:tav tm="100000">
                                          <p:val>
                                            <p:strVal val="#ppt_h"/>
                                          </p:val>
                                        </p:tav>
                                      </p:tavLst>
                                    </p:anim>
                                    <p:animEffect transition="in" filter="fade">
                                      <p:cBhvr>
                                        <p:cTn id="150" dur="450"/>
                                        <p:tgtEl>
                                          <p:spTgt spid="32"/>
                                        </p:tgtEl>
                                      </p:cBhvr>
                                    </p:animEffect>
                                  </p:childTnLst>
                                </p:cTn>
                              </p:par>
                              <p:par>
                                <p:cTn id="151" presetID="53" presetClass="entr" presetSubtype="16"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anim calcmode="lin" valueType="num">
                                      <p:cBhvr>
                                        <p:cTn id="153" dur="450" fill="hold"/>
                                        <p:tgtEl>
                                          <p:spTgt spid="33"/>
                                        </p:tgtEl>
                                        <p:attrNameLst>
                                          <p:attrName>ppt_w</p:attrName>
                                        </p:attrNameLst>
                                      </p:cBhvr>
                                      <p:tavLst>
                                        <p:tav tm="0">
                                          <p:val>
                                            <p:fltVal val="0"/>
                                          </p:val>
                                        </p:tav>
                                        <p:tav tm="100000">
                                          <p:val>
                                            <p:strVal val="#ppt_w"/>
                                          </p:val>
                                        </p:tav>
                                      </p:tavLst>
                                    </p:anim>
                                    <p:anim calcmode="lin" valueType="num">
                                      <p:cBhvr>
                                        <p:cTn id="154" dur="450" fill="hold"/>
                                        <p:tgtEl>
                                          <p:spTgt spid="33"/>
                                        </p:tgtEl>
                                        <p:attrNameLst>
                                          <p:attrName>ppt_h</p:attrName>
                                        </p:attrNameLst>
                                      </p:cBhvr>
                                      <p:tavLst>
                                        <p:tav tm="0">
                                          <p:val>
                                            <p:fltVal val="0"/>
                                          </p:val>
                                        </p:tav>
                                        <p:tav tm="100000">
                                          <p:val>
                                            <p:strVal val="#ppt_h"/>
                                          </p:val>
                                        </p:tav>
                                      </p:tavLst>
                                    </p:anim>
                                    <p:animEffect transition="in" filter="fade">
                                      <p:cBhvr>
                                        <p:cTn id="155" dur="450"/>
                                        <p:tgtEl>
                                          <p:spTgt spid="33"/>
                                        </p:tgtEl>
                                      </p:cBhvr>
                                    </p:animEffect>
                                  </p:childTnLst>
                                </p:cTn>
                              </p:par>
                              <p:par>
                                <p:cTn id="156" presetID="53" presetClass="entr" presetSubtype="16" fill="hold" grpId="0" nodeType="withEffect">
                                  <p:stCondLst>
                                    <p:cond delay="0"/>
                                  </p:stCondLst>
                                  <p:childTnLst>
                                    <p:set>
                                      <p:cBhvr>
                                        <p:cTn id="157" dur="1" fill="hold">
                                          <p:stCondLst>
                                            <p:cond delay="0"/>
                                          </p:stCondLst>
                                        </p:cTn>
                                        <p:tgtEl>
                                          <p:spTgt spid="34"/>
                                        </p:tgtEl>
                                        <p:attrNameLst>
                                          <p:attrName>style.visibility</p:attrName>
                                        </p:attrNameLst>
                                      </p:cBhvr>
                                      <p:to>
                                        <p:strVal val="visible"/>
                                      </p:to>
                                    </p:set>
                                    <p:anim calcmode="lin" valueType="num">
                                      <p:cBhvr>
                                        <p:cTn id="158" dur="450" fill="hold"/>
                                        <p:tgtEl>
                                          <p:spTgt spid="34"/>
                                        </p:tgtEl>
                                        <p:attrNameLst>
                                          <p:attrName>ppt_w</p:attrName>
                                        </p:attrNameLst>
                                      </p:cBhvr>
                                      <p:tavLst>
                                        <p:tav tm="0">
                                          <p:val>
                                            <p:fltVal val="0"/>
                                          </p:val>
                                        </p:tav>
                                        <p:tav tm="100000">
                                          <p:val>
                                            <p:strVal val="#ppt_w"/>
                                          </p:val>
                                        </p:tav>
                                      </p:tavLst>
                                    </p:anim>
                                    <p:anim calcmode="lin" valueType="num">
                                      <p:cBhvr>
                                        <p:cTn id="159" dur="450" fill="hold"/>
                                        <p:tgtEl>
                                          <p:spTgt spid="34"/>
                                        </p:tgtEl>
                                        <p:attrNameLst>
                                          <p:attrName>ppt_h</p:attrName>
                                        </p:attrNameLst>
                                      </p:cBhvr>
                                      <p:tavLst>
                                        <p:tav tm="0">
                                          <p:val>
                                            <p:fltVal val="0"/>
                                          </p:val>
                                        </p:tav>
                                        <p:tav tm="100000">
                                          <p:val>
                                            <p:strVal val="#ppt_h"/>
                                          </p:val>
                                        </p:tav>
                                      </p:tavLst>
                                    </p:anim>
                                    <p:animEffect transition="in" filter="fade">
                                      <p:cBhvr>
                                        <p:cTn id="160" dur="450"/>
                                        <p:tgtEl>
                                          <p:spTgt spid="34"/>
                                        </p:tgtEl>
                                      </p:cBhvr>
                                    </p:animEffect>
                                  </p:childTnLst>
                                </p:cTn>
                              </p:par>
                              <p:par>
                                <p:cTn id="161" presetID="53" presetClass="entr" presetSubtype="16"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 calcmode="lin" valueType="num">
                                      <p:cBhvr>
                                        <p:cTn id="163" dur="450" fill="hold"/>
                                        <p:tgtEl>
                                          <p:spTgt spid="35"/>
                                        </p:tgtEl>
                                        <p:attrNameLst>
                                          <p:attrName>ppt_w</p:attrName>
                                        </p:attrNameLst>
                                      </p:cBhvr>
                                      <p:tavLst>
                                        <p:tav tm="0">
                                          <p:val>
                                            <p:fltVal val="0"/>
                                          </p:val>
                                        </p:tav>
                                        <p:tav tm="100000">
                                          <p:val>
                                            <p:strVal val="#ppt_w"/>
                                          </p:val>
                                        </p:tav>
                                      </p:tavLst>
                                    </p:anim>
                                    <p:anim calcmode="lin" valueType="num">
                                      <p:cBhvr>
                                        <p:cTn id="164" dur="450" fill="hold"/>
                                        <p:tgtEl>
                                          <p:spTgt spid="35"/>
                                        </p:tgtEl>
                                        <p:attrNameLst>
                                          <p:attrName>ppt_h</p:attrName>
                                        </p:attrNameLst>
                                      </p:cBhvr>
                                      <p:tavLst>
                                        <p:tav tm="0">
                                          <p:val>
                                            <p:fltVal val="0"/>
                                          </p:val>
                                        </p:tav>
                                        <p:tav tm="100000">
                                          <p:val>
                                            <p:strVal val="#ppt_h"/>
                                          </p:val>
                                        </p:tav>
                                      </p:tavLst>
                                    </p:anim>
                                    <p:animEffect transition="in" filter="fade">
                                      <p:cBhvr>
                                        <p:cTn id="165"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4" grpId="0" animBg="1"/>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13</a:t>
            </a:r>
            <a:endParaRPr lang="en-US" sz="800" dirty="0"/>
          </a:p>
        </p:txBody>
      </p:sp>
      <p:sp>
        <p:nvSpPr>
          <p:cNvPr id="4" name="a1f_31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06 · USAGES</a:t>
            </a:r>
            <a:endParaRPr lang="en-US" sz="1100" dirty="0"/>
          </a:p>
        </p:txBody>
      </p:sp>
      <p:sp>
        <p:nvSpPr>
          <p:cNvPr id="5" name="a1f_311"/>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Des usages multiples dans l'établissement</a:t>
            </a:r>
            <a:endParaRPr lang="en-US" sz="2800" dirty="0"/>
          </a:p>
        </p:txBody>
      </p:sp>
      <p:sp>
        <p:nvSpPr>
          <p:cNvPr id="6" name="a2u_312"/>
          <p:cNvSpPr/>
          <p:nvPr/>
        </p:nvSpPr>
        <p:spPr>
          <a:xfrm>
            <a:off x="457200" y="1234440"/>
            <a:ext cx="4023360" cy="868680"/>
          </a:xfrm>
          <a:prstGeom prst="roundRect">
            <a:avLst>
              <a:gd name="adj" fmla="val 842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313"/>
          <p:cNvSpPr/>
          <p:nvPr/>
        </p:nvSpPr>
        <p:spPr>
          <a:xfrm>
            <a:off x="640080" y="1417320"/>
            <a:ext cx="502920" cy="502920"/>
          </a:xfrm>
          <a:prstGeom prst="ellipse">
            <a:avLst/>
          </a:prstGeom>
          <a:solidFill>
            <a:srgbClr val="22A45D"/>
          </a:solidFill>
          <a:ln w="12700">
            <a:solidFill>
              <a:srgbClr val="22A45D"/>
            </a:solidFill>
            <a:prstDash val="solid"/>
          </a:ln>
        </p:spPr>
      </p:sp>
      <p:pic>
        <p:nvPicPr>
          <p:cNvPr id="8" name="a2u_313i" descr="preencoded.png">    </p:cNvPr>
          <p:cNvPicPr>
            <a:picLocks noChangeAspect="1"/>
          </p:cNvPicPr>
          <p:nvPr/>
        </p:nvPicPr>
        <p:blipFill>
          <a:blip r:embed="rId1"/>
          <a:stretch>
            <a:fillRect/>
          </a:stretch>
        </p:blipFill>
        <p:spPr>
          <a:xfrm>
            <a:off x="760781" y="1538021"/>
            <a:ext cx="261518" cy="261518"/>
          </a:xfrm>
          <a:prstGeom prst="rect">
            <a:avLst/>
          </a:prstGeom>
        </p:spPr>
      </p:pic>
      <p:sp>
        <p:nvSpPr>
          <p:cNvPr id="9" name="a2u_314"/>
          <p:cNvSpPr txBox="1"/>
          <p:nvPr/>
        </p:nvSpPr>
        <p:spPr>
          <a:xfrm>
            <a:off x="1298448" y="1362456"/>
            <a:ext cx="192024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Accueil &amp; entrée</a:t>
            </a:r>
            <a:endParaRPr lang="en-US" sz="1300" dirty="0"/>
          </a:p>
        </p:txBody>
      </p:sp>
      <p:sp>
        <p:nvSpPr>
          <p:cNvPr id="10" name="a2u_315"/>
          <p:cNvSpPr txBox="1"/>
          <p:nvPr/>
        </p:nvSpPr>
        <p:spPr>
          <a:xfrm>
            <a:off x="1298448" y="1645920"/>
            <a:ext cx="3063240" cy="411480"/>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Identifier élèves et personnels, repérer les visiteurs inconnus.</a:t>
            </a:r>
            <a:endParaRPr lang="en-US" sz="1000" dirty="0"/>
          </a:p>
        </p:txBody>
      </p:sp>
      <p:sp>
        <p:nvSpPr>
          <p:cNvPr id="11" name="a2u_316"/>
          <p:cNvSpPr/>
          <p:nvPr/>
        </p:nvSpPr>
        <p:spPr>
          <a:xfrm>
            <a:off x="3246120" y="1362456"/>
            <a:ext cx="1097280" cy="237744"/>
          </a:xfrm>
          <a:prstGeom prst="roundRect">
            <a:avLst>
              <a:gd name="adj" fmla="val 50000"/>
            </a:avLst>
          </a:prstGeom>
          <a:solidFill>
            <a:srgbClr val="22A45D">
              <a:alpha val="15000"/>
            </a:srgbClr>
          </a:solidFill>
          <a:ln w="9525">
            <a:solidFill>
              <a:srgbClr val="22A45D"/>
            </a:solidFill>
            <a:prstDash val="solid"/>
          </a:ln>
        </p:spPr>
      </p:sp>
      <p:sp>
        <p:nvSpPr>
          <p:cNvPr id="12" name="a2u_317"/>
          <p:cNvSpPr txBox="1"/>
          <p:nvPr/>
        </p:nvSpPr>
        <p:spPr>
          <a:xfrm>
            <a:off x="3246120" y="1362456"/>
            <a:ext cx="1097280" cy="237744"/>
          </a:xfrm>
          <a:prstGeom prst="rect">
            <a:avLst/>
          </a:prstGeom>
          <a:noFill/>
          <a:ln/>
        </p:spPr>
        <p:txBody>
          <a:bodyPr wrap="square" lIns="0" tIns="0" rIns="0" bIns="0" rtlCol="0" anchor="ctr"/>
          <a:lstStyle/>
          <a:p>
            <a:pPr algn="ctr" indent="0" marL="0">
              <a:buNone/>
            </a:pPr>
            <a:r>
              <a:rPr lang="en-US" sz="850" b="1" dirty="0">
                <a:solidFill>
                  <a:srgbClr val="22A45D"/>
                </a:solidFill>
                <a:latin typeface="Arial" pitchFamily="34" charset="0"/>
                <a:ea typeface="Arial" pitchFamily="34" charset="-122"/>
                <a:cs typeface="Arial" pitchFamily="34" charset="-120"/>
              </a:rPr>
              <a:t>Dès aujourd'hui</a:t>
            </a:r>
            <a:endParaRPr lang="en-US" sz="850" dirty="0"/>
          </a:p>
        </p:txBody>
      </p:sp>
      <p:sp>
        <p:nvSpPr>
          <p:cNvPr id="13" name="a3u_318"/>
          <p:cNvSpPr/>
          <p:nvPr/>
        </p:nvSpPr>
        <p:spPr>
          <a:xfrm>
            <a:off x="457200" y="2258568"/>
            <a:ext cx="4023360" cy="868680"/>
          </a:xfrm>
          <a:prstGeom prst="roundRect">
            <a:avLst>
              <a:gd name="adj" fmla="val 842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4" name="a3u_319"/>
          <p:cNvSpPr/>
          <p:nvPr/>
        </p:nvSpPr>
        <p:spPr>
          <a:xfrm>
            <a:off x="640080" y="2441448"/>
            <a:ext cx="502920" cy="502920"/>
          </a:xfrm>
          <a:prstGeom prst="ellipse">
            <a:avLst/>
          </a:prstGeom>
          <a:solidFill>
            <a:srgbClr val="22A45D"/>
          </a:solidFill>
          <a:ln w="12700">
            <a:solidFill>
              <a:srgbClr val="22A45D"/>
            </a:solidFill>
            <a:prstDash val="solid"/>
          </a:ln>
        </p:spPr>
      </p:sp>
      <p:pic>
        <p:nvPicPr>
          <p:cNvPr id="15" name="a3u_319i" descr="preencoded.png">    </p:cNvPr>
          <p:cNvPicPr>
            <a:picLocks noChangeAspect="1"/>
          </p:cNvPicPr>
          <p:nvPr/>
        </p:nvPicPr>
        <p:blipFill>
          <a:blip r:embed="rId2"/>
          <a:stretch>
            <a:fillRect/>
          </a:stretch>
        </p:blipFill>
        <p:spPr>
          <a:xfrm>
            <a:off x="760781" y="2562149"/>
            <a:ext cx="261518" cy="261518"/>
          </a:xfrm>
          <a:prstGeom prst="rect">
            <a:avLst/>
          </a:prstGeom>
        </p:spPr>
      </p:pic>
      <p:sp>
        <p:nvSpPr>
          <p:cNvPr id="16" name="a3u_320"/>
          <p:cNvSpPr txBox="1"/>
          <p:nvPr/>
        </p:nvSpPr>
        <p:spPr>
          <a:xfrm>
            <a:off x="1298448" y="2386584"/>
            <a:ext cx="192024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Examens</a:t>
            </a:r>
            <a:endParaRPr lang="en-US" sz="1300" dirty="0"/>
          </a:p>
        </p:txBody>
      </p:sp>
      <p:sp>
        <p:nvSpPr>
          <p:cNvPr id="17" name="a3u_321"/>
          <p:cNvSpPr txBox="1"/>
          <p:nvPr/>
        </p:nvSpPr>
        <p:spPr>
          <a:xfrm>
            <a:off x="1298448" y="2670048"/>
            <a:ext cx="3063240" cy="411480"/>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Vérifier l’identité des candidats et limiter la fraude.</a:t>
            </a:r>
            <a:endParaRPr lang="en-US" sz="1000" dirty="0"/>
          </a:p>
        </p:txBody>
      </p:sp>
      <p:sp>
        <p:nvSpPr>
          <p:cNvPr id="18" name="a3u_322"/>
          <p:cNvSpPr/>
          <p:nvPr/>
        </p:nvSpPr>
        <p:spPr>
          <a:xfrm>
            <a:off x="3246120" y="2386584"/>
            <a:ext cx="1097280" cy="237744"/>
          </a:xfrm>
          <a:prstGeom prst="roundRect">
            <a:avLst>
              <a:gd name="adj" fmla="val 50000"/>
            </a:avLst>
          </a:prstGeom>
          <a:solidFill>
            <a:srgbClr val="22A45D">
              <a:alpha val="15000"/>
            </a:srgbClr>
          </a:solidFill>
          <a:ln w="9525">
            <a:solidFill>
              <a:srgbClr val="22A45D"/>
            </a:solidFill>
            <a:prstDash val="solid"/>
          </a:ln>
        </p:spPr>
      </p:sp>
      <p:sp>
        <p:nvSpPr>
          <p:cNvPr id="19" name="a3u_323"/>
          <p:cNvSpPr txBox="1"/>
          <p:nvPr/>
        </p:nvSpPr>
        <p:spPr>
          <a:xfrm>
            <a:off x="3246120" y="2386584"/>
            <a:ext cx="1097280" cy="237744"/>
          </a:xfrm>
          <a:prstGeom prst="rect">
            <a:avLst/>
          </a:prstGeom>
          <a:noFill/>
          <a:ln/>
        </p:spPr>
        <p:txBody>
          <a:bodyPr wrap="square" lIns="0" tIns="0" rIns="0" bIns="0" rtlCol="0" anchor="ctr"/>
          <a:lstStyle/>
          <a:p>
            <a:pPr algn="ctr" indent="0" marL="0">
              <a:buNone/>
            </a:pPr>
            <a:r>
              <a:rPr lang="en-US" sz="850" b="1" dirty="0">
                <a:solidFill>
                  <a:srgbClr val="22A45D"/>
                </a:solidFill>
                <a:latin typeface="Arial" pitchFamily="34" charset="0"/>
                <a:ea typeface="Arial" pitchFamily="34" charset="-122"/>
                <a:cs typeface="Arial" pitchFamily="34" charset="-120"/>
              </a:rPr>
              <a:t>Dès aujourd'hui</a:t>
            </a:r>
            <a:endParaRPr lang="en-US" sz="850" dirty="0"/>
          </a:p>
        </p:txBody>
      </p:sp>
      <p:sp>
        <p:nvSpPr>
          <p:cNvPr id="20" name="a4u_324"/>
          <p:cNvSpPr/>
          <p:nvPr/>
        </p:nvSpPr>
        <p:spPr>
          <a:xfrm>
            <a:off x="457200" y="3282696"/>
            <a:ext cx="4023360" cy="868680"/>
          </a:xfrm>
          <a:prstGeom prst="roundRect">
            <a:avLst>
              <a:gd name="adj" fmla="val 842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1" name="a4u_325"/>
          <p:cNvSpPr/>
          <p:nvPr/>
        </p:nvSpPr>
        <p:spPr>
          <a:xfrm>
            <a:off x="640080" y="3465576"/>
            <a:ext cx="502920" cy="502920"/>
          </a:xfrm>
          <a:prstGeom prst="ellipse">
            <a:avLst/>
          </a:prstGeom>
          <a:solidFill>
            <a:srgbClr val="22A45D"/>
          </a:solidFill>
          <a:ln w="12700">
            <a:solidFill>
              <a:srgbClr val="22A45D"/>
            </a:solidFill>
            <a:prstDash val="solid"/>
          </a:ln>
        </p:spPr>
      </p:sp>
      <p:pic>
        <p:nvPicPr>
          <p:cNvPr id="22" name="a4u_325i" descr="preencoded.png">    </p:cNvPr>
          <p:cNvPicPr>
            <a:picLocks noChangeAspect="1"/>
          </p:cNvPicPr>
          <p:nvPr/>
        </p:nvPicPr>
        <p:blipFill>
          <a:blip r:embed="rId3"/>
          <a:stretch>
            <a:fillRect/>
          </a:stretch>
        </p:blipFill>
        <p:spPr>
          <a:xfrm>
            <a:off x="760781" y="3586277"/>
            <a:ext cx="261518" cy="261518"/>
          </a:xfrm>
          <a:prstGeom prst="rect">
            <a:avLst/>
          </a:prstGeom>
        </p:spPr>
      </p:pic>
      <p:sp>
        <p:nvSpPr>
          <p:cNvPr id="23" name="a4u_326"/>
          <p:cNvSpPr txBox="1"/>
          <p:nvPr/>
        </p:nvSpPr>
        <p:spPr>
          <a:xfrm>
            <a:off x="1298448" y="3410712"/>
            <a:ext cx="192024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Sortie des élèves</a:t>
            </a:r>
            <a:endParaRPr lang="en-US" sz="1300" dirty="0"/>
          </a:p>
        </p:txBody>
      </p:sp>
      <p:sp>
        <p:nvSpPr>
          <p:cNvPr id="24" name="a4u_327"/>
          <p:cNvSpPr txBox="1"/>
          <p:nvPr/>
        </p:nvSpPr>
        <p:spPr>
          <a:xfrm>
            <a:off x="1298448" y="3694176"/>
            <a:ext cx="3063240" cy="411480"/>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Vérifier que l'adulte venu chercher l'enfant est bien autorisé.</a:t>
            </a:r>
            <a:endParaRPr lang="en-US" sz="1000" dirty="0"/>
          </a:p>
        </p:txBody>
      </p:sp>
      <p:sp>
        <p:nvSpPr>
          <p:cNvPr id="25" name="a4u_328"/>
          <p:cNvSpPr/>
          <p:nvPr/>
        </p:nvSpPr>
        <p:spPr>
          <a:xfrm>
            <a:off x="3246120" y="3410712"/>
            <a:ext cx="1097280" cy="237744"/>
          </a:xfrm>
          <a:prstGeom prst="roundRect">
            <a:avLst>
              <a:gd name="adj" fmla="val 50000"/>
            </a:avLst>
          </a:prstGeom>
          <a:solidFill>
            <a:srgbClr val="22A45D">
              <a:alpha val="15000"/>
            </a:srgbClr>
          </a:solidFill>
          <a:ln w="9525">
            <a:solidFill>
              <a:srgbClr val="22A45D"/>
            </a:solidFill>
            <a:prstDash val="solid"/>
          </a:ln>
        </p:spPr>
      </p:sp>
      <p:sp>
        <p:nvSpPr>
          <p:cNvPr id="26" name="a4u_329"/>
          <p:cNvSpPr txBox="1"/>
          <p:nvPr/>
        </p:nvSpPr>
        <p:spPr>
          <a:xfrm>
            <a:off x="3246120" y="3410712"/>
            <a:ext cx="1097280" cy="237744"/>
          </a:xfrm>
          <a:prstGeom prst="rect">
            <a:avLst/>
          </a:prstGeom>
          <a:noFill/>
          <a:ln/>
        </p:spPr>
        <p:txBody>
          <a:bodyPr wrap="square" lIns="0" tIns="0" rIns="0" bIns="0" rtlCol="0" anchor="ctr"/>
          <a:lstStyle/>
          <a:p>
            <a:pPr algn="ctr" indent="0" marL="0">
              <a:buNone/>
            </a:pPr>
            <a:r>
              <a:rPr lang="en-US" sz="850" b="1" dirty="0">
                <a:solidFill>
                  <a:srgbClr val="22A45D"/>
                </a:solidFill>
                <a:latin typeface="Arial" pitchFamily="34" charset="0"/>
                <a:ea typeface="Arial" pitchFamily="34" charset="-122"/>
                <a:cs typeface="Arial" pitchFamily="34" charset="-120"/>
              </a:rPr>
              <a:t>Dès aujourd'hui</a:t>
            </a:r>
            <a:endParaRPr lang="en-US" sz="850" dirty="0"/>
          </a:p>
        </p:txBody>
      </p:sp>
      <p:sp>
        <p:nvSpPr>
          <p:cNvPr id="27" name="a5u_330"/>
          <p:cNvSpPr/>
          <p:nvPr/>
        </p:nvSpPr>
        <p:spPr>
          <a:xfrm>
            <a:off x="4663440" y="1234440"/>
            <a:ext cx="4023360" cy="868680"/>
          </a:xfrm>
          <a:prstGeom prst="roundRect">
            <a:avLst>
              <a:gd name="adj" fmla="val 842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28" name="a5u_331"/>
          <p:cNvSpPr/>
          <p:nvPr/>
        </p:nvSpPr>
        <p:spPr>
          <a:xfrm>
            <a:off x="4846320" y="1417320"/>
            <a:ext cx="502920" cy="502920"/>
          </a:xfrm>
          <a:prstGeom prst="ellipse">
            <a:avLst/>
          </a:prstGeom>
          <a:solidFill>
            <a:srgbClr val="7B68EE"/>
          </a:solidFill>
          <a:ln w="12700">
            <a:solidFill>
              <a:srgbClr val="7B68EE"/>
            </a:solidFill>
            <a:prstDash val="solid"/>
          </a:ln>
        </p:spPr>
      </p:sp>
      <p:pic>
        <p:nvPicPr>
          <p:cNvPr id="29" name="a5u_331i" descr="preencoded.png">    </p:cNvPr>
          <p:cNvPicPr>
            <a:picLocks noChangeAspect="1"/>
          </p:cNvPicPr>
          <p:nvPr/>
        </p:nvPicPr>
        <p:blipFill>
          <a:blip r:embed="rId4"/>
          <a:stretch>
            <a:fillRect/>
          </a:stretch>
        </p:blipFill>
        <p:spPr>
          <a:xfrm>
            <a:off x="4967021" y="1538021"/>
            <a:ext cx="261518" cy="261518"/>
          </a:xfrm>
          <a:prstGeom prst="rect">
            <a:avLst/>
          </a:prstGeom>
        </p:spPr>
      </p:pic>
      <p:sp>
        <p:nvSpPr>
          <p:cNvPr id="30" name="a5u_332"/>
          <p:cNvSpPr txBox="1"/>
          <p:nvPr/>
        </p:nvSpPr>
        <p:spPr>
          <a:xfrm>
            <a:off x="5504688" y="1362456"/>
            <a:ext cx="192024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Appel en classe</a:t>
            </a:r>
            <a:endParaRPr lang="en-US" sz="1300" dirty="0"/>
          </a:p>
        </p:txBody>
      </p:sp>
      <p:sp>
        <p:nvSpPr>
          <p:cNvPr id="31" name="a5u_333"/>
          <p:cNvSpPr txBox="1"/>
          <p:nvPr/>
        </p:nvSpPr>
        <p:spPr>
          <a:xfrm>
            <a:off x="5504688" y="1645920"/>
            <a:ext cx="3063240" cy="411480"/>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Présences enregistrées automatiquement, sans appel oral.</a:t>
            </a:r>
            <a:endParaRPr lang="en-US" sz="1000" dirty="0"/>
          </a:p>
        </p:txBody>
      </p:sp>
      <p:sp>
        <p:nvSpPr>
          <p:cNvPr id="32" name="a5u_334"/>
          <p:cNvSpPr/>
          <p:nvPr/>
        </p:nvSpPr>
        <p:spPr>
          <a:xfrm>
            <a:off x="7452360" y="1362456"/>
            <a:ext cx="1097280" cy="237744"/>
          </a:xfrm>
          <a:prstGeom prst="roundRect">
            <a:avLst>
              <a:gd name="adj" fmla="val 50000"/>
            </a:avLst>
          </a:prstGeom>
          <a:solidFill>
            <a:srgbClr val="7B68EE">
              <a:alpha val="15000"/>
            </a:srgbClr>
          </a:solidFill>
          <a:ln w="9525">
            <a:solidFill>
              <a:srgbClr val="7B68EE"/>
            </a:solidFill>
            <a:prstDash val="solid"/>
          </a:ln>
        </p:spPr>
      </p:sp>
      <p:sp>
        <p:nvSpPr>
          <p:cNvPr id="33" name="a5u_335"/>
          <p:cNvSpPr txBox="1"/>
          <p:nvPr/>
        </p:nvSpPr>
        <p:spPr>
          <a:xfrm>
            <a:off x="7452360" y="1362456"/>
            <a:ext cx="1097280" cy="237744"/>
          </a:xfrm>
          <a:prstGeom prst="rect">
            <a:avLst/>
          </a:prstGeom>
          <a:noFill/>
          <a:ln/>
        </p:spPr>
        <p:txBody>
          <a:bodyPr wrap="square" lIns="0" tIns="0" rIns="0" bIns="0" rtlCol="0" anchor="ctr"/>
          <a:lstStyle/>
          <a:p>
            <a:pPr algn="ctr" indent="0" marL="0">
              <a:buNone/>
            </a:pPr>
            <a:r>
              <a:rPr lang="en-US" sz="850" b="1" dirty="0">
                <a:solidFill>
                  <a:srgbClr val="7B68EE"/>
                </a:solidFill>
                <a:latin typeface="Arial" pitchFamily="34" charset="0"/>
                <a:ea typeface="Arial" pitchFamily="34" charset="-122"/>
                <a:cs typeface="Arial" pitchFamily="34" charset="-120"/>
              </a:rPr>
              <a:t>Évolution</a:t>
            </a:r>
            <a:endParaRPr lang="en-US" sz="850" dirty="0"/>
          </a:p>
        </p:txBody>
      </p:sp>
      <p:sp>
        <p:nvSpPr>
          <p:cNvPr id="34" name="a6u_336"/>
          <p:cNvSpPr/>
          <p:nvPr/>
        </p:nvSpPr>
        <p:spPr>
          <a:xfrm>
            <a:off x="4663440" y="2258568"/>
            <a:ext cx="4023360" cy="868680"/>
          </a:xfrm>
          <a:prstGeom prst="roundRect">
            <a:avLst>
              <a:gd name="adj" fmla="val 842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35" name="a6u_337"/>
          <p:cNvSpPr/>
          <p:nvPr/>
        </p:nvSpPr>
        <p:spPr>
          <a:xfrm>
            <a:off x="4846320" y="2441448"/>
            <a:ext cx="502920" cy="502920"/>
          </a:xfrm>
          <a:prstGeom prst="ellipse">
            <a:avLst/>
          </a:prstGeom>
          <a:solidFill>
            <a:srgbClr val="7B68EE"/>
          </a:solidFill>
          <a:ln w="12700">
            <a:solidFill>
              <a:srgbClr val="7B68EE"/>
            </a:solidFill>
            <a:prstDash val="solid"/>
          </a:ln>
        </p:spPr>
      </p:sp>
      <p:pic>
        <p:nvPicPr>
          <p:cNvPr id="36" name="a6u_337i" descr="preencoded.png">    </p:cNvPr>
          <p:cNvPicPr>
            <a:picLocks noChangeAspect="1"/>
          </p:cNvPicPr>
          <p:nvPr/>
        </p:nvPicPr>
        <p:blipFill>
          <a:blip r:embed="rId5"/>
          <a:stretch>
            <a:fillRect/>
          </a:stretch>
        </p:blipFill>
        <p:spPr>
          <a:xfrm>
            <a:off x="4967021" y="2562149"/>
            <a:ext cx="261518" cy="261518"/>
          </a:xfrm>
          <a:prstGeom prst="rect">
            <a:avLst/>
          </a:prstGeom>
        </p:spPr>
      </p:pic>
      <p:sp>
        <p:nvSpPr>
          <p:cNvPr id="37" name="a6u_338"/>
          <p:cNvSpPr txBox="1"/>
          <p:nvPr/>
        </p:nvSpPr>
        <p:spPr>
          <a:xfrm>
            <a:off x="5504688" y="2386584"/>
            <a:ext cx="192024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Cantine &amp; bibliothèque</a:t>
            </a:r>
            <a:endParaRPr lang="en-US" sz="1300" dirty="0"/>
          </a:p>
        </p:txBody>
      </p:sp>
      <p:sp>
        <p:nvSpPr>
          <p:cNvPr id="38" name="a6u_339"/>
          <p:cNvSpPr txBox="1"/>
          <p:nvPr/>
        </p:nvSpPr>
        <p:spPr>
          <a:xfrm>
            <a:off x="5504688" y="2670048"/>
            <a:ext cx="3063240" cy="411480"/>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Contrôler l’accès aux services et suivre leur fréquentation.</a:t>
            </a:r>
            <a:endParaRPr lang="en-US" sz="1000" dirty="0"/>
          </a:p>
        </p:txBody>
      </p:sp>
      <p:sp>
        <p:nvSpPr>
          <p:cNvPr id="39" name="a6u_340"/>
          <p:cNvSpPr/>
          <p:nvPr/>
        </p:nvSpPr>
        <p:spPr>
          <a:xfrm>
            <a:off x="7452360" y="2386584"/>
            <a:ext cx="1097280" cy="237744"/>
          </a:xfrm>
          <a:prstGeom prst="roundRect">
            <a:avLst>
              <a:gd name="adj" fmla="val 50000"/>
            </a:avLst>
          </a:prstGeom>
          <a:solidFill>
            <a:srgbClr val="7B68EE">
              <a:alpha val="15000"/>
            </a:srgbClr>
          </a:solidFill>
          <a:ln w="9525">
            <a:solidFill>
              <a:srgbClr val="7B68EE"/>
            </a:solidFill>
            <a:prstDash val="solid"/>
          </a:ln>
        </p:spPr>
      </p:sp>
      <p:sp>
        <p:nvSpPr>
          <p:cNvPr id="40" name="a6u_341"/>
          <p:cNvSpPr txBox="1"/>
          <p:nvPr/>
        </p:nvSpPr>
        <p:spPr>
          <a:xfrm>
            <a:off x="7452360" y="2386584"/>
            <a:ext cx="1097280" cy="237744"/>
          </a:xfrm>
          <a:prstGeom prst="rect">
            <a:avLst/>
          </a:prstGeom>
          <a:noFill/>
          <a:ln/>
        </p:spPr>
        <p:txBody>
          <a:bodyPr wrap="square" lIns="0" tIns="0" rIns="0" bIns="0" rtlCol="0" anchor="ctr"/>
          <a:lstStyle/>
          <a:p>
            <a:pPr algn="ctr" indent="0" marL="0">
              <a:buNone/>
            </a:pPr>
            <a:r>
              <a:rPr lang="en-US" sz="850" b="1" dirty="0">
                <a:solidFill>
                  <a:srgbClr val="7B68EE"/>
                </a:solidFill>
                <a:latin typeface="Arial" pitchFamily="34" charset="0"/>
                <a:ea typeface="Arial" pitchFamily="34" charset="-122"/>
                <a:cs typeface="Arial" pitchFamily="34" charset="-120"/>
              </a:rPr>
              <a:t>Évolution</a:t>
            </a:r>
            <a:endParaRPr lang="en-US" sz="850" dirty="0"/>
          </a:p>
        </p:txBody>
      </p:sp>
      <p:sp>
        <p:nvSpPr>
          <p:cNvPr id="41" name="a7u_342"/>
          <p:cNvSpPr/>
          <p:nvPr/>
        </p:nvSpPr>
        <p:spPr>
          <a:xfrm>
            <a:off x="4663440" y="3282696"/>
            <a:ext cx="4023360" cy="868680"/>
          </a:xfrm>
          <a:prstGeom prst="roundRect">
            <a:avLst>
              <a:gd name="adj" fmla="val 8421"/>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42" name="a7u_343"/>
          <p:cNvSpPr/>
          <p:nvPr/>
        </p:nvSpPr>
        <p:spPr>
          <a:xfrm>
            <a:off x="4846320" y="3465576"/>
            <a:ext cx="502920" cy="502920"/>
          </a:xfrm>
          <a:prstGeom prst="ellipse">
            <a:avLst/>
          </a:prstGeom>
          <a:solidFill>
            <a:srgbClr val="7B68EE"/>
          </a:solidFill>
          <a:ln w="12700">
            <a:solidFill>
              <a:srgbClr val="7B68EE"/>
            </a:solidFill>
            <a:prstDash val="solid"/>
          </a:ln>
        </p:spPr>
      </p:sp>
      <p:pic>
        <p:nvPicPr>
          <p:cNvPr id="43" name="a7u_343i" descr="preencoded.png">    </p:cNvPr>
          <p:cNvPicPr>
            <a:picLocks noChangeAspect="1"/>
          </p:cNvPicPr>
          <p:nvPr/>
        </p:nvPicPr>
        <p:blipFill>
          <a:blip r:embed="rId6"/>
          <a:stretch>
            <a:fillRect/>
          </a:stretch>
        </p:blipFill>
        <p:spPr>
          <a:xfrm>
            <a:off x="4967021" y="3586277"/>
            <a:ext cx="261518" cy="261518"/>
          </a:xfrm>
          <a:prstGeom prst="rect">
            <a:avLst/>
          </a:prstGeom>
        </p:spPr>
      </p:pic>
      <p:sp>
        <p:nvSpPr>
          <p:cNvPr id="44" name="a7u_344"/>
          <p:cNvSpPr txBox="1"/>
          <p:nvPr/>
        </p:nvSpPr>
        <p:spPr>
          <a:xfrm>
            <a:off x="5504688" y="3410712"/>
            <a:ext cx="1920240" cy="274320"/>
          </a:xfrm>
          <a:prstGeom prst="rect">
            <a:avLst/>
          </a:prstGeom>
          <a:noFill/>
          <a:ln/>
        </p:spPr>
        <p:txBody>
          <a:bodyPr wrap="square" lIns="0" tIns="0" rIns="0" bIns="0" rtlCol="0" anchor="t"/>
          <a:lstStyle/>
          <a:p>
            <a:pPr indent="0" marL="0">
              <a:buNone/>
            </a:pPr>
            <a:r>
              <a:rPr lang="en-US" sz="1300" b="1" dirty="0">
                <a:solidFill>
                  <a:srgbClr val="1A1446"/>
                </a:solidFill>
                <a:latin typeface="Arial" pitchFamily="34" charset="0"/>
                <a:ea typeface="Arial" pitchFamily="34" charset="-122"/>
                <a:cs typeface="Arial" pitchFamily="34" charset="-120"/>
              </a:rPr>
              <a:t>Transport scolaire</a:t>
            </a:r>
            <a:endParaRPr lang="en-US" sz="1300" dirty="0"/>
          </a:p>
        </p:txBody>
      </p:sp>
      <p:sp>
        <p:nvSpPr>
          <p:cNvPr id="45" name="a7u_345"/>
          <p:cNvSpPr txBox="1"/>
          <p:nvPr/>
        </p:nvSpPr>
        <p:spPr>
          <a:xfrm>
            <a:off x="5504688" y="3694176"/>
            <a:ext cx="3063240" cy="411480"/>
          </a:xfrm>
          <a:prstGeom prst="rect">
            <a:avLst/>
          </a:prstGeom>
          <a:noFill/>
          <a:ln/>
        </p:spPr>
        <p:txBody>
          <a:bodyPr wrap="square" lIns="0" tIns="0" rIns="0" bIns="0" rtlCol="0" anchor="t"/>
          <a:lstStyle/>
          <a:p>
            <a:pPr indent="0" marL="0">
              <a:buNone/>
            </a:pPr>
            <a:r>
              <a:rPr lang="en-US" sz="1000" dirty="0">
                <a:solidFill>
                  <a:srgbClr val="5F5B7A"/>
                </a:solidFill>
                <a:latin typeface="Arial" pitchFamily="34" charset="0"/>
                <a:ea typeface="Arial" pitchFamily="34" charset="-122"/>
                <a:cs typeface="Arial" pitchFamily="34" charset="-120"/>
              </a:rPr>
              <a:t>Savoir précisément qui est monté dans le bus.</a:t>
            </a:r>
            <a:endParaRPr lang="en-US" sz="1000" dirty="0"/>
          </a:p>
        </p:txBody>
      </p:sp>
      <p:sp>
        <p:nvSpPr>
          <p:cNvPr id="46" name="a7u_346"/>
          <p:cNvSpPr/>
          <p:nvPr/>
        </p:nvSpPr>
        <p:spPr>
          <a:xfrm>
            <a:off x="7452360" y="3410712"/>
            <a:ext cx="1097280" cy="237744"/>
          </a:xfrm>
          <a:prstGeom prst="roundRect">
            <a:avLst>
              <a:gd name="adj" fmla="val 50000"/>
            </a:avLst>
          </a:prstGeom>
          <a:solidFill>
            <a:srgbClr val="7B68EE">
              <a:alpha val="15000"/>
            </a:srgbClr>
          </a:solidFill>
          <a:ln w="9525">
            <a:solidFill>
              <a:srgbClr val="7B68EE"/>
            </a:solidFill>
            <a:prstDash val="solid"/>
          </a:ln>
        </p:spPr>
      </p:sp>
      <p:sp>
        <p:nvSpPr>
          <p:cNvPr id="47" name="a7u_347"/>
          <p:cNvSpPr txBox="1"/>
          <p:nvPr/>
        </p:nvSpPr>
        <p:spPr>
          <a:xfrm>
            <a:off x="7452360" y="3410712"/>
            <a:ext cx="1097280" cy="237744"/>
          </a:xfrm>
          <a:prstGeom prst="rect">
            <a:avLst/>
          </a:prstGeom>
          <a:noFill/>
          <a:ln/>
        </p:spPr>
        <p:txBody>
          <a:bodyPr wrap="square" lIns="0" tIns="0" rIns="0" bIns="0" rtlCol="0" anchor="ctr"/>
          <a:lstStyle/>
          <a:p>
            <a:pPr algn="ctr" indent="0" marL="0">
              <a:buNone/>
            </a:pPr>
            <a:r>
              <a:rPr lang="en-US" sz="850" b="1" dirty="0">
                <a:solidFill>
                  <a:srgbClr val="7B68EE"/>
                </a:solidFill>
                <a:latin typeface="Arial" pitchFamily="34" charset="0"/>
                <a:ea typeface="Arial" pitchFamily="34" charset="-122"/>
                <a:cs typeface="Arial" pitchFamily="34" charset="-120"/>
              </a:rPr>
              <a:t>Évolution</a:t>
            </a:r>
            <a:endParaRPr lang="en-US" sz="850" dirty="0"/>
          </a:p>
        </p:txBody>
      </p:sp>
      <p:sp>
        <p:nvSpPr>
          <p:cNvPr id="48" name="a8f_348"/>
          <p:cNvSpPr txBox="1"/>
          <p:nvPr/>
        </p:nvSpPr>
        <p:spPr>
          <a:xfrm>
            <a:off x="457200" y="4370832"/>
            <a:ext cx="8229600" cy="274320"/>
          </a:xfrm>
          <a:prstGeom prst="rect">
            <a:avLst/>
          </a:prstGeom>
          <a:noFill/>
          <a:ln/>
        </p:spPr>
        <p:txBody>
          <a:bodyPr wrap="square" lIns="0" tIns="0" rIns="0" bIns="0" rtlCol="0" anchor="t"/>
          <a:lstStyle/>
          <a:p>
            <a:pPr indent="0" marL="0">
              <a:buNone/>
            </a:pPr>
            <a:r>
              <a:rPr lang="en-US" sz="1000" b="1" dirty="0">
                <a:solidFill>
                  <a:srgbClr val="22A45D"/>
                </a:solidFill>
                <a:latin typeface="Arial" pitchFamily="34" charset="0"/>
                <a:ea typeface="Arial" pitchFamily="34" charset="-122"/>
                <a:cs typeface="Arial" pitchFamily="34" charset="-120"/>
              </a:rPr>
              <a:t>Dès aujourd'hui</a:t>
            </a:r>
            <a:pPr indent="0" marL="0">
              <a:buNone/>
            </a:pPr>
            <a:r>
              <a:rPr lang="en-US" sz="1000" dirty="0">
                <a:solidFill>
                  <a:srgbClr val="5F5B7A"/>
                </a:solidFill>
                <a:latin typeface="Arial" pitchFamily="34" charset="0"/>
                <a:ea typeface="Arial" pitchFamily="34" charset="-122"/>
                <a:cs typeface="Arial" pitchFamily="34" charset="-120"/>
              </a:rPr>
              <a:t> : possible avec la version actuelle.    </a:t>
            </a:r>
            <a:pPr indent="0" marL="0">
              <a:buNone/>
            </a:pPr>
            <a:r>
              <a:rPr lang="en-US" sz="1000" b="1" dirty="0">
                <a:solidFill>
                  <a:srgbClr val="7B68EE"/>
                </a:solidFill>
                <a:latin typeface="Arial" pitchFamily="34" charset="0"/>
                <a:ea typeface="Arial" pitchFamily="34" charset="-122"/>
                <a:cs typeface="Arial" pitchFamily="34" charset="-120"/>
              </a:rPr>
              <a:t>Évolution</a:t>
            </a:r>
            <a:pPr indent="0" marL="0">
              <a:buNone/>
            </a:pPr>
            <a:r>
              <a:rPr lang="en-US" sz="1000" dirty="0">
                <a:solidFill>
                  <a:srgbClr val="5F5B7A"/>
                </a:solidFill>
                <a:latin typeface="Arial" pitchFamily="34" charset="0"/>
                <a:ea typeface="Arial" pitchFamily="34" charset="-122"/>
                <a:cs typeface="Arial" pitchFamily="34" charset="-120"/>
              </a:rPr>
              <a:t> : nécessite un développement complémentaire.</a:t>
            </a:r>
            <a:endParaRPr lang="en-US" sz="10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46"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additive="base">
                                        <p:cTn id="34" dur="600" fill="hold"/>
                                        <p:tgtEl>
                                          <p:spTgt spid="10"/>
                                        </p:tgtEl>
                                        <p:attrNameLst>
                                          <p:attrName>ppt_x</p:attrName>
                                        </p:attrNameLst>
                                      </p:cBhvr>
                                      <p:tavLst>
                                        <p:tav tm="0">
                                          <p:val>
                                            <p:strVal val="#ppt_x"/>
                                          </p:val>
                                        </p:tav>
                                        <p:tav tm="100000">
                                          <p:val>
                                            <p:strVal val="#ppt_x"/>
                                          </p:val>
                                        </p:tav>
                                      </p:tavLst>
                                    </p:anim>
                                    <p:anim calcmode="lin" valueType="num">
                                      <p:cBhvr additive="base">
                                        <p:cTn id="35" dur="6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additive="base">
                                        <p:cTn id="39" dur="600" fill="hold"/>
                                        <p:tgtEl>
                                          <p:spTgt spid="11"/>
                                        </p:tgtEl>
                                        <p:attrNameLst>
                                          <p:attrName>ppt_x</p:attrName>
                                        </p:attrNameLst>
                                      </p:cBhvr>
                                      <p:tavLst>
                                        <p:tav tm="0">
                                          <p:val>
                                            <p:strVal val="#ppt_x"/>
                                          </p:val>
                                        </p:tav>
                                        <p:tav tm="100000">
                                          <p:val>
                                            <p:strVal val="#ppt_x"/>
                                          </p:val>
                                        </p:tav>
                                      </p:tavLst>
                                    </p:anim>
                                    <p:anim calcmode="lin" valueType="num">
                                      <p:cBhvr additive="base">
                                        <p:cTn id="40" dur="6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childTnLst>
                          </p:cTn>
                        </p:par>
                        <p:par>
                          <p:cTn id="82" fill="hold">
                            <p:stCondLst>
                              <p:cond delay="1100"/>
                            </p:stCondLst>
                            <p:childTnLst>
                              <p:par>
                                <p:cTn id="47" presetID="42"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additive="base">
                                        <p:cTn id="50" dur="600" fill="hold"/>
                                        <p:tgtEl>
                                          <p:spTgt spid="13"/>
                                        </p:tgtEl>
                                        <p:attrNameLst>
                                          <p:attrName>ppt_x</p:attrName>
                                        </p:attrNameLst>
                                      </p:cBhvr>
                                      <p:tavLst>
                                        <p:tav tm="0">
                                          <p:val>
                                            <p:strVal val="#ppt_x"/>
                                          </p:val>
                                        </p:tav>
                                        <p:tav tm="100000">
                                          <p:val>
                                            <p:strVal val="#ppt_x"/>
                                          </p:val>
                                        </p:tav>
                                      </p:tavLst>
                                    </p:anim>
                                    <p:anim calcmode="lin" valueType="num">
                                      <p:cBhvr additive="base">
                                        <p:cTn id="51" dur="600" fill="hold"/>
                                        <p:tgtEl>
                                          <p:spTgt spid="1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600"/>
                                        <p:tgtEl>
                                          <p:spTgt spid="14"/>
                                        </p:tgtEl>
                                      </p:cBhvr>
                                    </p:animEffect>
                                    <p:anim calcmode="lin" valueType="num">
                                      <p:cBhvr additive="base">
                                        <p:cTn id="55" dur="600" fill="hold"/>
                                        <p:tgtEl>
                                          <p:spTgt spid="14"/>
                                        </p:tgtEl>
                                        <p:attrNameLst>
                                          <p:attrName>ppt_x</p:attrName>
                                        </p:attrNameLst>
                                      </p:cBhvr>
                                      <p:tavLst>
                                        <p:tav tm="0">
                                          <p:val>
                                            <p:strVal val="#ppt_x"/>
                                          </p:val>
                                        </p:tav>
                                        <p:tav tm="100000">
                                          <p:val>
                                            <p:strVal val="#ppt_x"/>
                                          </p:val>
                                        </p:tav>
                                      </p:tavLst>
                                    </p:anim>
                                    <p:anim calcmode="lin" valueType="num">
                                      <p:cBhvr additive="base">
                                        <p:cTn id="56" dur="600" fill="hold"/>
                                        <p:tgtEl>
                                          <p:spTgt spid="14"/>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600"/>
                                        <p:tgtEl>
                                          <p:spTgt spid="15"/>
                                        </p:tgtEl>
                                      </p:cBhvr>
                                    </p:animEffect>
                                    <p:anim calcmode="lin" valueType="num">
                                      <p:cBhvr additive="base">
                                        <p:cTn id="60" dur="600" fill="hold"/>
                                        <p:tgtEl>
                                          <p:spTgt spid="15"/>
                                        </p:tgtEl>
                                        <p:attrNameLst>
                                          <p:attrName>ppt_x</p:attrName>
                                        </p:attrNameLst>
                                      </p:cBhvr>
                                      <p:tavLst>
                                        <p:tav tm="0">
                                          <p:val>
                                            <p:strVal val="#ppt_x"/>
                                          </p:val>
                                        </p:tav>
                                        <p:tav tm="100000">
                                          <p:val>
                                            <p:strVal val="#ppt_x"/>
                                          </p:val>
                                        </p:tav>
                                      </p:tavLst>
                                    </p:anim>
                                    <p:anim calcmode="lin" valueType="num">
                                      <p:cBhvr additive="base">
                                        <p:cTn id="61" dur="600" fill="hold"/>
                                        <p:tgtEl>
                                          <p:spTgt spid="15"/>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600"/>
                                        <p:tgtEl>
                                          <p:spTgt spid="16"/>
                                        </p:tgtEl>
                                      </p:cBhvr>
                                    </p:animEffect>
                                    <p:anim calcmode="lin" valueType="num">
                                      <p:cBhvr additive="base">
                                        <p:cTn id="65" dur="600" fill="hold"/>
                                        <p:tgtEl>
                                          <p:spTgt spid="16"/>
                                        </p:tgtEl>
                                        <p:attrNameLst>
                                          <p:attrName>ppt_x</p:attrName>
                                        </p:attrNameLst>
                                      </p:cBhvr>
                                      <p:tavLst>
                                        <p:tav tm="0">
                                          <p:val>
                                            <p:strVal val="#ppt_x"/>
                                          </p:val>
                                        </p:tav>
                                        <p:tav tm="100000">
                                          <p:val>
                                            <p:strVal val="#ppt_x"/>
                                          </p:val>
                                        </p:tav>
                                      </p:tavLst>
                                    </p:anim>
                                    <p:anim calcmode="lin" valueType="num">
                                      <p:cBhvr additive="base">
                                        <p:cTn id="66" dur="600" fill="hold"/>
                                        <p:tgtEl>
                                          <p:spTgt spid="16"/>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600"/>
                                        <p:tgtEl>
                                          <p:spTgt spid="17"/>
                                        </p:tgtEl>
                                      </p:cBhvr>
                                    </p:animEffect>
                                    <p:anim calcmode="lin" valueType="num">
                                      <p:cBhvr additive="base">
                                        <p:cTn id="70" dur="600" fill="hold"/>
                                        <p:tgtEl>
                                          <p:spTgt spid="17"/>
                                        </p:tgtEl>
                                        <p:attrNameLst>
                                          <p:attrName>ppt_x</p:attrName>
                                        </p:attrNameLst>
                                      </p:cBhvr>
                                      <p:tavLst>
                                        <p:tav tm="0">
                                          <p:val>
                                            <p:strVal val="#ppt_x"/>
                                          </p:val>
                                        </p:tav>
                                        <p:tav tm="100000">
                                          <p:val>
                                            <p:strVal val="#ppt_x"/>
                                          </p:val>
                                        </p:tav>
                                      </p:tavLst>
                                    </p:anim>
                                    <p:anim calcmode="lin" valueType="num">
                                      <p:cBhvr additive="base">
                                        <p:cTn id="71" dur="600" fill="hold"/>
                                        <p:tgtEl>
                                          <p:spTgt spid="1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600"/>
                                        <p:tgtEl>
                                          <p:spTgt spid="18"/>
                                        </p:tgtEl>
                                      </p:cBhvr>
                                    </p:animEffect>
                                    <p:anim calcmode="lin" valueType="num">
                                      <p:cBhvr additive="base">
                                        <p:cTn id="75" dur="600" fill="hold"/>
                                        <p:tgtEl>
                                          <p:spTgt spid="18"/>
                                        </p:tgtEl>
                                        <p:attrNameLst>
                                          <p:attrName>ppt_x</p:attrName>
                                        </p:attrNameLst>
                                      </p:cBhvr>
                                      <p:tavLst>
                                        <p:tav tm="0">
                                          <p:val>
                                            <p:strVal val="#ppt_x"/>
                                          </p:val>
                                        </p:tav>
                                        <p:tav tm="100000">
                                          <p:val>
                                            <p:strVal val="#ppt_x"/>
                                          </p:val>
                                        </p:tav>
                                      </p:tavLst>
                                    </p:anim>
                                    <p:anim calcmode="lin" valueType="num">
                                      <p:cBhvr additive="base">
                                        <p:cTn id="76" dur="600" fill="hold"/>
                                        <p:tgtEl>
                                          <p:spTgt spid="18"/>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600"/>
                                        <p:tgtEl>
                                          <p:spTgt spid="19"/>
                                        </p:tgtEl>
                                      </p:cBhvr>
                                    </p:animEffect>
                                    <p:anim calcmode="lin" valueType="num">
                                      <p:cBhvr additive="base">
                                        <p:cTn id="80" dur="600" fill="hold"/>
                                        <p:tgtEl>
                                          <p:spTgt spid="19"/>
                                        </p:tgtEl>
                                        <p:attrNameLst>
                                          <p:attrName>ppt_x</p:attrName>
                                        </p:attrNameLst>
                                      </p:cBhvr>
                                      <p:tavLst>
                                        <p:tav tm="0">
                                          <p:val>
                                            <p:strVal val="#ppt_x"/>
                                          </p:val>
                                        </p:tav>
                                        <p:tav tm="100000">
                                          <p:val>
                                            <p:strVal val="#ppt_x"/>
                                          </p:val>
                                        </p:tav>
                                      </p:tavLst>
                                    </p:anim>
                                    <p:anim calcmode="lin" valueType="num">
                                      <p:cBhvr additive="base">
                                        <p:cTn id="81" dur="600" fill="hold"/>
                                        <p:tgtEl>
                                          <p:spTgt spid="19"/>
                                        </p:tgtEl>
                                        <p:attrNameLst>
                                          <p:attrName>ppt_y</p:attrName>
                                        </p:attrNameLst>
                                      </p:cBhvr>
                                      <p:tavLst>
                                        <p:tav tm="0">
                                          <p:val>
                                            <p:strVal val="#ppt_y+.1"/>
                                          </p:val>
                                        </p:tav>
                                        <p:tav tm="100000">
                                          <p:val>
                                            <p:strVal val="#ppt_y"/>
                                          </p:val>
                                        </p:tav>
                                      </p:tavLst>
                                    </p:anim>
                                  </p:childTnLst>
                                </p:cTn>
                              </p:par>
                            </p:childTnLst>
                          </p:cTn>
                        </p:par>
                        <p:par>
                          <p:cTn id="118" fill="hold">
                            <p:stCondLst>
                              <p:cond delay="1700"/>
                            </p:stCondLst>
                            <p:childTnLst>
                              <p:par>
                                <p:cTn id="83" presetID="42" presetClass="entr" presetSubtype="0" fill="hold" grpId="0" nodeType="after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fill="hold"/>
                                        <p:tgtEl>
                                          <p:spTgt spid="20"/>
                                        </p:tgtEl>
                                        <p:attrNameLst>
                                          <p:attrName>ppt_x</p:attrName>
                                        </p:attrNameLst>
                                      </p:cBhvr>
                                      <p:tavLst>
                                        <p:tav tm="0">
                                          <p:val>
                                            <p:strVal val="#ppt_x"/>
                                          </p:val>
                                        </p:tav>
                                        <p:tav tm="100000">
                                          <p:val>
                                            <p:strVal val="#ppt_x"/>
                                          </p:val>
                                        </p:tav>
                                      </p:tavLst>
                                    </p:anim>
                                    <p:anim calcmode="lin" valueType="num">
                                      <p:cBhvr additive="base">
                                        <p:cTn id="87" dur="6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600"/>
                                        <p:tgtEl>
                                          <p:spTgt spid="21"/>
                                        </p:tgtEl>
                                      </p:cBhvr>
                                    </p:animEffect>
                                    <p:anim calcmode="lin" valueType="num">
                                      <p:cBhvr additive="base">
                                        <p:cTn id="91" dur="600" fill="hold"/>
                                        <p:tgtEl>
                                          <p:spTgt spid="21"/>
                                        </p:tgtEl>
                                        <p:attrNameLst>
                                          <p:attrName>ppt_x</p:attrName>
                                        </p:attrNameLst>
                                      </p:cBhvr>
                                      <p:tavLst>
                                        <p:tav tm="0">
                                          <p:val>
                                            <p:strVal val="#ppt_x"/>
                                          </p:val>
                                        </p:tav>
                                        <p:tav tm="100000">
                                          <p:val>
                                            <p:strVal val="#ppt_x"/>
                                          </p:val>
                                        </p:tav>
                                      </p:tavLst>
                                    </p:anim>
                                    <p:anim calcmode="lin" valueType="num">
                                      <p:cBhvr additive="base">
                                        <p:cTn id="92" dur="6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600"/>
                                        <p:tgtEl>
                                          <p:spTgt spid="22"/>
                                        </p:tgtEl>
                                      </p:cBhvr>
                                    </p:animEffect>
                                    <p:anim calcmode="lin" valueType="num">
                                      <p:cBhvr additive="base">
                                        <p:cTn id="96" dur="600" fill="hold"/>
                                        <p:tgtEl>
                                          <p:spTgt spid="22"/>
                                        </p:tgtEl>
                                        <p:attrNameLst>
                                          <p:attrName>ppt_x</p:attrName>
                                        </p:attrNameLst>
                                      </p:cBhvr>
                                      <p:tavLst>
                                        <p:tav tm="0">
                                          <p:val>
                                            <p:strVal val="#ppt_x"/>
                                          </p:val>
                                        </p:tav>
                                        <p:tav tm="100000">
                                          <p:val>
                                            <p:strVal val="#ppt_x"/>
                                          </p:val>
                                        </p:tav>
                                      </p:tavLst>
                                    </p:anim>
                                    <p:anim calcmode="lin" valueType="num">
                                      <p:cBhvr additive="base">
                                        <p:cTn id="97" dur="6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600"/>
                                        <p:tgtEl>
                                          <p:spTgt spid="23"/>
                                        </p:tgtEl>
                                      </p:cBhvr>
                                    </p:animEffect>
                                    <p:anim calcmode="lin" valueType="num">
                                      <p:cBhvr additive="base">
                                        <p:cTn id="101" dur="600" fill="hold"/>
                                        <p:tgtEl>
                                          <p:spTgt spid="23"/>
                                        </p:tgtEl>
                                        <p:attrNameLst>
                                          <p:attrName>ppt_x</p:attrName>
                                        </p:attrNameLst>
                                      </p:cBhvr>
                                      <p:tavLst>
                                        <p:tav tm="0">
                                          <p:val>
                                            <p:strVal val="#ppt_x"/>
                                          </p:val>
                                        </p:tav>
                                        <p:tav tm="100000">
                                          <p:val>
                                            <p:strVal val="#ppt_x"/>
                                          </p:val>
                                        </p:tav>
                                      </p:tavLst>
                                    </p:anim>
                                    <p:anim calcmode="lin" valueType="num">
                                      <p:cBhvr additive="base">
                                        <p:cTn id="102" dur="6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600"/>
                                        <p:tgtEl>
                                          <p:spTgt spid="24"/>
                                        </p:tgtEl>
                                      </p:cBhvr>
                                    </p:animEffect>
                                    <p:anim calcmode="lin" valueType="num">
                                      <p:cBhvr additive="base">
                                        <p:cTn id="106" dur="600" fill="hold"/>
                                        <p:tgtEl>
                                          <p:spTgt spid="24"/>
                                        </p:tgtEl>
                                        <p:attrNameLst>
                                          <p:attrName>ppt_x</p:attrName>
                                        </p:attrNameLst>
                                      </p:cBhvr>
                                      <p:tavLst>
                                        <p:tav tm="0">
                                          <p:val>
                                            <p:strVal val="#ppt_x"/>
                                          </p:val>
                                        </p:tav>
                                        <p:tav tm="100000">
                                          <p:val>
                                            <p:strVal val="#ppt_x"/>
                                          </p:val>
                                        </p:tav>
                                      </p:tavLst>
                                    </p:anim>
                                    <p:anim calcmode="lin" valueType="num">
                                      <p:cBhvr additive="base">
                                        <p:cTn id="107" dur="600" fill="hold"/>
                                        <p:tgtEl>
                                          <p:spTgt spid="2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600"/>
                                        <p:tgtEl>
                                          <p:spTgt spid="25"/>
                                        </p:tgtEl>
                                      </p:cBhvr>
                                    </p:animEffect>
                                    <p:anim calcmode="lin" valueType="num">
                                      <p:cBhvr additive="base">
                                        <p:cTn id="111" dur="600" fill="hold"/>
                                        <p:tgtEl>
                                          <p:spTgt spid="25"/>
                                        </p:tgtEl>
                                        <p:attrNameLst>
                                          <p:attrName>ppt_x</p:attrName>
                                        </p:attrNameLst>
                                      </p:cBhvr>
                                      <p:tavLst>
                                        <p:tav tm="0">
                                          <p:val>
                                            <p:strVal val="#ppt_x"/>
                                          </p:val>
                                        </p:tav>
                                        <p:tav tm="100000">
                                          <p:val>
                                            <p:strVal val="#ppt_x"/>
                                          </p:val>
                                        </p:tav>
                                      </p:tavLst>
                                    </p:anim>
                                    <p:anim calcmode="lin" valueType="num">
                                      <p:cBhvr additive="base">
                                        <p:cTn id="112" dur="600" fill="hold"/>
                                        <p:tgtEl>
                                          <p:spTgt spid="25"/>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600"/>
                                        <p:tgtEl>
                                          <p:spTgt spid="26"/>
                                        </p:tgtEl>
                                      </p:cBhvr>
                                    </p:animEffect>
                                    <p:anim calcmode="lin" valueType="num">
                                      <p:cBhvr additive="base">
                                        <p:cTn id="116" dur="600" fill="hold"/>
                                        <p:tgtEl>
                                          <p:spTgt spid="26"/>
                                        </p:tgtEl>
                                        <p:attrNameLst>
                                          <p:attrName>ppt_x</p:attrName>
                                        </p:attrNameLst>
                                      </p:cBhvr>
                                      <p:tavLst>
                                        <p:tav tm="0">
                                          <p:val>
                                            <p:strVal val="#ppt_x"/>
                                          </p:val>
                                        </p:tav>
                                        <p:tav tm="100000">
                                          <p:val>
                                            <p:strVal val="#ppt_x"/>
                                          </p:val>
                                        </p:tav>
                                      </p:tavLst>
                                    </p:anim>
                                    <p:anim calcmode="lin" valueType="num">
                                      <p:cBhvr additive="base">
                                        <p:cTn id="117" dur="600" fill="hold"/>
                                        <p:tgtEl>
                                          <p:spTgt spid="26"/>
                                        </p:tgtEl>
                                        <p:attrNameLst>
                                          <p:attrName>ppt_y</p:attrName>
                                        </p:attrNameLst>
                                      </p:cBhvr>
                                      <p:tavLst>
                                        <p:tav tm="0">
                                          <p:val>
                                            <p:strVal val="#ppt_y+.1"/>
                                          </p:val>
                                        </p:tav>
                                        <p:tav tm="100000">
                                          <p:val>
                                            <p:strVal val="#ppt_y"/>
                                          </p:val>
                                        </p:tav>
                                      </p:tavLst>
                                    </p:anim>
                                  </p:childTnLst>
                                </p:cTn>
                              </p:par>
                            </p:childTnLst>
                          </p:cTn>
                        </p:par>
                        <p:par>
                          <p:cTn id="154" fill="hold">
                            <p:stCondLst>
                              <p:cond delay="2300"/>
                            </p:stCondLst>
                            <p:childTnLst>
                              <p:par>
                                <p:cTn id="119" presetID="42" presetClass="entr" presetSubtype="0" fill="hold" grpId="0" nodeType="after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600"/>
                                        <p:tgtEl>
                                          <p:spTgt spid="27"/>
                                        </p:tgtEl>
                                      </p:cBhvr>
                                    </p:animEffect>
                                    <p:anim calcmode="lin" valueType="num">
                                      <p:cBhvr additive="base">
                                        <p:cTn id="122" dur="600" fill="hold"/>
                                        <p:tgtEl>
                                          <p:spTgt spid="27"/>
                                        </p:tgtEl>
                                        <p:attrNameLst>
                                          <p:attrName>ppt_x</p:attrName>
                                        </p:attrNameLst>
                                      </p:cBhvr>
                                      <p:tavLst>
                                        <p:tav tm="0">
                                          <p:val>
                                            <p:strVal val="#ppt_x"/>
                                          </p:val>
                                        </p:tav>
                                        <p:tav tm="100000">
                                          <p:val>
                                            <p:strVal val="#ppt_x"/>
                                          </p:val>
                                        </p:tav>
                                      </p:tavLst>
                                    </p:anim>
                                    <p:anim calcmode="lin" valueType="num">
                                      <p:cBhvr additive="base">
                                        <p:cTn id="123" dur="600" fill="hold"/>
                                        <p:tgtEl>
                                          <p:spTgt spid="27"/>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600"/>
                                        <p:tgtEl>
                                          <p:spTgt spid="28"/>
                                        </p:tgtEl>
                                      </p:cBhvr>
                                    </p:animEffect>
                                    <p:anim calcmode="lin" valueType="num">
                                      <p:cBhvr additive="base">
                                        <p:cTn id="127" dur="600" fill="hold"/>
                                        <p:tgtEl>
                                          <p:spTgt spid="28"/>
                                        </p:tgtEl>
                                        <p:attrNameLst>
                                          <p:attrName>ppt_x</p:attrName>
                                        </p:attrNameLst>
                                      </p:cBhvr>
                                      <p:tavLst>
                                        <p:tav tm="0">
                                          <p:val>
                                            <p:strVal val="#ppt_x"/>
                                          </p:val>
                                        </p:tav>
                                        <p:tav tm="100000">
                                          <p:val>
                                            <p:strVal val="#ppt_x"/>
                                          </p:val>
                                        </p:tav>
                                      </p:tavLst>
                                    </p:anim>
                                    <p:anim calcmode="lin" valueType="num">
                                      <p:cBhvr additive="base">
                                        <p:cTn id="128" dur="600" fill="hold"/>
                                        <p:tgtEl>
                                          <p:spTgt spid="28"/>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600"/>
                                        <p:tgtEl>
                                          <p:spTgt spid="29"/>
                                        </p:tgtEl>
                                      </p:cBhvr>
                                    </p:animEffect>
                                    <p:anim calcmode="lin" valueType="num">
                                      <p:cBhvr additive="base">
                                        <p:cTn id="132" dur="600" fill="hold"/>
                                        <p:tgtEl>
                                          <p:spTgt spid="29"/>
                                        </p:tgtEl>
                                        <p:attrNameLst>
                                          <p:attrName>ppt_x</p:attrName>
                                        </p:attrNameLst>
                                      </p:cBhvr>
                                      <p:tavLst>
                                        <p:tav tm="0">
                                          <p:val>
                                            <p:strVal val="#ppt_x"/>
                                          </p:val>
                                        </p:tav>
                                        <p:tav tm="100000">
                                          <p:val>
                                            <p:strVal val="#ppt_x"/>
                                          </p:val>
                                        </p:tav>
                                      </p:tavLst>
                                    </p:anim>
                                    <p:anim calcmode="lin" valueType="num">
                                      <p:cBhvr additive="base">
                                        <p:cTn id="133" dur="600" fill="hold"/>
                                        <p:tgtEl>
                                          <p:spTgt spid="29"/>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0"/>
                                        </p:tgtEl>
                                        <p:attrNameLst>
                                          <p:attrName>style.visibility</p:attrName>
                                        </p:attrNameLst>
                                      </p:cBhvr>
                                      <p:to>
                                        <p:strVal val="visible"/>
                                      </p:to>
                                    </p:set>
                                    <p:animEffect transition="in" filter="fade">
                                      <p:cBhvr>
                                        <p:cTn id="136" dur="600"/>
                                        <p:tgtEl>
                                          <p:spTgt spid="30"/>
                                        </p:tgtEl>
                                      </p:cBhvr>
                                    </p:animEffect>
                                    <p:anim calcmode="lin" valueType="num">
                                      <p:cBhvr additive="base">
                                        <p:cTn id="137" dur="600" fill="hold"/>
                                        <p:tgtEl>
                                          <p:spTgt spid="30"/>
                                        </p:tgtEl>
                                        <p:attrNameLst>
                                          <p:attrName>ppt_x</p:attrName>
                                        </p:attrNameLst>
                                      </p:cBhvr>
                                      <p:tavLst>
                                        <p:tav tm="0">
                                          <p:val>
                                            <p:strVal val="#ppt_x"/>
                                          </p:val>
                                        </p:tav>
                                        <p:tav tm="100000">
                                          <p:val>
                                            <p:strVal val="#ppt_x"/>
                                          </p:val>
                                        </p:tav>
                                      </p:tavLst>
                                    </p:anim>
                                    <p:anim calcmode="lin" valueType="num">
                                      <p:cBhvr additive="base">
                                        <p:cTn id="138" dur="600" fill="hold"/>
                                        <p:tgtEl>
                                          <p:spTgt spid="30"/>
                                        </p:tgtEl>
                                        <p:attrNameLst>
                                          <p:attrName>ppt_y</p:attrName>
                                        </p:attrNameLst>
                                      </p:cBhvr>
                                      <p:tavLst>
                                        <p:tav tm="0">
                                          <p:val>
                                            <p:strVal val="#ppt_y+.1"/>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31"/>
                                        </p:tgtEl>
                                        <p:attrNameLst>
                                          <p:attrName>style.visibility</p:attrName>
                                        </p:attrNameLst>
                                      </p:cBhvr>
                                      <p:to>
                                        <p:strVal val="visible"/>
                                      </p:to>
                                    </p:set>
                                    <p:animEffect transition="in" filter="fade">
                                      <p:cBhvr>
                                        <p:cTn id="141" dur="600"/>
                                        <p:tgtEl>
                                          <p:spTgt spid="31"/>
                                        </p:tgtEl>
                                      </p:cBhvr>
                                    </p:animEffect>
                                    <p:anim calcmode="lin" valueType="num">
                                      <p:cBhvr additive="base">
                                        <p:cTn id="142" dur="600" fill="hold"/>
                                        <p:tgtEl>
                                          <p:spTgt spid="31"/>
                                        </p:tgtEl>
                                        <p:attrNameLst>
                                          <p:attrName>ppt_x</p:attrName>
                                        </p:attrNameLst>
                                      </p:cBhvr>
                                      <p:tavLst>
                                        <p:tav tm="0">
                                          <p:val>
                                            <p:strVal val="#ppt_x"/>
                                          </p:val>
                                        </p:tav>
                                        <p:tav tm="100000">
                                          <p:val>
                                            <p:strVal val="#ppt_x"/>
                                          </p:val>
                                        </p:tav>
                                      </p:tavLst>
                                    </p:anim>
                                    <p:anim calcmode="lin" valueType="num">
                                      <p:cBhvr additive="base">
                                        <p:cTn id="143" dur="600" fill="hold"/>
                                        <p:tgtEl>
                                          <p:spTgt spid="31"/>
                                        </p:tgtEl>
                                        <p:attrNameLst>
                                          <p:attrName>ppt_y</p:attrName>
                                        </p:attrNameLst>
                                      </p:cBhvr>
                                      <p:tavLst>
                                        <p:tav tm="0">
                                          <p:val>
                                            <p:strVal val="#ppt_y+.1"/>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32"/>
                                        </p:tgtEl>
                                        <p:attrNameLst>
                                          <p:attrName>style.visibility</p:attrName>
                                        </p:attrNameLst>
                                      </p:cBhvr>
                                      <p:to>
                                        <p:strVal val="visible"/>
                                      </p:to>
                                    </p:set>
                                    <p:animEffect transition="in" filter="fade">
                                      <p:cBhvr>
                                        <p:cTn id="146" dur="600"/>
                                        <p:tgtEl>
                                          <p:spTgt spid="32"/>
                                        </p:tgtEl>
                                      </p:cBhvr>
                                    </p:animEffect>
                                    <p:anim calcmode="lin" valueType="num">
                                      <p:cBhvr additive="base">
                                        <p:cTn id="147" dur="600" fill="hold"/>
                                        <p:tgtEl>
                                          <p:spTgt spid="32"/>
                                        </p:tgtEl>
                                        <p:attrNameLst>
                                          <p:attrName>ppt_x</p:attrName>
                                        </p:attrNameLst>
                                      </p:cBhvr>
                                      <p:tavLst>
                                        <p:tav tm="0">
                                          <p:val>
                                            <p:strVal val="#ppt_x"/>
                                          </p:val>
                                        </p:tav>
                                        <p:tav tm="100000">
                                          <p:val>
                                            <p:strVal val="#ppt_x"/>
                                          </p:val>
                                        </p:tav>
                                      </p:tavLst>
                                    </p:anim>
                                    <p:anim calcmode="lin" valueType="num">
                                      <p:cBhvr additive="base">
                                        <p:cTn id="148" dur="600" fill="hold"/>
                                        <p:tgtEl>
                                          <p:spTgt spid="32"/>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33"/>
                                        </p:tgtEl>
                                        <p:attrNameLst>
                                          <p:attrName>style.visibility</p:attrName>
                                        </p:attrNameLst>
                                      </p:cBhvr>
                                      <p:to>
                                        <p:strVal val="visible"/>
                                      </p:to>
                                    </p:set>
                                    <p:animEffect transition="in" filter="fade">
                                      <p:cBhvr>
                                        <p:cTn id="151" dur="600"/>
                                        <p:tgtEl>
                                          <p:spTgt spid="33"/>
                                        </p:tgtEl>
                                      </p:cBhvr>
                                    </p:animEffect>
                                    <p:anim calcmode="lin" valueType="num">
                                      <p:cBhvr additive="base">
                                        <p:cTn id="152" dur="600" fill="hold"/>
                                        <p:tgtEl>
                                          <p:spTgt spid="33"/>
                                        </p:tgtEl>
                                        <p:attrNameLst>
                                          <p:attrName>ppt_x</p:attrName>
                                        </p:attrNameLst>
                                      </p:cBhvr>
                                      <p:tavLst>
                                        <p:tav tm="0">
                                          <p:val>
                                            <p:strVal val="#ppt_x"/>
                                          </p:val>
                                        </p:tav>
                                        <p:tav tm="100000">
                                          <p:val>
                                            <p:strVal val="#ppt_x"/>
                                          </p:val>
                                        </p:tav>
                                      </p:tavLst>
                                    </p:anim>
                                    <p:anim calcmode="lin" valueType="num">
                                      <p:cBhvr additive="base">
                                        <p:cTn id="153" dur="600" fill="hold"/>
                                        <p:tgtEl>
                                          <p:spTgt spid="33"/>
                                        </p:tgtEl>
                                        <p:attrNameLst>
                                          <p:attrName>ppt_y</p:attrName>
                                        </p:attrNameLst>
                                      </p:cBhvr>
                                      <p:tavLst>
                                        <p:tav tm="0">
                                          <p:val>
                                            <p:strVal val="#ppt_y+.1"/>
                                          </p:val>
                                        </p:tav>
                                        <p:tav tm="100000">
                                          <p:val>
                                            <p:strVal val="#ppt_y"/>
                                          </p:val>
                                        </p:tav>
                                      </p:tavLst>
                                    </p:anim>
                                  </p:childTnLst>
                                </p:cTn>
                              </p:par>
                            </p:childTnLst>
                          </p:cTn>
                        </p:par>
                        <p:par>
                          <p:cTn id="190" fill="hold">
                            <p:stCondLst>
                              <p:cond delay="2900"/>
                            </p:stCondLst>
                            <p:childTnLst>
                              <p:par>
                                <p:cTn id="155" presetID="42" presetClass="entr" presetSubtype="0" fill="hold" grpId="0" nodeType="after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600"/>
                                        <p:tgtEl>
                                          <p:spTgt spid="34"/>
                                        </p:tgtEl>
                                      </p:cBhvr>
                                    </p:animEffect>
                                    <p:anim calcmode="lin" valueType="num">
                                      <p:cBhvr additive="base">
                                        <p:cTn id="158" dur="600" fill="hold"/>
                                        <p:tgtEl>
                                          <p:spTgt spid="34"/>
                                        </p:tgtEl>
                                        <p:attrNameLst>
                                          <p:attrName>ppt_x</p:attrName>
                                        </p:attrNameLst>
                                      </p:cBhvr>
                                      <p:tavLst>
                                        <p:tav tm="0">
                                          <p:val>
                                            <p:strVal val="#ppt_x"/>
                                          </p:val>
                                        </p:tav>
                                        <p:tav tm="100000">
                                          <p:val>
                                            <p:strVal val="#ppt_x"/>
                                          </p:val>
                                        </p:tav>
                                      </p:tavLst>
                                    </p:anim>
                                    <p:anim calcmode="lin" valueType="num">
                                      <p:cBhvr additive="base">
                                        <p:cTn id="159" dur="600" fill="hold"/>
                                        <p:tgtEl>
                                          <p:spTgt spid="34"/>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600"/>
                                        <p:tgtEl>
                                          <p:spTgt spid="35"/>
                                        </p:tgtEl>
                                      </p:cBhvr>
                                    </p:animEffect>
                                    <p:anim calcmode="lin" valueType="num">
                                      <p:cBhvr additive="base">
                                        <p:cTn id="163" dur="600" fill="hold"/>
                                        <p:tgtEl>
                                          <p:spTgt spid="35"/>
                                        </p:tgtEl>
                                        <p:attrNameLst>
                                          <p:attrName>ppt_x</p:attrName>
                                        </p:attrNameLst>
                                      </p:cBhvr>
                                      <p:tavLst>
                                        <p:tav tm="0">
                                          <p:val>
                                            <p:strVal val="#ppt_x"/>
                                          </p:val>
                                        </p:tav>
                                        <p:tav tm="100000">
                                          <p:val>
                                            <p:strVal val="#ppt_x"/>
                                          </p:val>
                                        </p:tav>
                                      </p:tavLst>
                                    </p:anim>
                                    <p:anim calcmode="lin" valueType="num">
                                      <p:cBhvr additive="base">
                                        <p:cTn id="164" dur="600" fill="hold"/>
                                        <p:tgtEl>
                                          <p:spTgt spid="35"/>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600"/>
                                        <p:tgtEl>
                                          <p:spTgt spid="36"/>
                                        </p:tgtEl>
                                      </p:cBhvr>
                                    </p:animEffect>
                                    <p:anim calcmode="lin" valueType="num">
                                      <p:cBhvr additive="base">
                                        <p:cTn id="168" dur="600" fill="hold"/>
                                        <p:tgtEl>
                                          <p:spTgt spid="36"/>
                                        </p:tgtEl>
                                        <p:attrNameLst>
                                          <p:attrName>ppt_x</p:attrName>
                                        </p:attrNameLst>
                                      </p:cBhvr>
                                      <p:tavLst>
                                        <p:tav tm="0">
                                          <p:val>
                                            <p:strVal val="#ppt_x"/>
                                          </p:val>
                                        </p:tav>
                                        <p:tav tm="100000">
                                          <p:val>
                                            <p:strVal val="#ppt_x"/>
                                          </p:val>
                                        </p:tav>
                                      </p:tavLst>
                                    </p:anim>
                                    <p:anim calcmode="lin" valueType="num">
                                      <p:cBhvr additive="base">
                                        <p:cTn id="169" dur="600" fill="hold"/>
                                        <p:tgtEl>
                                          <p:spTgt spid="36"/>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600"/>
                                        <p:tgtEl>
                                          <p:spTgt spid="37"/>
                                        </p:tgtEl>
                                      </p:cBhvr>
                                    </p:animEffect>
                                    <p:anim calcmode="lin" valueType="num">
                                      <p:cBhvr additive="base">
                                        <p:cTn id="173" dur="600" fill="hold"/>
                                        <p:tgtEl>
                                          <p:spTgt spid="37"/>
                                        </p:tgtEl>
                                        <p:attrNameLst>
                                          <p:attrName>ppt_x</p:attrName>
                                        </p:attrNameLst>
                                      </p:cBhvr>
                                      <p:tavLst>
                                        <p:tav tm="0">
                                          <p:val>
                                            <p:strVal val="#ppt_x"/>
                                          </p:val>
                                        </p:tav>
                                        <p:tav tm="100000">
                                          <p:val>
                                            <p:strVal val="#ppt_x"/>
                                          </p:val>
                                        </p:tav>
                                      </p:tavLst>
                                    </p:anim>
                                    <p:anim calcmode="lin" valueType="num">
                                      <p:cBhvr additive="base">
                                        <p:cTn id="174" dur="600" fill="hold"/>
                                        <p:tgtEl>
                                          <p:spTgt spid="37"/>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600"/>
                                        <p:tgtEl>
                                          <p:spTgt spid="38"/>
                                        </p:tgtEl>
                                      </p:cBhvr>
                                    </p:animEffect>
                                    <p:anim calcmode="lin" valueType="num">
                                      <p:cBhvr additive="base">
                                        <p:cTn id="178" dur="600" fill="hold"/>
                                        <p:tgtEl>
                                          <p:spTgt spid="38"/>
                                        </p:tgtEl>
                                        <p:attrNameLst>
                                          <p:attrName>ppt_x</p:attrName>
                                        </p:attrNameLst>
                                      </p:cBhvr>
                                      <p:tavLst>
                                        <p:tav tm="0">
                                          <p:val>
                                            <p:strVal val="#ppt_x"/>
                                          </p:val>
                                        </p:tav>
                                        <p:tav tm="100000">
                                          <p:val>
                                            <p:strVal val="#ppt_x"/>
                                          </p:val>
                                        </p:tav>
                                      </p:tavLst>
                                    </p:anim>
                                    <p:anim calcmode="lin" valueType="num">
                                      <p:cBhvr additive="base">
                                        <p:cTn id="179" dur="600" fill="hold"/>
                                        <p:tgtEl>
                                          <p:spTgt spid="38"/>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600"/>
                                        <p:tgtEl>
                                          <p:spTgt spid="39"/>
                                        </p:tgtEl>
                                      </p:cBhvr>
                                    </p:animEffect>
                                    <p:anim calcmode="lin" valueType="num">
                                      <p:cBhvr additive="base">
                                        <p:cTn id="183" dur="600" fill="hold"/>
                                        <p:tgtEl>
                                          <p:spTgt spid="39"/>
                                        </p:tgtEl>
                                        <p:attrNameLst>
                                          <p:attrName>ppt_x</p:attrName>
                                        </p:attrNameLst>
                                      </p:cBhvr>
                                      <p:tavLst>
                                        <p:tav tm="0">
                                          <p:val>
                                            <p:strVal val="#ppt_x"/>
                                          </p:val>
                                        </p:tav>
                                        <p:tav tm="100000">
                                          <p:val>
                                            <p:strVal val="#ppt_x"/>
                                          </p:val>
                                        </p:tav>
                                      </p:tavLst>
                                    </p:anim>
                                    <p:anim calcmode="lin" valueType="num">
                                      <p:cBhvr additive="base">
                                        <p:cTn id="184" dur="600" fill="hold"/>
                                        <p:tgtEl>
                                          <p:spTgt spid="39"/>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600"/>
                                        <p:tgtEl>
                                          <p:spTgt spid="40"/>
                                        </p:tgtEl>
                                      </p:cBhvr>
                                    </p:animEffect>
                                    <p:anim calcmode="lin" valueType="num">
                                      <p:cBhvr additive="base">
                                        <p:cTn id="188" dur="600" fill="hold"/>
                                        <p:tgtEl>
                                          <p:spTgt spid="40"/>
                                        </p:tgtEl>
                                        <p:attrNameLst>
                                          <p:attrName>ppt_x</p:attrName>
                                        </p:attrNameLst>
                                      </p:cBhvr>
                                      <p:tavLst>
                                        <p:tav tm="0">
                                          <p:val>
                                            <p:strVal val="#ppt_x"/>
                                          </p:val>
                                        </p:tav>
                                        <p:tav tm="100000">
                                          <p:val>
                                            <p:strVal val="#ppt_x"/>
                                          </p:val>
                                        </p:tav>
                                      </p:tavLst>
                                    </p:anim>
                                    <p:anim calcmode="lin" valueType="num">
                                      <p:cBhvr additive="base">
                                        <p:cTn id="189" dur="600" fill="hold"/>
                                        <p:tgtEl>
                                          <p:spTgt spid="40"/>
                                        </p:tgtEl>
                                        <p:attrNameLst>
                                          <p:attrName>ppt_y</p:attrName>
                                        </p:attrNameLst>
                                      </p:cBhvr>
                                      <p:tavLst>
                                        <p:tav tm="0">
                                          <p:val>
                                            <p:strVal val="#ppt_y+.1"/>
                                          </p:val>
                                        </p:tav>
                                        <p:tav tm="100000">
                                          <p:val>
                                            <p:strVal val="#ppt_y"/>
                                          </p:val>
                                        </p:tav>
                                      </p:tavLst>
                                    </p:anim>
                                  </p:childTnLst>
                                </p:cTn>
                              </p:par>
                            </p:childTnLst>
                          </p:cTn>
                        </p:par>
                        <p:par>
                          <p:cTn id="226" fill="hold">
                            <p:stCondLst>
                              <p:cond delay="3500"/>
                            </p:stCondLst>
                            <p:childTnLst>
                              <p:par>
                                <p:cTn id="191" presetID="42" presetClass="entr" presetSubtype="0" fill="hold" grpId="0" nodeType="afterEffect">
                                  <p:stCondLst>
                                    <p:cond delay="0"/>
                                  </p:stCondLst>
                                  <p:childTnLst>
                                    <p:set>
                                      <p:cBhvr>
                                        <p:cTn id="192" dur="1" fill="hold">
                                          <p:stCondLst>
                                            <p:cond delay="0"/>
                                          </p:stCondLst>
                                        </p:cTn>
                                        <p:tgtEl>
                                          <p:spTgt spid="41"/>
                                        </p:tgtEl>
                                        <p:attrNameLst>
                                          <p:attrName>style.visibility</p:attrName>
                                        </p:attrNameLst>
                                      </p:cBhvr>
                                      <p:to>
                                        <p:strVal val="visible"/>
                                      </p:to>
                                    </p:set>
                                    <p:animEffect transition="in" filter="fade">
                                      <p:cBhvr>
                                        <p:cTn id="193" dur="600"/>
                                        <p:tgtEl>
                                          <p:spTgt spid="41"/>
                                        </p:tgtEl>
                                      </p:cBhvr>
                                    </p:animEffect>
                                    <p:anim calcmode="lin" valueType="num">
                                      <p:cBhvr additive="base">
                                        <p:cTn id="194" dur="600" fill="hold"/>
                                        <p:tgtEl>
                                          <p:spTgt spid="41"/>
                                        </p:tgtEl>
                                        <p:attrNameLst>
                                          <p:attrName>ppt_x</p:attrName>
                                        </p:attrNameLst>
                                      </p:cBhvr>
                                      <p:tavLst>
                                        <p:tav tm="0">
                                          <p:val>
                                            <p:strVal val="#ppt_x"/>
                                          </p:val>
                                        </p:tav>
                                        <p:tav tm="100000">
                                          <p:val>
                                            <p:strVal val="#ppt_x"/>
                                          </p:val>
                                        </p:tav>
                                      </p:tavLst>
                                    </p:anim>
                                    <p:anim calcmode="lin" valueType="num">
                                      <p:cBhvr additive="base">
                                        <p:cTn id="195" dur="600" fill="hold"/>
                                        <p:tgtEl>
                                          <p:spTgt spid="41"/>
                                        </p:tgtEl>
                                        <p:attrNameLst>
                                          <p:attrName>ppt_y</p:attrName>
                                        </p:attrNameLst>
                                      </p:cBhvr>
                                      <p:tavLst>
                                        <p:tav tm="0">
                                          <p:val>
                                            <p:strVal val="#ppt_y+.1"/>
                                          </p:val>
                                        </p:tav>
                                        <p:tav tm="100000">
                                          <p:val>
                                            <p:strVal val="#ppt_y"/>
                                          </p:val>
                                        </p:tav>
                                      </p:tavLst>
                                    </p:anim>
                                  </p:childTnLst>
                                </p:cTn>
                              </p:par>
                              <p:par>
                                <p:cTn id="196" presetID="42" presetClass="entr" presetSubtype="0" fill="hold" grpId="0" nodeType="withEffect">
                                  <p:stCondLst>
                                    <p:cond delay="0"/>
                                  </p:stCondLst>
                                  <p:childTnLst>
                                    <p:set>
                                      <p:cBhvr>
                                        <p:cTn id="197" dur="1" fill="hold">
                                          <p:stCondLst>
                                            <p:cond delay="0"/>
                                          </p:stCondLst>
                                        </p:cTn>
                                        <p:tgtEl>
                                          <p:spTgt spid="42"/>
                                        </p:tgtEl>
                                        <p:attrNameLst>
                                          <p:attrName>style.visibility</p:attrName>
                                        </p:attrNameLst>
                                      </p:cBhvr>
                                      <p:to>
                                        <p:strVal val="visible"/>
                                      </p:to>
                                    </p:set>
                                    <p:animEffect transition="in" filter="fade">
                                      <p:cBhvr>
                                        <p:cTn id="198" dur="600"/>
                                        <p:tgtEl>
                                          <p:spTgt spid="42"/>
                                        </p:tgtEl>
                                      </p:cBhvr>
                                    </p:animEffect>
                                    <p:anim calcmode="lin" valueType="num">
                                      <p:cBhvr additive="base">
                                        <p:cTn id="199" dur="600" fill="hold"/>
                                        <p:tgtEl>
                                          <p:spTgt spid="42"/>
                                        </p:tgtEl>
                                        <p:attrNameLst>
                                          <p:attrName>ppt_x</p:attrName>
                                        </p:attrNameLst>
                                      </p:cBhvr>
                                      <p:tavLst>
                                        <p:tav tm="0">
                                          <p:val>
                                            <p:strVal val="#ppt_x"/>
                                          </p:val>
                                        </p:tav>
                                        <p:tav tm="100000">
                                          <p:val>
                                            <p:strVal val="#ppt_x"/>
                                          </p:val>
                                        </p:tav>
                                      </p:tavLst>
                                    </p:anim>
                                    <p:anim calcmode="lin" valueType="num">
                                      <p:cBhvr additive="base">
                                        <p:cTn id="200" dur="600" fill="hold"/>
                                        <p:tgtEl>
                                          <p:spTgt spid="42"/>
                                        </p:tgtEl>
                                        <p:attrNameLst>
                                          <p:attrName>ppt_y</p:attrName>
                                        </p:attrNameLst>
                                      </p:cBhvr>
                                      <p:tavLst>
                                        <p:tav tm="0">
                                          <p:val>
                                            <p:strVal val="#ppt_y+.1"/>
                                          </p:val>
                                        </p:tav>
                                        <p:tav tm="100000">
                                          <p:val>
                                            <p:strVal val="#ppt_y"/>
                                          </p:val>
                                        </p:tav>
                                      </p:tavLst>
                                    </p:anim>
                                  </p:childTnLst>
                                </p:cTn>
                              </p:par>
                              <p:par>
                                <p:cTn id="201" presetID="42" presetClass="entr" presetSubtype="0" fill="hold" grpId="0" nodeType="withEffect">
                                  <p:stCondLst>
                                    <p:cond delay="0"/>
                                  </p:stCondLst>
                                  <p:childTnLst>
                                    <p:set>
                                      <p:cBhvr>
                                        <p:cTn id="202" dur="1" fill="hold">
                                          <p:stCondLst>
                                            <p:cond delay="0"/>
                                          </p:stCondLst>
                                        </p:cTn>
                                        <p:tgtEl>
                                          <p:spTgt spid="43"/>
                                        </p:tgtEl>
                                        <p:attrNameLst>
                                          <p:attrName>style.visibility</p:attrName>
                                        </p:attrNameLst>
                                      </p:cBhvr>
                                      <p:to>
                                        <p:strVal val="visible"/>
                                      </p:to>
                                    </p:set>
                                    <p:animEffect transition="in" filter="fade">
                                      <p:cBhvr>
                                        <p:cTn id="203" dur="600"/>
                                        <p:tgtEl>
                                          <p:spTgt spid="43"/>
                                        </p:tgtEl>
                                      </p:cBhvr>
                                    </p:animEffect>
                                    <p:anim calcmode="lin" valueType="num">
                                      <p:cBhvr additive="base">
                                        <p:cTn id="204" dur="600" fill="hold"/>
                                        <p:tgtEl>
                                          <p:spTgt spid="43"/>
                                        </p:tgtEl>
                                        <p:attrNameLst>
                                          <p:attrName>ppt_x</p:attrName>
                                        </p:attrNameLst>
                                      </p:cBhvr>
                                      <p:tavLst>
                                        <p:tav tm="0">
                                          <p:val>
                                            <p:strVal val="#ppt_x"/>
                                          </p:val>
                                        </p:tav>
                                        <p:tav tm="100000">
                                          <p:val>
                                            <p:strVal val="#ppt_x"/>
                                          </p:val>
                                        </p:tav>
                                      </p:tavLst>
                                    </p:anim>
                                    <p:anim calcmode="lin" valueType="num">
                                      <p:cBhvr additive="base">
                                        <p:cTn id="205" dur="600" fill="hold"/>
                                        <p:tgtEl>
                                          <p:spTgt spid="43"/>
                                        </p:tgtEl>
                                        <p:attrNameLst>
                                          <p:attrName>ppt_y</p:attrName>
                                        </p:attrNameLst>
                                      </p:cBhvr>
                                      <p:tavLst>
                                        <p:tav tm="0">
                                          <p:val>
                                            <p:strVal val="#ppt_y+.1"/>
                                          </p:val>
                                        </p:tav>
                                        <p:tav tm="100000">
                                          <p:val>
                                            <p:strVal val="#ppt_y"/>
                                          </p:val>
                                        </p:tav>
                                      </p:tavLst>
                                    </p:anim>
                                  </p:childTnLst>
                                </p:cTn>
                              </p:par>
                              <p:par>
                                <p:cTn id="206" presetID="42" presetClass="entr" presetSubtype="0" fill="hold" grpId="0" nodeType="withEffect">
                                  <p:stCondLst>
                                    <p:cond delay="0"/>
                                  </p:stCondLst>
                                  <p:childTnLst>
                                    <p:set>
                                      <p:cBhvr>
                                        <p:cTn id="207" dur="1" fill="hold">
                                          <p:stCondLst>
                                            <p:cond delay="0"/>
                                          </p:stCondLst>
                                        </p:cTn>
                                        <p:tgtEl>
                                          <p:spTgt spid="44"/>
                                        </p:tgtEl>
                                        <p:attrNameLst>
                                          <p:attrName>style.visibility</p:attrName>
                                        </p:attrNameLst>
                                      </p:cBhvr>
                                      <p:to>
                                        <p:strVal val="visible"/>
                                      </p:to>
                                    </p:set>
                                    <p:animEffect transition="in" filter="fade">
                                      <p:cBhvr>
                                        <p:cTn id="208" dur="600"/>
                                        <p:tgtEl>
                                          <p:spTgt spid="44"/>
                                        </p:tgtEl>
                                      </p:cBhvr>
                                    </p:animEffect>
                                    <p:anim calcmode="lin" valueType="num">
                                      <p:cBhvr additive="base">
                                        <p:cTn id="209" dur="600" fill="hold"/>
                                        <p:tgtEl>
                                          <p:spTgt spid="44"/>
                                        </p:tgtEl>
                                        <p:attrNameLst>
                                          <p:attrName>ppt_x</p:attrName>
                                        </p:attrNameLst>
                                      </p:cBhvr>
                                      <p:tavLst>
                                        <p:tav tm="0">
                                          <p:val>
                                            <p:strVal val="#ppt_x"/>
                                          </p:val>
                                        </p:tav>
                                        <p:tav tm="100000">
                                          <p:val>
                                            <p:strVal val="#ppt_x"/>
                                          </p:val>
                                        </p:tav>
                                      </p:tavLst>
                                    </p:anim>
                                    <p:anim calcmode="lin" valueType="num">
                                      <p:cBhvr additive="base">
                                        <p:cTn id="210" dur="600" fill="hold"/>
                                        <p:tgtEl>
                                          <p:spTgt spid="44"/>
                                        </p:tgtEl>
                                        <p:attrNameLst>
                                          <p:attrName>ppt_y</p:attrName>
                                        </p:attrNameLst>
                                      </p:cBhvr>
                                      <p:tavLst>
                                        <p:tav tm="0">
                                          <p:val>
                                            <p:strVal val="#ppt_y+.1"/>
                                          </p:val>
                                        </p:tav>
                                        <p:tav tm="100000">
                                          <p:val>
                                            <p:strVal val="#ppt_y"/>
                                          </p:val>
                                        </p:tav>
                                      </p:tavLst>
                                    </p:anim>
                                  </p:childTnLst>
                                </p:cTn>
                              </p:par>
                              <p:par>
                                <p:cTn id="211" presetID="42" presetClass="entr" presetSubtype="0" fill="hold" grpId="0" nodeType="withEffect">
                                  <p:stCondLst>
                                    <p:cond delay="0"/>
                                  </p:stCondLst>
                                  <p:childTnLst>
                                    <p:set>
                                      <p:cBhvr>
                                        <p:cTn id="212" dur="1" fill="hold">
                                          <p:stCondLst>
                                            <p:cond delay="0"/>
                                          </p:stCondLst>
                                        </p:cTn>
                                        <p:tgtEl>
                                          <p:spTgt spid="45"/>
                                        </p:tgtEl>
                                        <p:attrNameLst>
                                          <p:attrName>style.visibility</p:attrName>
                                        </p:attrNameLst>
                                      </p:cBhvr>
                                      <p:to>
                                        <p:strVal val="visible"/>
                                      </p:to>
                                    </p:set>
                                    <p:animEffect transition="in" filter="fade">
                                      <p:cBhvr>
                                        <p:cTn id="213" dur="600"/>
                                        <p:tgtEl>
                                          <p:spTgt spid="45"/>
                                        </p:tgtEl>
                                      </p:cBhvr>
                                    </p:animEffect>
                                    <p:anim calcmode="lin" valueType="num">
                                      <p:cBhvr additive="base">
                                        <p:cTn id="214" dur="600" fill="hold"/>
                                        <p:tgtEl>
                                          <p:spTgt spid="45"/>
                                        </p:tgtEl>
                                        <p:attrNameLst>
                                          <p:attrName>ppt_x</p:attrName>
                                        </p:attrNameLst>
                                      </p:cBhvr>
                                      <p:tavLst>
                                        <p:tav tm="0">
                                          <p:val>
                                            <p:strVal val="#ppt_x"/>
                                          </p:val>
                                        </p:tav>
                                        <p:tav tm="100000">
                                          <p:val>
                                            <p:strVal val="#ppt_x"/>
                                          </p:val>
                                        </p:tav>
                                      </p:tavLst>
                                    </p:anim>
                                    <p:anim calcmode="lin" valueType="num">
                                      <p:cBhvr additive="base">
                                        <p:cTn id="215" dur="600" fill="hold"/>
                                        <p:tgtEl>
                                          <p:spTgt spid="45"/>
                                        </p:tgtEl>
                                        <p:attrNameLst>
                                          <p:attrName>ppt_y</p:attrName>
                                        </p:attrNameLst>
                                      </p:cBhvr>
                                      <p:tavLst>
                                        <p:tav tm="0">
                                          <p:val>
                                            <p:strVal val="#ppt_y+.1"/>
                                          </p:val>
                                        </p:tav>
                                        <p:tav tm="100000">
                                          <p:val>
                                            <p:strVal val="#ppt_y"/>
                                          </p:val>
                                        </p:tav>
                                      </p:tavLst>
                                    </p:anim>
                                  </p:childTnLst>
                                </p:cTn>
                              </p:par>
                              <p:par>
                                <p:cTn id="216" presetID="42" presetClass="entr" presetSubtype="0" fill="hold" grpId="0" nodeType="withEffect">
                                  <p:stCondLst>
                                    <p:cond delay="0"/>
                                  </p:stCondLst>
                                  <p:childTnLst>
                                    <p:set>
                                      <p:cBhvr>
                                        <p:cTn id="217" dur="1" fill="hold">
                                          <p:stCondLst>
                                            <p:cond delay="0"/>
                                          </p:stCondLst>
                                        </p:cTn>
                                        <p:tgtEl>
                                          <p:spTgt spid="46"/>
                                        </p:tgtEl>
                                        <p:attrNameLst>
                                          <p:attrName>style.visibility</p:attrName>
                                        </p:attrNameLst>
                                      </p:cBhvr>
                                      <p:to>
                                        <p:strVal val="visible"/>
                                      </p:to>
                                    </p:set>
                                    <p:animEffect transition="in" filter="fade">
                                      <p:cBhvr>
                                        <p:cTn id="218" dur="600"/>
                                        <p:tgtEl>
                                          <p:spTgt spid="46"/>
                                        </p:tgtEl>
                                      </p:cBhvr>
                                    </p:animEffect>
                                    <p:anim calcmode="lin" valueType="num">
                                      <p:cBhvr additive="base">
                                        <p:cTn id="219" dur="600" fill="hold"/>
                                        <p:tgtEl>
                                          <p:spTgt spid="46"/>
                                        </p:tgtEl>
                                        <p:attrNameLst>
                                          <p:attrName>ppt_x</p:attrName>
                                        </p:attrNameLst>
                                      </p:cBhvr>
                                      <p:tavLst>
                                        <p:tav tm="0">
                                          <p:val>
                                            <p:strVal val="#ppt_x"/>
                                          </p:val>
                                        </p:tav>
                                        <p:tav tm="100000">
                                          <p:val>
                                            <p:strVal val="#ppt_x"/>
                                          </p:val>
                                        </p:tav>
                                      </p:tavLst>
                                    </p:anim>
                                    <p:anim calcmode="lin" valueType="num">
                                      <p:cBhvr additive="base">
                                        <p:cTn id="220" dur="600" fill="hold"/>
                                        <p:tgtEl>
                                          <p:spTgt spid="46"/>
                                        </p:tgtEl>
                                        <p:attrNameLst>
                                          <p:attrName>ppt_y</p:attrName>
                                        </p:attrNameLst>
                                      </p:cBhvr>
                                      <p:tavLst>
                                        <p:tav tm="0">
                                          <p:val>
                                            <p:strVal val="#ppt_y+.1"/>
                                          </p:val>
                                        </p:tav>
                                        <p:tav tm="100000">
                                          <p:val>
                                            <p:strVal val="#ppt_y"/>
                                          </p:val>
                                        </p:tav>
                                      </p:tavLst>
                                    </p:anim>
                                  </p:childTnLst>
                                </p:cTn>
                              </p:par>
                              <p:par>
                                <p:cTn id="221" presetID="42" presetClass="entr" presetSubtype="0" fill="hold" grpId="0" nodeType="withEffect">
                                  <p:stCondLst>
                                    <p:cond delay="0"/>
                                  </p:stCondLst>
                                  <p:childTnLst>
                                    <p:set>
                                      <p:cBhvr>
                                        <p:cTn id="222" dur="1" fill="hold">
                                          <p:stCondLst>
                                            <p:cond delay="0"/>
                                          </p:stCondLst>
                                        </p:cTn>
                                        <p:tgtEl>
                                          <p:spTgt spid="47"/>
                                        </p:tgtEl>
                                        <p:attrNameLst>
                                          <p:attrName>style.visibility</p:attrName>
                                        </p:attrNameLst>
                                      </p:cBhvr>
                                      <p:to>
                                        <p:strVal val="visible"/>
                                      </p:to>
                                    </p:set>
                                    <p:animEffect transition="in" filter="fade">
                                      <p:cBhvr>
                                        <p:cTn id="223" dur="600"/>
                                        <p:tgtEl>
                                          <p:spTgt spid="47"/>
                                        </p:tgtEl>
                                      </p:cBhvr>
                                    </p:animEffect>
                                    <p:anim calcmode="lin" valueType="num">
                                      <p:cBhvr additive="base">
                                        <p:cTn id="224" dur="600" fill="hold"/>
                                        <p:tgtEl>
                                          <p:spTgt spid="47"/>
                                        </p:tgtEl>
                                        <p:attrNameLst>
                                          <p:attrName>ppt_x</p:attrName>
                                        </p:attrNameLst>
                                      </p:cBhvr>
                                      <p:tavLst>
                                        <p:tav tm="0">
                                          <p:val>
                                            <p:strVal val="#ppt_x"/>
                                          </p:val>
                                        </p:tav>
                                        <p:tav tm="100000">
                                          <p:val>
                                            <p:strVal val="#ppt_x"/>
                                          </p:val>
                                        </p:tav>
                                      </p:tavLst>
                                    </p:anim>
                                    <p:anim calcmode="lin" valueType="num">
                                      <p:cBhvr additive="base">
                                        <p:cTn id="225" dur="600" fill="hold"/>
                                        <p:tgtEl>
                                          <p:spTgt spid="47"/>
                                        </p:tgtEl>
                                        <p:attrNameLst>
                                          <p:attrName>ppt_y</p:attrName>
                                        </p:attrNameLst>
                                      </p:cBhvr>
                                      <p:tavLst>
                                        <p:tav tm="0">
                                          <p:val>
                                            <p:strVal val="#ppt_y+.1"/>
                                          </p:val>
                                        </p:tav>
                                        <p:tav tm="100000">
                                          <p:val>
                                            <p:strVal val="#ppt_y"/>
                                          </p:val>
                                        </p:tav>
                                      </p:tavLst>
                                    </p:anim>
                                  </p:childTnLst>
                                </p:cTn>
                              </p:par>
                            </p:childTnLst>
                          </p:cTn>
                        </p:par>
                        <p:par>
                          <p:cTn id="230" fill="hold">
                            <p:stCondLst>
                              <p:cond delay="4100"/>
                            </p:stCondLst>
                            <p:childTnLst>
                              <p:par>
                                <p:cTn id="227" presetID="10" presetClass="entr" presetSubtype="0" fill="hold" grpId="0" nodeType="afterEffect">
                                  <p:stCondLst>
                                    <p:cond delay="0"/>
                                  </p:stCondLst>
                                  <p:childTnLst>
                                    <p:set>
                                      <p:cBhvr>
                                        <p:cTn id="228" dur="1" fill="hold">
                                          <p:stCondLst>
                                            <p:cond delay="0"/>
                                          </p:stCondLst>
                                        </p:cTn>
                                        <p:tgtEl>
                                          <p:spTgt spid="48"/>
                                        </p:tgtEl>
                                        <p:attrNameLst>
                                          <p:attrName>style.visibility</p:attrName>
                                        </p:attrNameLst>
                                      </p:cBhvr>
                                      <p:to>
                                        <p:strVal val="visible"/>
                                      </p:to>
                                    </p:set>
                                    <p:animEffect transition="in" filter="fade">
                                      <p:cBhvr>
                                        <p:cTn id="22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P spid="42" grpId="0" animBg="1"/>
      <p:bldP spid="44" grpId="0" animBg="1"/>
      <p:bldP spid="45" grpId="0" animBg="1"/>
      <p:bldP spid="46" grpId="0" animBg="1"/>
      <p:bldP spid="47"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14</a:t>
            </a:r>
            <a:endParaRPr lang="en-US" sz="800" dirty="0"/>
          </a:p>
        </p:txBody>
      </p:sp>
      <p:sp>
        <p:nvSpPr>
          <p:cNvPr id="4" name="a1f_349"/>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06 · PERSPECTIVES</a:t>
            </a:r>
            <a:endParaRPr lang="en-US" sz="1100" dirty="0"/>
          </a:p>
        </p:txBody>
      </p:sp>
      <p:sp>
        <p:nvSpPr>
          <p:cNvPr id="5" name="a1f_350"/>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Les évolutions possibles</a:t>
            </a:r>
            <a:endParaRPr lang="en-US" sz="2800" dirty="0"/>
          </a:p>
        </p:txBody>
      </p:sp>
      <p:sp>
        <p:nvSpPr>
          <p:cNvPr id="6" name="a2w_351"/>
          <p:cNvSpPr/>
          <p:nvPr/>
        </p:nvSpPr>
        <p:spPr>
          <a:xfrm>
            <a:off x="914400" y="2880360"/>
            <a:ext cx="7315200" cy="0"/>
          </a:xfrm>
          <a:prstGeom prst="line">
            <a:avLst/>
          </a:prstGeom>
          <a:noFill/>
          <a:ln w="38100">
            <a:solidFill>
              <a:srgbClr val="C9C3F5"/>
            </a:solidFill>
            <a:prstDash val="solid"/>
          </a:ln>
        </p:spPr>
      </p:sp>
      <p:sp>
        <p:nvSpPr>
          <p:cNvPr id="7" name="a3z_352"/>
          <p:cNvSpPr/>
          <p:nvPr/>
        </p:nvSpPr>
        <p:spPr>
          <a:xfrm>
            <a:off x="914400" y="2606040"/>
            <a:ext cx="548640" cy="548640"/>
          </a:xfrm>
          <a:prstGeom prst="ellipse">
            <a:avLst/>
          </a:prstGeom>
          <a:solidFill>
            <a:srgbClr val="7B68EE"/>
          </a:solidFill>
          <a:ln w="12700">
            <a:solidFill>
              <a:srgbClr val="7B68EE"/>
            </a:solidFill>
            <a:prstDash val="solid"/>
          </a:ln>
        </p:spPr>
      </p:sp>
      <p:pic>
        <p:nvPicPr>
          <p:cNvPr id="8" name="a3z_352i" descr="preencoded.png">    </p:cNvPr>
          <p:cNvPicPr>
            <a:picLocks noChangeAspect="1"/>
          </p:cNvPicPr>
          <p:nvPr/>
        </p:nvPicPr>
        <p:blipFill>
          <a:blip r:embed="rId1"/>
          <a:stretch>
            <a:fillRect/>
          </a:stretch>
        </p:blipFill>
        <p:spPr>
          <a:xfrm>
            <a:off x="1046074" y="2737714"/>
            <a:ext cx="285293" cy="285293"/>
          </a:xfrm>
          <a:prstGeom prst="rect">
            <a:avLst/>
          </a:prstGeom>
        </p:spPr>
      </p:pic>
      <p:sp>
        <p:nvSpPr>
          <p:cNvPr id="9" name="a3f_353"/>
          <p:cNvSpPr txBox="1"/>
          <p:nvPr/>
        </p:nvSpPr>
        <p:spPr>
          <a:xfrm>
            <a:off x="502920" y="1325880"/>
            <a:ext cx="1371600" cy="1005840"/>
          </a:xfrm>
          <a:prstGeom prst="rect">
            <a:avLst/>
          </a:prstGeom>
          <a:noFill/>
          <a:ln/>
        </p:spPr>
        <p:txBody>
          <a:bodyPr wrap="square" lIns="0" tIns="0" rIns="0" bIns="0" rtlCol="0" anchor="b"/>
          <a:lstStyle/>
          <a:p>
            <a:pPr algn="ctr" indent="0" marL="0">
              <a:spcAft>
                <a:spcPts val="300"/>
              </a:spcAft>
              <a:buNone/>
            </a:pPr>
            <a:r>
              <a:rPr lang="en-US" sz="1200" b="1" dirty="0">
                <a:solidFill>
                  <a:srgbClr val="1A1446"/>
                </a:solidFill>
                <a:latin typeface="Arial" pitchFamily="34" charset="0"/>
                <a:ea typeface="Arial" pitchFamily="34" charset="-122"/>
                <a:cs typeface="Arial" pitchFamily="34" charset="-120"/>
              </a:rPr>
              <a:t>Registre de présence</a:t>
            </a:r>
            <a:endParaRPr lang="en-US" sz="1200" dirty="0"/>
          </a:p>
          <a:p>
            <a:pPr algn="ctr" indent="0" marL="0">
              <a:spcAft>
                <a:spcPts val="300"/>
              </a:spcAft>
              <a:buNone/>
            </a:pPr>
            <a:r>
              <a:rPr lang="en-US" sz="950" dirty="0">
                <a:solidFill>
                  <a:srgbClr val="5F5B7A"/>
                </a:solidFill>
                <a:latin typeface="Arial" pitchFamily="34" charset="0"/>
                <a:ea typeface="Arial" pitchFamily="34" charset="-122"/>
                <a:cs typeface="Arial" pitchFamily="34" charset="-120"/>
              </a:rPr>
              <a:t>Chaque reconnaissance horodatée et enregistrée.</a:t>
            </a:r>
            <a:endParaRPr lang="en-US" sz="1200" dirty="0"/>
          </a:p>
        </p:txBody>
      </p:sp>
      <p:sp>
        <p:nvSpPr>
          <p:cNvPr id="10" name="a4z_354"/>
          <p:cNvSpPr/>
          <p:nvPr/>
        </p:nvSpPr>
        <p:spPr>
          <a:xfrm>
            <a:off x="2267712" y="2606040"/>
            <a:ext cx="548640" cy="548640"/>
          </a:xfrm>
          <a:prstGeom prst="ellipse">
            <a:avLst/>
          </a:prstGeom>
          <a:solidFill>
            <a:srgbClr val="1FA2FF"/>
          </a:solidFill>
          <a:ln w="12700">
            <a:solidFill>
              <a:srgbClr val="1FA2FF"/>
            </a:solidFill>
            <a:prstDash val="solid"/>
          </a:ln>
        </p:spPr>
      </p:sp>
      <p:pic>
        <p:nvPicPr>
          <p:cNvPr id="11" name="a4z_354i" descr="preencoded.png">    </p:cNvPr>
          <p:cNvPicPr>
            <a:picLocks noChangeAspect="1"/>
          </p:cNvPicPr>
          <p:nvPr/>
        </p:nvPicPr>
        <p:blipFill>
          <a:blip r:embed="rId2"/>
          <a:stretch>
            <a:fillRect/>
          </a:stretch>
        </p:blipFill>
        <p:spPr>
          <a:xfrm>
            <a:off x="2399386" y="2737714"/>
            <a:ext cx="285293" cy="285293"/>
          </a:xfrm>
          <a:prstGeom prst="rect">
            <a:avLst/>
          </a:prstGeom>
        </p:spPr>
      </p:pic>
      <p:sp>
        <p:nvSpPr>
          <p:cNvPr id="12" name="a4f_355"/>
          <p:cNvSpPr txBox="1"/>
          <p:nvPr/>
        </p:nvSpPr>
        <p:spPr>
          <a:xfrm>
            <a:off x="1856232" y="3310128"/>
            <a:ext cx="1371600" cy="1005840"/>
          </a:xfrm>
          <a:prstGeom prst="rect">
            <a:avLst/>
          </a:prstGeom>
          <a:noFill/>
          <a:ln/>
        </p:spPr>
        <p:txBody>
          <a:bodyPr wrap="square" lIns="0" tIns="0" rIns="0" bIns="0" rtlCol="0" anchor="t"/>
          <a:lstStyle/>
          <a:p>
            <a:pPr algn="ctr" indent="0" marL="0">
              <a:spcAft>
                <a:spcPts val="300"/>
              </a:spcAft>
              <a:buNone/>
            </a:pPr>
            <a:r>
              <a:rPr lang="en-US" sz="1200" b="1" dirty="0">
                <a:solidFill>
                  <a:srgbClr val="1A1446"/>
                </a:solidFill>
                <a:latin typeface="Arial" pitchFamily="34" charset="0"/>
                <a:ea typeface="Arial" pitchFamily="34" charset="-122"/>
                <a:cs typeface="Arial" pitchFamily="34" charset="-120"/>
              </a:rPr>
              <a:t>Export Excel / PDF</a:t>
            </a:r>
            <a:endParaRPr lang="en-US" sz="1200" dirty="0"/>
          </a:p>
          <a:p>
            <a:pPr algn="ctr" indent="0" marL="0">
              <a:spcAft>
                <a:spcPts val="300"/>
              </a:spcAft>
              <a:buNone/>
            </a:pPr>
            <a:r>
              <a:rPr lang="en-US" sz="950" dirty="0">
                <a:solidFill>
                  <a:srgbClr val="5F5B7A"/>
                </a:solidFill>
                <a:latin typeface="Arial" pitchFamily="34" charset="0"/>
                <a:ea typeface="Arial" pitchFamily="34" charset="-122"/>
                <a:cs typeface="Arial" pitchFamily="34" charset="-120"/>
              </a:rPr>
              <a:t>Des rapports de présence prêts à imprimer.</a:t>
            </a:r>
            <a:endParaRPr lang="en-US" sz="1200" dirty="0"/>
          </a:p>
        </p:txBody>
      </p:sp>
      <p:sp>
        <p:nvSpPr>
          <p:cNvPr id="13" name="a5z_356"/>
          <p:cNvSpPr/>
          <p:nvPr/>
        </p:nvSpPr>
        <p:spPr>
          <a:xfrm>
            <a:off x="3621024" y="2606040"/>
            <a:ext cx="548640" cy="548640"/>
          </a:xfrm>
          <a:prstGeom prst="ellipse">
            <a:avLst/>
          </a:prstGeom>
          <a:solidFill>
            <a:srgbClr val="7B68EE"/>
          </a:solidFill>
          <a:ln w="12700">
            <a:solidFill>
              <a:srgbClr val="7B68EE"/>
            </a:solidFill>
            <a:prstDash val="solid"/>
          </a:ln>
        </p:spPr>
      </p:sp>
      <p:pic>
        <p:nvPicPr>
          <p:cNvPr id="14" name="a5z_356i" descr="preencoded.png">    </p:cNvPr>
          <p:cNvPicPr>
            <a:picLocks noChangeAspect="1"/>
          </p:cNvPicPr>
          <p:nvPr/>
        </p:nvPicPr>
        <p:blipFill>
          <a:blip r:embed="rId3"/>
          <a:stretch>
            <a:fillRect/>
          </a:stretch>
        </p:blipFill>
        <p:spPr>
          <a:xfrm>
            <a:off x="3752698" y="2737714"/>
            <a:ext cx="285293" cy="285293"/>
          </a:xfrm>
          <a:prstGeom prst="rect">
            <a:avLst/>
          </a:prstGeom>
        </p:spPr>
      </p:pic>
      <p:sp>
        <p:nvSpPr>
          <p:cNvPr id="15" name="a5f_357"/>
          <p:cNvSpPr txBox="1"/>
          <p:nvPr/>
        </p:nvSpPr>
        <p:spPr>
          <a:xfrm>
            <a:off x="3209544" y="1325880"/>
            <a:ext cx="1371600" cy="1005840"/>
          </a:xfrm>
          <a:prstGeom prst="rect">
            <a:avLst/>
          </a:prstGeom>
          <a:noFill/>
          <a:ln/>
        </p:spPr>
        <p:txBody>
          <a:bodyPr wrap="square" lIns="0" tIns="0" rIns="0" bIns="0" rtlCol="0" anchor="b"/>
          <a:lstStyle/>
          <a:p>
            <a:pPr algn="ctr" indent="0" marL="0">
              <a:spcAft>
                <a:spcPts val="300"/>
              </a:spcAft>
              <a:buNone/>
            </a:pPr>
            <a:r>
              <a:rPr lang="en-US" sz="1200" b="1" dirty="0">
                <a:solidFill>
                  <a:srgbClr val="1A1446"/>
                </a:solidFill>
                <a:latin typeface="Arial" pitchFamily="34" charset="0"/>
                <a:ea typeface="Arial" pitchFamily="34" charset="-122"/>
                <a:cs typeface="Arial" pitchFamily="34" charset="-120"/>
              </a:rPr>
              <a:t>Alertes aux parents</a:t>
            </a:r>
            <a:endParaRPr lang="en-US" sz="1200" dirty="0"/>
          </a:p>
          <a:p>
            <a:pPr algn="ctr" indent="0" marL="0">
              <a:spcAft>
                <a:spcPts val="300"/>
              </a:spcAft>
              <a:buNone/>
            </a:pPr>
            <a:r>
              <a:rPr lang="en-US" sz="950" dirty="0">
                <a:solidFill>
                  <a:srgbClr val="5F5B7A"/>
                </a:solidFill>
                <a:latin typeface="Arial" pitchFamily="34" charset="0"/>
                <a:ea typeface="Arial" pitchFamily="34" charset="-122"/>
                <a:cs typeface="Arial" pitchFamily="34" charset="-120"/>
              </a:rPr>
              <a:t>SMS ou e-mail en cas d’absence ou de retard.</a:t>
            </a:r>
            <a:endParaRPr lang="en-US" sz="1200" dirty="0"/>
          </a:p>
        </p:txBody>
      </p:sp>
      <p:sp>
        <p:nvSpPr>
          <p:cNvPr id="16" name="a6z_358"/>
          <p:cNvSpPr/>
          <p:nvPr/>
        </p:nvSpPr>
        <p:spPr>
          <a:xfrm>
            <a:off x="4974336" y="2606040"/>
            <a:ext cx="548640" cy="548640"/>
          </a:xfrm>
          <a:prstGeom prst="ellipse">
            <a:avLst/>
          </a:prstGeom>
          <a:solidFill>
            <a:srgbClr val="1FA2FF"/>
          </a:solidFill>
          <a:ln w="12700">
            <a:solidFill>
              <a:srgbClr val="1FA2FF"/>
            </a:solidFill>
            <a:prstDash val="solid"/>
          </a:ln>
        </p:spPr>
      </p:sp>
      <p:pic>
        <p:nvPicPr>
          <p:cNvPr id="17" name="a6z_358i" descr="preencoded.png">    </p:cNvPr>
          <p:cNvPicPr>
            <a:picLocks noChangeAspect="1"/>
          </p:cNvPicPr>
          <p:nvPr/>
        </p:nvPicPr>
        <p:blipFill>
          <a:blip r:embed="rId4"/>
          <a:stretch>
            <a:fillRect/>
          </a:stretch>
        </p:blipFill>
        <p:spPr>
          <a:xfrm>
            <a:off x="5106010" y="2737714"/>
            <a:ext cx="285293" cy="285293"/>
          </a:xfrm>
          <a:prstGeom prst="rect">
            <a:avLst/>
          </a:prstGeom>
        </p:spPr>
      </p:pic>
      <p:sp>
        <p:nvSpPr>
          <p:cNvPr id="18" name="a6f_359"/>
          <p:cNvSpPr txBox="1"/>
          <p:nvPr/>
        </p:nvSpPr>
        <p:spPr>
          <a:xfrm>
            <a:off x="4562856" y="3310128"/>
            <a:ext cx="1371600" cy="1005840"/>
          </a:xfrm>
          <a:prstGeom prst="rect">
            <a:avLst/>
          </a:prstGeom>
          <a:noFill/>
          <a:ln/>
        </p:spPr>
        <p:txBody>
          <a:bodyPr wrap="square" lIns="0" tIns="0" rIns="0" bIns="0" rtlCol="0" anchor="t"/>
          <a:lstStyle/>
          <a:p>
            <a:pPr algn="ctr" indent="0" marL="0">
              <a:spcAft>
                <a:spcPts val="300"/>
              </a:spcAft>
              <a:buNone/>
            </a:pPr>
            <a:r>
              <a:rPr lang="en-US" sz="1200" b="1" dirty="0">
                <a:solidFill>
                  <a:srgbClr val="1A1446"/>
                </a:solidFill>
                <a:latin typeface="Arial" pitchFamily="34" charset="0"/>
                <a:ea typeface="Arial" pitchFamily="34" charset="-122"/>
                <a:cs typeface="Arial" pitchFamily="34" charset="-120"/>
              </a:rPr>
              <a:t>Tableau de bord</a:t>
            </a:r>
            <a:endParaRPr lang="en-US" sz="1200" dirty="0"/>
          </a:p>
          <a:p>
            <a:pPr algn="ctr" indent="0" marL="0">
              <a:spcAft>
                <a:spcPts val="300"/>
              </a:spcAft>
              <a:buNone/>
            </a:pPr>
            <a:r>
              <a:rPr lang="en-US" sz="950" dirty="0">
                <a:solidFill>
                  <a:srgbClr val="5F5B7A"/>
                </a:solidFill>
                <a:latin typeface="Arial" pitchFamily="34" charset="0"/>
                <a:ea typeface="Arial" pitchFamily="34" charset="-122"/>
                <a:cs typeface="Arial" pitchFamily="34" charset="-120"/>
              </a:rPr>
              <a:t>Statistiques d’assiduité par classe et par période.</a:t>
            </a:r>
            <a:endParaRPr lang="en-US" sz="1200" dirty="0"/>
          </a:p>
        </p:txBody>
      </p:sp>
      <p:sp>
        <p:nvSpPr>
          <p:cNvPr id="19" name="a7z_360"/>
          <p:cNvSpPr/>
          <p:nvPr/>
        </p:nvSpPr>
        <p:spPr>
          <a:xfrm>
            <a:off x="6327648" y="2606040"/>
            <a:ext cx="548640" cy="548640"/>
          </a:xfrm>
          <a:prstGeom prst="ellipse">
            <a:avLst/>
          </a:prstGeom>
          <a:solidFill>
            <a:srgbClr val="7B68EE"/>
          </a:solidFill>
          <a:ln w="12700">
            <a:solidFill>
              <a:srgbClr val="7B68EE"/>
            </a:solidFill>
            <a:prstDash val="solid"/>
          </a:ln>
        </p:spPr>
      </p:sp>
      <p:pic>
        <p:nvPicPr>
          <p:cNvPr id="20" name="a7z_360i" descr="preencoded.png">    </p:cNvPr>
          <p:cNvPicPr>
            <a:picLocks noChangeAspect="1"/>
          </p:cNvPicPr>
          <p:nvPr/>
        </p:nvPicPr>
        <p:blipFill>
          <a:blip r:embed="rId5"/>
          <a:stretch>
            <a:fillRect/>
          </a:stretch>
        </p:blipFill>
        <p:spPr>
          <a:xfrm>
            <a:off x="6459322" y="2737714"/>
            <a:ext cx="285293" cy="285293"/>
          </a:xfrm>
          <a:prstGeom prst="rect">
            <a:avLst/>
          </a:prstGeom>
        </p:spPr>
      </p:pic>
      <p:sp>
        <p:nvSpPr>
          <p:cNvPr id="21" name="a7f_361"/>
          <p:cNvSpPr txBox="1"/>
          <p:nvPr/>
        </p:nvSpPr>
        <p:spPr>
          <a:xfrm>
            <a:off x="5916168" y="1325880"/>
            <a:ext cx="1371600" cy="1005840"/>
          </a:xfrm>
          <a:prstGeom prst="rect">
            <a:avLst/>
          </a:prstGeom>
          <a:noFill/>
          <a:ln/>
        </p:spPr>
        <p:txBody>
          <a:bodyPr wrap="square" lIns="0" tIns="0" rIns="0" bIns="0" rtlCol="0" anchor="b"/>
          <a:lstStyle/>
          <a:p>
            <a:pPr algn="ctr" indent="0" marL="0">
              <a:spcAft>
                <a:spcPts val="300"/>
              </a:spcAft>
              <a:buNone/>
            </a:pPr>
            <a:r>
              <a:rPr lang="en-US" sz="1200" b="1" dirty="0">
                <a:solidFill>
                  <a:srgbClr val="1A1446"/>
                </a:solidFill>
                <a:latin typeface="Arial" pitchFamily="34" charset="0"/>
                <a:ea typeface="Arial" pitchFamily="34" charset="-122"/>
                <a:cs typeface="Arial" pitchFamily="34" charset="-120"/>
              </a:rPr>
              <a:t>Multi-postes</a:t>
            </a:r>
            <a:endParaRPr lang="en-US" sz="1200" dirty="0"/>
          </a:p>
          <a:p>
            <a:pPr algn="ctr" indent="0" marL="0">
              <a:spcAft>
                <a:spcPts val="300"/>
              </a:spcAft>
              <a:buNone/>
            </a:pPr>
            <a:r>
              <a:rPr lang="en-US" sz="950" dirty="0">
                <a:solidFill>
                  <a:srgbClr val="5F5B7A"/>
                </a:solidFill>
                <a:latin typeface="Arial" pitchFamily="34" charset="0"/>
                <a:ea typeface="Arial" pitchFamily="34" charset="-122"/>
                <a:cs typeface="Arial" pitchFamily="34" charset="-120"/>
              </a:rPr>
              <a:t>Plusieurs entrées reliées à une même base.</a:t>
            </a:r>
            <a:endParaRPr lang="en-US" sz="1200" dirty="0"/>
          </a:p>
        </p:txBody>
      </p:sp>
      <p:sp>
        <p:nvSpPr>
          <p:cNvPr id="22" name="a8z_362"/>
          <p:cNvSpPr/>
          <p:nvPr/>
        </p:nvSpPr>
        <p:spPr>
          <a:xfrm>
            <a:off x="7680960" y="2606040"/>
            <a:ext cx="548640" cy="548640"/>
          </a:xfrm>
          <a:prstGeom prst="ellipse">
            <a:avLst/>
          </a:prstGeom>
          <a:solidFill>
            <a:srgbClr val="1FA2FF"/>
          </a:solidFill>
          <a:ln w="12700">
            <a:solidFill>
              <a:srgbClr val="1FA2FF"/>
            </a:solidFill>
            <a:prstDash val="solid"/>
          </a:ln>
        </p:spPr>
      </p:sp>
      <p:pic>
        <p:nvPicPr>
          <p:cNvPr id="23" name="a8z_362i" descr="preencoded.png">    </p:cNvPr>
          <p:cNvPicPr>
            <a:picLocks noChangeAspect="1"/>
          </p:cNvPicPr>
          <p:nvPr/>
        </p:nvPicPr>
        <p:blipFill>
          <a:blip r:embed="rId6"/>
          <a:stretch>
            <a:fillRect/>
          </a:stretch>
        </p:blipFill>
        <p:spPr>
          <a:xfrm>
            <a:off x="7812634" y="2737714"/>
            <a:ext cx="285293" cy="285293"/>
          </a:xfrm>
          <a:prstGeom prst="rect">
            <a:avLst/>
          </a:prstGeom>
        </p:spPr>
      </p:pic>
      <p:sp>
        <p:nvSpPr>
          <p:cNvPr id="24" name="a8f_363"/>
          <p:cNvSpPr txBox="1"/>
          <p:nvPr/>
        </p:nvSpPr>
        <p:spPr>
          <a:xfrm>
            <a:off x="7269480" y="3310128"/>
            <a:ext cx="1371600" cy="1005840"/>
          </a:xfrm>
          <a:prstGeom prst="rect">
            <a:avLst/>
          </a:prstGeom>
          <a:noFill/>
          <a:ln/>
        </p:spPr>
        <p:txBody>
          <a:bodyPr wrap="square" lIns="0" tIns="0" rIns="0" bIns="0" rtlCol="0" anchor="t"/>
          <a:lstStyle/>
          <a:p>
            <a:pPr algn="ctr" indent="0" marL="0">
              <a:spcAft>
                <a:spcPts val="300"/>
              </a:spcAft>
              <a:buNone/>
            </a:pPr>
            <a:r>
              <a:rPr lang="en-US" sz="1200" b="1" dirty="0">
                <a:solidFill>
                  <a:srgbClr val="1A1446"/>
                </a:solidFill>
                <a:latin typeface="Arial" pitchFamily="34" charset="0"/>
                <a:ea typeface="Arial" pitchFamily="34" charset="-122"/>
                <a:cs typeface="Arial" pitchFamily="34" charset="-120"/>
              </a:rPr>
              <a:t>Application mobile</a:t>
            </a:r>
            <a:endParaRPr lang="en-US" sz="1200" dirty="0"/>
          </a:p>
          <a:p>
            <a:pPr algn="ctr" indent="0" marL="0">
              <a:spcAft>
                <a:spcPts val="300"/>
              </a:spcAft>
              <a:buNone/>
            </a:pPr>
            <a:r>
              <a:rPr lang="en-US" sz="950" dirty="0">
                <a:solidFill>
                  <a:srgbClr val="5F5B7A"/>
                </a:solidFill>
                <a:latin typeface="Arial" pitchFamily="34" charset="0"/>
                <a:ea typeface="Arial" pitchFamily="34" charset="-122"/>
                <a:cs typeface="Arial" pitchFamily="34" charset="-120"/>
              </a:rPr>
              <a:t>Une version Android pour les surveillants.</a:t>
            </a:r>
            <a:endParaRPr lang="en-US" sz="1200" dirty="0"/>
          </a:p>
        </p:txBody>
      </p:sp>
      <p:sp>
        <p:nvSpPr>
          <p:cNvPr id="25" name="a9f_364"/>
          <p:cNvSpPr txBox="1"/>
          <p:nvPr/>
        </p:nvSpPr>
        <p:spPr>
          <a:xfrm>
            <a:off x="457200" y="4434840"/>
            <a:ext cx="8229600" cy="274320"/>
          </a:xfrm>
          <a:prstGeom prst="rect">
            <a:avLst/>
          </a:prstGeom>
          <a:noFill/>
          <a:ln/>
        </p:spPr>
        <p:txBody>
          <a:bodyPr wrap="square" lIns="0" tIns="0" rIns="0" bIns="0" rtlCol="0" anchor="t"/>
          <a:lstStyle/>
          <a:p>
            <a:pPr algn="ctr" indent="0" marL="0">
              <a:buNone/>
            </a:pPr>
            <a:r>
              <a:rPr lang="en-US" sz="1000" i="1" dirty="0">
                <a:solidFill>
                  <a:srgbClr val="5F5B7A"/>
                </a:solidFill>
                <a:latin typeface="Arial" pitchFamily="34" charset="0"/>
                <a:ea typeface="Arial" pitchFamily="34" charset="-122"/>
                <a:cs typeface="Arial" pitchFamily="34" charset="-120"/>
              </a:rPr>
              <a:t>Pistes d’évolution, à prioriser selon les besoins exprimés par chaque établissement.</a:t>
            </a:r>
            <a:endParaRPr lang="en-US" sz="10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4"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28"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450" fill="hold"/>
                                        <p:tgtEl>
                                          <p:spTgt spid="7"/>
                                        </p:tgtEl>
                                        <p:attrNameLst>
                                          <p:attrName>ppt_w</p:attrName>
                                        </p:attrNameLst>
                                      </p:cBhvr>
                                      <p:tavLst>
                                        <p:tav tm="0">
                                          <p:val>
                                            <p:fltVal val="0"/>
                                          </p:val>
                                        </p:tav>
                                        <p:tav tm="100000">
                                          <p:val>
                                            <p:strVal val="#ppt_w"/>
                                          </p:val>
                                        </p:tav>
                                      </p:tavLst>
                                    </p:anim>
                                    <p:anim calcmode="lin" valueType="num">
                                      <p:cBhvr>
                                        <p:cTn id="18" dur="450" fill="hold"/>
                                        <p:tgtEl>
                                          <p:spTgt spid="7"/>
                                        </p:tgtEl>
                                        <p:attrNameLst>
                                          <p:attrName>ppt_h</p:attrName>
                                        </p:attrNameLst>
                                      </p:cBhvr>
                                      <p:tavLst>
                                        <p:tav tm="0">
                                          <p:val>
                                            <p:fltVal val="0"/>
                                          </p:val>
                                        </p:tav>
                                        <p:tav tm="100000">
                                          <p:val>
                                            <p:strVal val="#ppt_h"/>
                                          </p:val>
                                        </p:tav>
                                      </p:tavLst>
                                    </p:anim>
                                    <p:animEffect transition="in" filter="fade">
                                      <p:cBhvr>
                                        <p:cTn id="19" dur="45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450" fill="hold"/>
                                        <p:tgtEl>
                                          <p:spTgt spid="8"/>
                                        </p:tgtEl>
                                        <p:attrNameLst>
                                          <p:attrName>ppt_w</p:attrName>
                                        </p:attrNameLst>
                                      </p:cBhvr>
                                      <p:tavLst>
                                        <p:tav tm="0">
                                          <p:val>
                                            <p:fltVal val="0"/>
                                          </p:val>
                                        </p:tav>
                                        <p:tav tm="100000">
                                          <p:val>
                                            <p:strVal val="#ppt_w"/>
                                          </p:val>
                                        </p:tav>
                                      </p:tavLst>
                                    </p:anim>
                                    <p:anim calcmode="lin" valueType="num">
                                      <p:cBhvr>
                                        <p:cTn id="23" dur="450" fill="hold"/>
                                        <p:tgtEl>
                                          <p:spTgt spid="8"/>
                                        </p:tgtEl>
                                        <p:attrNameLst>
                                          <p:attrName>ppt_h</p:attrName>
                                        </p:attrNameLst>
                                      </p:cBhvr>
                                      <p:tavLst>
                                        <p:tav tm="0">
                                          <p:val>
                                            <p:fltVal val="0"/>
                                          </p:val>
                                        </p:tav>
                                        <p:tav tm="100000">
                                          <p:val>
                                            <p:strVal val="#ppt_h"/>
                                          </p:val>
                                        </p:tav>
                                      </p:tavLst>
                                    </p:anim>
                                    <p:animEffect transition="in" filter="fade">
                                      <p:cBhvr>
                                        <p:cTn id="24" dur="45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42" fill="hold">
                            <p:stCondLst>
                              <p:cond delay="1500"/>
                            </p:stCondLst>
                            <p:childTnLst>
                              <p:par>
                                <p:cTn id="29" presetID="53" presetClass="entr" presetSubtype="16"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450" fill="hold"/>
                                        <p:tgtEl>
                                          <p:spTgt spid="10"/>
                                        </p:tgtEl>
                                        <p:attrNameLst>
                                          <p:attrName>ppt_w</p:attrName>
                                        </p:attrNameLst>
                                      </p:cBhvr>
                                      <p:tavLst>
                                        <p:tav tm="0">
                                          <p:val>
                                            <p:fltVal val="0"/>
                                          </p:val>
                                        </p:tav>
                                        <p:tav tm="100000">
                                          <p:val>
                                            <p:strVal val="#ppt_w"/>
                                          </p:val>
                                        </p:tav>
                                      </p:tavLst>
                                    </p:anim>
                                    <p:anim calcmode="lin" valueType="num">
                                      <p:cBhvr>
                                        <p:cTn id="32" dur="450" fill="hold"/>
                                        <p:tgtEl>
                                          <p:spTgt spid="10"/>
                                        </p:tgtEl>
                                        <p:attrNameLst>
                                          <p:attrName>ppt_h</p:attrName>
                                        </p:attrNameLst>
                                      </p:cBhvr>
                                      <p:tavLst>
                                        <p:tav tm="0">
                                          <p:val>
                                            <p:fltVal val="0"/>
                                          </p:val>
                                        </p:tav>
                                        <p:tav tm="100000">
                                          <p:val>
                                            <p:strVal val="#ppt_h"/>
                                          </p:val>
                                        </p:tav>
                                      </p:tavLst>
                                    </p:anim>
                                    <p:animEffect transition="in" filter="fade">
                                      <p:cBhvr>
                                        <p:cTn id="33" dur="450"/>
                                        <p:tgtEl>
                                          <p:spTgt spid="10"/>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p:cTn id="36" dur="450" fill="hold"/>
                                        <p:tgtEl>
                                          <p:spTgt spid="11"/>
                                        </p:tgtEl>
                                        <p:attrNameLst>
                                          <p:attrName>ppt_w</p:attrName>
                                        </p:attrNameLst>
                                      </p:cBhvr>
                                      <p:tavLst>
                                        <p:tav tm="0">
                                          <p:val>
                                            <p:fltVal val="0"/>
                                          </p:val>
                                        </p:tav>
                                        <p:tav tm="100000">
                                          <p:val>
                                            <p:strVal val="#ppt_w"/>
                                          </p:val>
                                        </p:tav>
                                      </p:tavLst>
                                    </p:anim>
                                    <p:anim calcmode="lin" valueType="num">
                                      <p:cBhvr>
                                        <p:cTn id="37" dur="450" fill="hold"/>
                                        <p:tgtEl>
                                          <p:spTgt spid="11"/>
                                        </p:tgtEl>
                                        <p:attrNameLst>
                                          <p:attrName>ppt_h</p:attrName>
                                        </p:attrNameLst>
                                      </p:cBhvr>
                                      <p:tavLst>
                                        <p:tav tm="0">
                                          <p:val>
                                            <p:fltVal val="0"/>
                                          </p:val>
                                        </p:tav>
                                        <p:tav tm="100000">
                                          <p:val>
                                            <p:strVal val="#ppt_h"/>
                                          </p:val>
                                        </p:tav>
                                      </p:tavLst>
                                    </p:anim>
                                    <p:animEffect transition="in" filter="fade">
                                      <p:cBhvr>
                                        <p:cTn id="38" dur="45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par>
                          <p:cTn id="56" fill="hold">
                            <p:stCondLst>
                              <p:cond delay="2000"/>
                            </p:stCondLst>
                            <p:childTnLst>
                              <p:par>
                                <p:cTn id="43" presetID="53" presetClass="entr" presetSubtype="16"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450" fill="hold"/>
                                        <p:tgtEl>
                                          <p:spTgt spid="13"/>
                                        </p:tgtEl>
                                        <p:attrNameLst>
                                          <p:attrName>ppt_w</p:attrName>
                                        </p:attrNameLst>
                                      </p:cBhvr>
                                      <p:tavLst>
                                        <p:tav tm="0">
                                          <p:val>
                                            <p:fltVal val="0"/>
                                          </p:val>
                                        </p:tav>
                                        <p:tav tm="100000">
                                          <p:val>
                                            <p:strVal val="#ppt_w"/>
                                          </p:val>
                                        </p:tav>
                                      </p:tavLst>
                                    </p:anim>
                                    <p:anim calcmode="lin" valueType="num">
                                      <p:cBhvr>
                                        <p:cTn id="46" dur="450" fill="hold"/>
                                        <p:tgtEl>
                                          <p:spTgt spid="13"/>
                                        </p:tgtEl>
                                        <p:attrNameLst>
                                          <p:attrName>ppt_h</p:attrName>
                                        </p:attrNameLst>
                                      </p:cBhvr>
                                      <p:tavLst>
                                        <p:tav tm="0">
                                          <p:val>
                                            <p:fltVal val="0"/>
                                          </p:val>
                                        </p:tav>
                                        <p:tav tm="100000">
                                          <p:val>
                                            <p:strVal val="#ppt_h"/>
                                          </p:val>
                                        </p:tav>
                                      </p:tavLst>
                                    </p:anim>
                                    <p:animEffect transition="in" filter="fade">
                                      <p:cBhvr>
                                        <p:cTn id="47" dur="450"/>
                                        <p:tgtEl>
                                          <p:spTgt spid="13"/>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450" fill="hold"/>
                                        <p:tgtEl>
                                          <p:spTgt spid="14"/>
                                        </p:tgtEl>
                                        <p:attrNameLst>
                                          <p:attrName>ppt_w</p:attrName>
                                        </p:attrNameLst>
                                      </p:cBhvr>
                                      <p:tavLst>
                                        <p:tav tm="0">
                                          <p:val>
                                            <p:fltVal val="0"/>
                                          </p:val>
                                        </p:tav>
                                        <p:tav tm="100000">
                                          <p:val>
                                            <p:strVal val="#ppt_w"/>
                                          </p:val>
                                        </p:tav>
                                      </p:tavLst>
                                    </p:anim>
                                    <p:anim calcmode="lin" valueType="num">
                                      <p:cBhvr>
                                        <p:cTn id="51" dur="450" fill="hold"/>
                                        <p:tgtEl>
                                          <p:spTgt spid="14"/>
                                        </p:tgtEl>
                                        <p:attrNameLst>
                                          <p:attrName>ppt_h</p:attrName>
                                        </p:attrNameLst>
                                      </p:cBhvr>
                                      <p:tavLst>
                                        <p:tav tm="0">
                                          <p:val>
                                            <p:fltVal val="0"/>
                                          </p:val>
                                        </p:tav>
                                        <p:tav tm="100000">
                                          <p:val>
                                            <p:strVal val="#ppt_h"/>
                                          </p:val>
                                        </p:tav>
                                      </p:tavLst>
                                    </p:anim>
                                    <p:animEffect transition="in" filter="fade">
                                      <p:cBhvr>
                                        <p:cTn id="52" dur="45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70" fill="hold">
                            <p:stCondLst>
                              <p:cond delay="2500"/>
                            </p:stCondLst>
                            <p:childTnLst>
                              <p:par>
                                <p:cTn id="57" presetID="53" presetClass="entr" presetSubtype="16"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p:cTn id="59" dur="450" fill="hold"/>
                                        <p:tgtEl>
                                          <p:spTgt spid="16"/>
                                        </p:tgtEl>
                                        <p:attrNameLst>
                                          <p:attrName>ppt_w</p:attrName>
                                        </p:attrNameLst>
                                      </p:cBhvr>
                                      <p:tavLst>
                                        <p:tav tm="0">
                                          <p:val>
                                            <p:fltVal val="0"/>
                                          </p:val>
                                        </p:tav>
                                        <p:tav tm="100000">
                                          <p:val>
                                            <p:strVal val="#ppt_w"/>
                                          </p:val>
                                        </p:tav>
                                      </p:tavLst>
                                    </p:anim>
                                    <p:anim calcmode="lin" valueType="num">
                                      <p:cBhvr>
                                        <p:cTn id="60" dur="450" fill="hold"/>
                                        <p:tgtEl>
                                          <p:spTgt spid="16"/>
                                        </p:tgtEl>
                                        <p:attrNameLst>
                                          <p:attrName>ppt_h</p:attrName>
                                        </p:attrNameLst>
                                      </p:cBhvr>
                                      <p:tavLst>
                                        <p:tav tm="0">
                                          <p:val>
                                            <p:fltVal val="0"/>
                                          </p:val>
                                        </p:tav>
                                        <p:tav tm="100000">
                                          <p:val>
                                            <p:strVal val="#ppt_h"/>
                                          </p:val>
                                        </p:tav>
                                      </p:tavLst>
                                    </p:anim>
                                    <p:animEffect transition="in" filter="fade">
                                      <p:cBhvr>
                                        <p:cTn id="61" dur="450"/>
                                        <p:tgtEl>
                                          <p:spTgt spid="16"/>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p:cTn id="64" dur="450" fill="hold"/>
                                        <p:tgtEl>
                                          <p:spTgt spid="17"/>
                                        </p:tgtEl>
                                        <p:attrNameLst>
                                          <p:attrName>ppt_w</p:attrName>
                                        </p:attrNameLst>
                                      </p:cBhvr>
                                      <p:tavLst>
                                        <p:tav tm="0">
                                          <p:val>
                                            <p:fltVal val="0"/>
                                          </p:val>
                                        </p:tav>
                                        <p:tav tm="100000">
                                          <p:val>
                                            <p:strVal val="#ppt_w"/>
                                          </p:val>
                                        </p:tav>
                                      </p:tavLst>
                                    </p:anim>
                                    <p:anim calcmode="lin" valueType="num">
                                      <p:cBhvr>
                                        <p:cTn id="65" dur="450" fill="hold"/>
                                        <p:tgtEl>
                                          <p:spTgt spid="17"/>
                                        </p:tgtEl>
                                        <p:attrNameLst>
                                          <p:attrName>ppt_h</p:attrName>
                                        </p:attrNameLst>
                                      </p:cBhvr>
                                      <p:tavLst>
                                        <p:tav tm="0">
                                          <p:val>
                                            <p:fltVal val="0"/>
                                          </p:val>
                                        </p:tav>
                                        <p:tav tm="100000">
                                          <p:val>
                                            <p:strVal val="#ppt_h"/>
                                          </p:val>
                                        </p:tav>
                                      </p:tavLst>
                                    </p:anim>
                                    <p:animEffect transition="in" filter="fade">
                                      <p:cBhvr>
                                        <p:cTn id="66" dur="450"/>
                                        <p:tgtEl>
                                          <p:spTgt spid="1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childTnLst>
                          </p:cTn>
                        </p:par>
                        <p:par>
                          <p:cTn id="84" fill="hold">
                            <p:stCondLst>
                              <p:cond delay="3000"/>
                            </p:stCondLst>
                            <p:childTnLst>
                              <p:par>
                                <p:cTn id="71" presetID="53" presetClass="entr" presetSubtype="16" fill="hold" grpId="0" nodeType="after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p:cTn id="73" dur="450" fill="hold"/>
                                        <p:tgtEl>
                                          <p:spTgt spid="19"/>
                                        </p:tgtEl>
                                        <p:attrNameLst>
                                          <p:attrName>ppt_w</p:attrName>
                                        </p:attrNameLst>
                                      </p:cBhvr>
                                      <p:tavLst>
                                        <p:tav tm="0">
                                          <p:val>
                                            <p:fltVal val="0"/>
                                          </p:val>
                                        </p:tav>
                                        <p:tav tm="100000">
                                          <p:val>
                                            <p:strVal val="#ppt_w"/>
                                          </p:val>
                                        </p:tav>
                                      </p:tavLst>
                                    </p:anim>
                                    <p:anim calcmode="lin" valueType="num">
                                      <p:cBhvr>
                                        <p:cTn id="74" dur="450" fill="hold"/>
                                        <p:tgtEl>
                                          <p:spTgt spid="19"/>
                                        </p:tgtEl>
                                        <p:attrNameLst>
                                          <p:attrName>ppt_h</p:attrName>
                                        </p:attrNameLst>
                                      </p:cBhvr>
                                      <p:tavLst>
                                        <p:tav tm="0">
                                          <p:val>
                                            <p:fltVal val="0"/>
                                          </p:val>
                                        </p:tav>
                                        <p:tav tm="100000">
                                          <p:val>
                                            <p:strVal val="#ppt_h"/>
                                          </p:val>
                                        </p:tav>
                                      </p:tavLst>
                                    </p:anim>
                                    <p:animEffect transition="in" filter="fade">
                                      <p:cBhvr>
                                        <p:cTn id="75" dur="450"/>
                                        <p:tgtEl>
                                          <p:spTgt spid="19"/>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p:cTn id="78" dur="450" fill="hold"/>
                                        <p:tgtEl>
                                          <p:spTgt spid="20"/>
                                        </p:tgtEl>
                                        <p:attrNameLst>
                                          <p:attrName>ppt_w</p:attrName>
                                        </p:attrNameLst>
                                      </p:cBhvr>
                                      <p:tavLst>
                                        <p:tav tm="0">
                                          <p:val>
                                            <p:fltVal val="0"/>
                                          </p:val>
                                        </p:tav>
                                        <p:tav tm="100000">
                                          <p:val>
                                            <p:strVal val="#ppt_w"/>
                                          </p:val>
                                        </p:tav>
                                      </p:tavLst>
                                    </p:anim>
                                    <p:anim calcmode="lin" valueType="num">
                                      <p:cBhvr>
                                        <p:cTn id="79" dur="450" fill="hold"/>
                                        <p:tgtEl>
                                          <p:spTgt spid="20"/>
                                        </p:tgtEl>
                                        <p:attrNameLst>
                                          <p:attrName>ppt_h</p:attrName>
                                        </p:attrNameLst>
                                      </p:cBhvr>
                                      <p:tavLst>
                                        <p:tav tm="0">
                                          <p:val>
                                            <p:fltVal val="0"/>
                                          </p:val>
                                        </p:tav>
                                        <p:tav tm="100000">
                                          <p:val>
                                            <p:strVal val="#ppt_h"/>
                                          </p:val>
                                        </p:tav>
                                      </p:tavLst>
                                    </p:anim>
                                    <p:animEffect transition="in" filter="fade">
                                      <p:cBhvr>
                                        <p:cTn id="80" dur="450"/>
                                        <p:tgtEl>
                                          <p:spTgt spid="2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childTnLst>
                          </p:cTn>
                        </p:par>
                        <p:par>
                          <p:cTn id="98" fill="hold">
                            <p:stCondLst>
                              <p:cond delay="3500"/>
                            </p:stCondLst>
                            <p:childTnLst>
                              <p:par>
                                <p:cTn id="85" presetID="53" presetClass="entr" presetSubtype="16" fill="hold" grpId="0" nodeType="after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p:cTn id="87" dur="450" fill="hold"/>
                                        <p:tgtEl>
                                          <p:spTgt spid="22"/>
                                        </p:tgtEl>
                                        <p:attrNameLst>
                                          <p:attrName>ppt_w</p:attrName>
                                        </p:attrNameLst>
                                      </p:cBhvr>
                                      <p:tavLst>
                                        <p:tav tm="0">
                                          <p:val>
                                            <p:fltVal val="0"/>
                                          </p:val>
                                        </p:tav>
                                        <p:tav tm="100000">
                                          <p:val>
                                            <p:strVal val="#ppt_w"/>
                                          </p:val>
                                        </p:tav>
                                      </p:tavLst>
                                    </p:anim>
                                    <p:anim calcmode="lin" valueType="num">
                                      <p:cBhvr>
                                        <p:cTn id="88" dur="450" fill="hold"/>
                                        <p:tgtEl>
                                          <p:spTgt spid="22"/>
                                        </p:tgtEl>
                                        <p:attrNameLst>
                                          <p:attrName>ppt_h</p:attrName>
                                        </p:attrNameLst>
                                      </p:cBhvr>
                                      <p:tavLst>
                                        <p:tav tm="0">
                                          <p:val>
                                            <p:fltVal val="0"/>
                                          </p:val>
                                        </p:tav>
                                        <p:tav tm="100000">
                                          <p:val>
                                            <p:strVal val="#ppt_h"/>
                                          </p:val>
                                        </p:tav>
                                      </p:tavLst>
                                    </p:anim>
                                    <p:animEffect transition="in" filter="fade">
                                      <p:cBhvr>
                                        <p:cTn id="89" dur="450"/>
                                        <p:tgtEl>
                                          <p:spTgt spid="22"/>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 calcmode="lin" valueType="num">
                                      <p:cBhvr>
                                        <p:cTn id="92" dur="450" fill="hold"/>
                                        <p:tgtEl>
                                          <p:spTgt spid="23"/>
                                        </p:tgtEl>
                                        <p:attrNameLst>
                                          <p:attrName>ppt_w</p:attrName>
                                        </p:attrNameLst>
                                      </p:cBhvr>
                                      <p:tavLst>
                                        <p:tav tm="0">
                                          <p:val>
                                            <p:fltVal val="0"/>
                                          </p:val>
                                        </p:tav>
                                        <p:tav tm="100000">
                                          <p:val>
                                            <p:strVal val="#ppt_w"/>
                                          </p:val>
                                        </p:tav>
                                      </p:tavLst>
                                    </p:anim>
                                    <p:anim calcmode="lin" valueType="num">
                                      <p:cBhvr>
                                        <p:cTn id="93" dur="450" fill="hold"/>
                                        <p:tgtEl>
                                          <p:spTgt spid="23"/>
                                        </p:tgtEl>
                                        <p:attrNameLst>
                                          <p:attrName>ppt_h</p:attrName>
                                        </p:attrNameLst>
                                      </p:cBhvr>
                                      <p:tavLst>
                                        <p:tav tm="0">
                                          <p:val>
                                            <p:fltVal val="0"/>
                                          </p:val>
                                        </p:tav>
                                        <p:tav tm="100000">
                                          <p:val>
                                            <p:strVal val="#ppt_h"/>
                                          </p:val>
                                        </p:tav>
                                      </p:tavLst>
                                    </p:anim>
                                    <p:animEffect transition="in" filter="fade">
                                      <p:cBhvr>
                                        <p:cTn id="94" dur="450"/>
                                        <p:tgtEl>
                                          <p:spTgt spid="2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500"/>
                                        <p:tgtEl>
                                          <p:spTgt spid="24"/>
                                        </p:tgtEl>
                                      </p:cBhvr>
                                    </p:animEffect>
                                  </p:childTnLst>
                                </p:cTn>
                              </p:par>
                            </p:childTnLst>
                          </p:cTn>
                        </p:par>
                        <p:par>
                          <p:cTn id="102" fill="hold">
                            <p:stCondLst>
                              <p:cond delay="4000"/>
                            </p:stCondLst>
                            <p:childTnLst>
                              <p:par>
                                <p:cTn id="99" presetID="10" presetClass="entr" presetSubtype="0" fill="hold" grpId="0" nodeType="after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15</a:t>
            </a:r>
            <a:endParaRPr lang="en-US" sz="800" dirty="0"/>
          </a:p>
        </p:txBody>
      </p:sp>
      <p:sp>
        <p:nvSpPr>
          <p:cNvPr id="4" name="a1f_365"/>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06 · MISE EN PLACE</a:t>
            </a:r>
            <a:endParaRPr lang="en-US" sz="1100" dirty="0"/>
          </a:p>
        </p:txBody>
      </p:sp>
      <p:sp>
        <p:nvSpPr>
          <p:cNvPr id="5" name="a1f_366"/>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Un déploiement simple, en quatre étapes</a:t>
            </a:r>
            <a:endParaRPr lang="en-US" sz="2800" dirty="0"/>
          </a:p>
        </p:txBody>
      </p:sp>
      <p:sp>
        <p:nvSpPr>
          <p:cNvPr id="6" name="a2w_367"/>
          <p:cNvSpPr/>
          <p:nvPr/>
        </p:nvSpPr>
        <p:spPr>
          <a:xfrm>
            <a:off x="457200" y="1280160"/>
            <a:ext cx="2148840" cy="685800"/>
          </a:xfrm>
          <a:prstGeom prst="homePlate">
            <a:avLst/>
          </a:prstGeom>
          <a:solidFill>
            <a:srgbClr val="7B68EE"/>
          </a:solidFill>
          <a:ln w="12700">
            <a:solidFill>
              <a:srgbClr val="FFFFFF"/>
            </a:solidFill>
            <a:prstDash val="solid"/>
          </a:ln>
        </p:spPr>
      </p:sp>
      <p:sp>
        <p:nvSpPr>
          <p:cNvPr id="7" name="a2w_368"/>
          <p:cNvSpPr txBox="1"/>
          <p:nvPr/>
        </p:nvSpPr>
        <p:spPr>
          <a:xfrm>
            <a:off x="640080" y="1280160"/>
            <a:ext cx="160020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 · Installation</a:t>
            </a:r>
            <a:endParaRPr lang="en-US" sz="1300" dirty="0"/>
          </a:p>
        </p:txBody>
      </p:sp>
      <p:sp>
        <p:nvSpPr>
          <p:cNvPr id="8" name="a2f_369"/>
          <p:cNvSpPr txBox="1"/>
          <p:nvPr/>
        </p:nvSpPr>
        <p:spPr>
          <a:xfrm>
            <a:off x="640080" y="2148840"/>
            <a:ext cx="1783080" cy="1005840"/>
          </a:xfrm>
          <a:prstGeom prst="rect">
            <a:avLst/>
          </a:prstGeom>
          <a:noFill/>
          <a:ln/>
        </p:spPr>
        <p:txBody>
          <a:bodyPr wrap="square" lIns="0" tIns="0" rIns="0" bIns="0" rtlCol="0" anchor="t"/>
          <a:lstStyle/>
          <a:p>
            <a:pPr indent="0" marL="0">
              <a:buNone/>
            </a:pPr>
            <a:r>
              <a:rPr lang="en-US" sz="1050" dirty="0">
                <a:solidFill>
                  <a:srgbClr val="1E1B3A"/>
                </a:solidFill>
                <a:latin typeface="Arial" pitchFamily="34" charset="0"/>
                <a:ea typeface="Arial" pitchFamily="34" charset="-122"/>
                <a:cs typeface="Arial" pitchFamily="34" charset="-120"/>
              </a:rPr>
              <a:t>Installation de l'application sur l'ordinateur de l'accueil (fichier exécutable Windows).</a:t>
            </a:r>
            <a:endParaRPr lang="en-US" sz="1050" dirty="0"/>
          </a:p>
        </p:txBody>
      </p:sp>
      <p:sp>
        <p:nvSpPr>
          <p:cNvPr id="9" name="a3w_370"/>
          <p:cNvSpPr/>
          <p:nvPr/>
        </p:nvSpPr>
        <p:spPr>
          <a:xfrm>
            <a:off x="2514600" y="1280160"/>
            <a:ext cx="2148840" cy="685800"/>
          </a:xfrm>
          <a:prstGeom prst="chevron">
            <a:avLst/>
          </a:prstGeom>
          <a:solidFill>
            <a:srgbClr val="6A57E0"/>
          </a:solidFill>
          <a:ln w="12700">
            <a:solidFill>
              <a:srgbClr val="FFFFFF"/>
            </a:solidFill>
            <a:prstDash val="solid"/>
          </a:ln>
        </p:spPr>
      </p:sp>
      <p:sp>
        <p:nvSpPr>
          <p:cNvPr id="10" name="a3w_371"/>
          <p:cNvSpPr txBox="1"/>
          <p:nvPr/>
        </p:nvSpPr>
        <p:spPr>
          <a:xfrm>
            <a:off x="2880360" y="1280160"/>
            <a:ext cx="160020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2 · Inscription</a:t>
            </a:r>
            <a:endParaRPr lang="en-US" sz="1300" dirty="0"/>
          </a:p>
        </p:txBody>
      </p:sp>
      <p:sp>
        <p:nvSpPr>
          <p:cNvPr id="11" name="a3f_372"/>
          <p:cNvSpPr txBox="1"/>
          <p:nvPr/>
        </p:nvSpPr>
        <p:spPr>
          <a:xfrm>
            <a:off x="2697480" y="2148840"/>
            <a:ext cx="1783080" cy="1005840"/>
          </a:xfrm>
          <a:prstGeom prst="rect">
            <a:avLst/>
          </a:prstGeom>
          <a:noFill/>
          <a:ln/>
        </p:spPr>
        <p:txBody>
          <a:bodyPr wrap="square" lIns="0" tIns="0" rIns="0" bIns="0" rtlCol="0" anchor="t"/>
          <a:lstStyle/>
          <a:p>
            <a:pPr indent="0" marL="0">
              <a:buNone/>
            </a:pPr>
            <a:r>
              <a:rPr lang="en-US" sz="1050" dirty="0">
                <a:solidFill>
                  <a:srgbClr val="1E1B3A"/>
                </a:solidFill>
                <a:latin typeface="Arial" pitchFamily="34" charset="0"/>
                <a:ea typeface="Arial" pitchFamily="34" charset="-122"/>
                <a:cs typeface="Arial" pitchFamily="34" charset="-120"/>
              </a:rPr>
              <a:t>Enregistrement des élèves et du personnel : trois photos chacun, avec consentement.</a:t>
            </a:r>
            <a:endParaRPr lang="en-US" sz="1050" dirty="0"/>
          </a:p>
        </p:txBody>
      </p:sp>
      <p:sp>
        <p:nvSpPr>
          <p:cNvPr id="12" name="a4w_373"/>
          <p:cNvSpPr/>
          <p:nvPr/>
        </p:nvSpPr>
        <p:spPr>
          <a:xfrm>
            <a:off x="4572000" y="1280160"/>
            <a:ext cx="2148840" cy="685800"/>
          </a:xfrm>
          <a:prstGeom prst="chevron">
            <a:avLst/>
          </a:prstGeom>
          <a:solidFill>
            <a:srgbClr val="5846D0"/>
          </a:solidFill>
          <a:ln w="12700">
            <a:solidFill>
              <a:srgbClr val="FFFFFF"/>
            </a:solidFill>
            <a:prstDash val="solid"/>
          </a:ln>
        </p:spPr>
      </p:sp>
      <p:sp>
        <p:nvSpPr>
          <p:cNvPr id="13" name="a4w_374"/>
          <p:cNvSpPr txBox="1"/>
          <p:nvPr/>
        </p:nvSpPr>
        <p:spPr>
          <a:xfrm>
            <a:off x="4937760" y="1280160"/>
            <a:ext cx="160020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3 · Formation</a:t>
            </a:r>
            <a:endParaRPr lang="en-US" sz="1300" dirty="0"/>
          </a:p>
        </p:txBody>
      </p:sp>
      <p:sp>
        <p:nvSpPr>
          <p:cNvPr id="14" name="a4f_375"/>
          <p:cNvSpPr txBox="1"/>
          <p:nvPr/>
        </p:nvSpPr>
        <p:spPr>
          <a:xfrm>
            <a:off x="4754880" y="2148840"/>
            <a:ext cx="1783080" cy="1005840"/>
          </a:xfrm>
          <a:prstGeom prst="rect">
            <a:avLst/>
          </a:prstGeom>
          <a:noFill/>
          <a:ln/>
        </p:spPr>
        <p:txBody>
          <a:bodyPr wrap="square" lIns="0" tIns="0" rIns="0" bIns="0" rtlCol="0" anchor="t"/>
          <a:lstStyle/>
          <a:p>
            <a:pPr indent="0" marL="0">
              <a:buNone/>
            </a:pPr>
            <a:r>
              <a:rPr lang="en-US" sz="1050" dirty="0">
                <a:solidFill>
                  <a:srgbClr val="1E1B3A"/>
                </a:solidFill>
                <a:latin typeface="Arial" pitchFamily="34" charset="0"/>
                <a:ea typeface="Arial" pitchFamily="34" charset="-122"/>
                <a:cs typeface="Arial" pitchFamily="34" charset="-120"/>
              </a:rPr>
              <a:t>Courte prise en main par le personnel d’accueil et de vie scolaire.</a:t>
            </a:r>
            <a:endParaRPr lang="en-US" sz="1050" dirty="0"/>
          </a:p>
        </p:txBody>
      </p:sp>
      <p:sp>
        <p:nvSpPr>
          <p:cNvPr id="15" name="a5w_376"/>
          <p:cNvSpPr/>
          <p:nvPr/>
        </p:nvSpPr>
        <p:spPr>
          <a:xfrm>
            <a:off x="6629400" y="1280160"/>
            <a:ext cx="2148840" cy="685800"/>
          </a:xfrm>
          <a:prstGeom prst="chevron">
            <a:avLst/>
          </a:prstGeom>
          <a:solidFill>
            <a:srgbClr val="2A2166"/>
          </a:solidFill>
          <a:ln w="12700">
            <a:solidFill>
              <a:srgbClr val="FFFFFF"/>
            </a:solidFill>
            <a:prstDash val="solid"/>
          </a:ln>
        </p:spPr>
      </p:sp>
      <p:sp>
        <p:nvSpPr>
          <p:cNvPr id="16" name="a5w_377"/>
          <p:cNvSpPr txBox="1"/>
          <p:nvPr/>
        </p:nvSpPr>
        <p:spPr>
          <a:xfrm>
            <a:off x="6995160" y="1280160"/>
            <a:ext cx="160020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4 · Suivi</a:t>
            </a:r>
            <a:endParaRPr lang="en-US" sz="1300" dirty="0"/>
          </a:p>
        </p:txBody>
      </p:sp>
      <p:sp>
        <p:nvSpPr>
          <p:cNvPr id="17" name="a5f_378"/>
          <p:cNvSpPr txBox="1"/>
          <p:nvPr/>
        </p:nvSpPr>
        <p:spPr>
          <a:xfrm>
            <a:off x="6812280" y="2148840"/>
            <a:ext cx="1783080" cy="1005840"/>
          </a:xfrm>
          <a:prstGeom prst="rect">
            <a:avLst/>
          </a:prstGeom>
          <a:noFill/>
          <a:ln/>
        </p:spPr>
        <p:txBody>
          <a:bodyPr wrap="square" lIns="0" tIns="0" rIns="0" bIns="0" rtlCol="0" anchor="t"/>
          <a:lstStyle/>
          <a:p>
            <a:pPr indent="0" marL="0">
              <a:buNone/>
            </a:pPr>
            <a:r>
              <a:rPr lang="en-US" sz="1050" dirty="0">
                <a:solidFill>
                  <a:srgbClr val="1E1B3A"/>
                </a:solidFill>
                <a:latin typeface="Arial" pitchFamily="34" charset="0"/>
                <a:ea typeface="Arial" pitchFamily="34" charset="-122"/>
                <a:cs typeface="Arial" pitchFamily="34" charset="-120"/>
              </a:rPr>
              <a:t>Mise à jour des photos chaque année et accompagnement de l’équipe.</a:t>
            </a:r>
            <a:endParaRPr lang="en-US" sz="1050" dirty="0"/>
          </a:p>
        </p:txBody>
      </p:sp>
      <p:sp>
        <p:nvSpPr>
          <p:cNvPr id="18" name="a6u_379"/>
          <p:cNvSpPr/>
          <p:nvPr/>
        </p:nvSpPr>
        <p:spPr>
          <a:xfrm>
            <a:off x="457200" y="3246120"/>
            <a:ext cx="8229600" cy="1188720"/>
          </a:xfrm>
          <a:prstGeom prst="roundRect">
            <a:avLst>
              <a:gd name="adj" fmla="val 6154"/>
            </a:avLst>
          </a:prstGeom>
          <a:solidFill>
            <a:srgbClr val="EEEBFD"/>
          </a:solidFill>
          <a:ln w="12700">
            <a:solidFill>
              <a:srgbClr val="EEEBFD"/>
            </a:solidFill>
            <a:prstDash val="solid"/>
          </a:ln>
        </p:spPr>
      </p:sp>
      <p:sp>
        <p:nvSpPr>
          <p:cNvPr id="19" name="a6u_380"/>
          <p:cNvSpPr txBox="1"/>
          <p:nvPr/>
        </p:nvSpPr>
        <p:spPr>
          <a:xfrm>
            <a:off x="685800" y="3383280"/>
            <a:ext cx="3657600" cy="228600"/>
          </a:xfrm>
          <a:prstGeom prst="rect">
            <a:avLst/>
          </a:prstGeom>
          <a:noFill/>
          <a:ln/>
        </p:spPr>
        <p:txBody>
          <a:bodyPr wrap="square" lIns="0" tIns="0" rIns="0" bIns="0" rtlCol="0" anchor="t"/>
          <a:lstStyle/>
          <a:p>
            <a:pPr indent="0" marL="0">
              <a:buNone/>
            </a:pPr>
            <a:r>
              <a:rPr lang="en-US" sz="1000" b="1" spc="200" kern="0" dirty="0">
                <a:solidFill>
                  <a:srgbClr val="7B68EE"/>
                </a:solidFill>
                <a:latin typeface="Arial" pitchFamily="34" charset="0"/>
                <a:ea typeface="Arial" pitchFamily="34" charset="-122"/>
                <a:cs typeface="Arial" pitchFamily="34" charset="-120"/>
              </a:rPr>
              <a:t>MATÉRIEL NÉCESSAIRE</a:t>
            </a:r>
            <a:endParaRPr lang="en-US" sz="1000" dirty="0"/>
          </a:p>
        </p:txBody>
      </p:sp>
      <p:sp>
        <p:nvSpPr>
          <p:cNvPr id="20" name="a7z_381"/>
          <p:cNvSpPr/>
          <p:nvPr/>
        </p:nvSpPr>
        <p:spPr>
          <a:xfrm>
            <a:off x="685800" y="3703320"/>
            <a:ext cx="502920" cy="502920"/>
          </a:xfrm>
          <a:prstGeom prst="ellipse">
            <a:avLst/>
          </a:prstGeom>
          <a:solidFill>
            <a:srgbClr val="FFFFFF"/>
          </a:solidFill>
          <a:ln w="12700">
            <a:solidFill>
              <a:srgbClr val="FFFFFF"/>
            </a:solidFill>
            <a:prstDash val="solid"/>
          </a:ln>
        </p:spPr>
      </p:sp>
      <p:pic>
        <p:nvPicPr>
          <p:cNvPr id="21" name="a7z_381i" descr="preencoded.png">    </p:cNvPr>
          <p:cNvPicPr>
            <a:picLocks noChangeAspect="1"/>
          </p:cNvPicPr>
          <p:nvPr/>
        </p:nvPicPr>
        <p:blipFill>
          <a:blip r:embed="rId1"/>
          <a:stretch>
            <a:fillRect/>
          </a:stretch>
        </p:blipFill>
        <p:spPr>
          <a:xfrm>
            <a:off x="806501" y="3824021"/>
            <a:ext cx="261518" cy="261518"/>
          </a:xfrm>
          <a:prstGeom prst="rect">
            <a:avLst/>
          </a:prstGeom>
        </p:spPr>
      </p:pic>
      <p:sp>
        <p:nvSpPr>
          <p:cNvPr id="22" name="a7z_382"/>
          <p:cNvSpPr txBox="1"/>
          <p:nvPr/>
        </p:nvSpPr>
        <p:spPr>
          <a:xfrm>
            <a:off x="1325880" y="3703320"/>
            <a:ext cx="1828800" cy="502920"/>
          </a:xfrm>
          <a:prstGeom prst="rect">
            <a:avLst/>
          </a:prstGeom>
          <a:noFill/>
          <a:ln/>
        </p:spPr>
        <p:txBody>
          <a:bodyPr wrap="square" lIns="0" tIns="0" rIns="0" bIns="0" rtlCol="0" anchor="ctr"/>
          <a:lstStyle/>
          <a:p>
            <a:pPr indent="0" marL="0">
              <a:buNone/>
            </a:pPr>
            <a:r>
              <a:rPr lang="en-US" sz="1200" b="1" dirty="0">
                <a:solidFill>
                  <a:srgbClr val="1A1446"/>
                </a:solidFill>
                <a:latin typeface="Arial" pitchFamily="34" charset="0"/>
                <a:ea typeface="Arial" pitchFamily="34" charset="-122"/>
                <a:cs typeface="Arial" pitchFamily="34" charset="-120"/>
              </a:rPr>
              <a:t>Un ordinateur Windows</a:t>
            </a:r>
            <a:endParaRPr lang="en-US" sz="1200" dirty="0"/>
          </a:p>
        </p:txBody>
      </p:sp>
      <p:sp>
        <p:nvSpPr>
          <p:cNvPr id="23" name="a8z_383"/>
          <p:cNvSpPr/>
          <p:nvPr/>
        </p:nvSpPr>
        <p:spPr>
          <a:xfrm>
            <a:off x="3337560" y="3703320"/>
            <a:ext cx="502920" cy="502920"/>
          </a:xfrm>
          <a:prstGeom prst="ellipse">
            <a:avLst/>
          </a:prstGeom>
          <a:solidFill>
            <a:srgbClr val="FFFFFF"/>
          </a:solidFill>
          <a:ln w="12700">
            <a:solidFill>
              <a:srgbClr val="FFFFFF"/>
            </a:solidFill>
            <a:prstDash val="solid"/>
          </a:ln>
        </p:spPr>
      </p:sp>
      <p:pic>
        <p:nvPicPr>
          <p:cNvPr id="24" name="a8z_383i" descr="preencoded.png">    </p:cNvPr>
          <p:cNvPicPr>
            <a:picLocks noChangeAspect="1"/>
          </p:cNvPicPr>
          <p:nvPr/>
        </p:nvPicPr>
        <p:blipFill>
          <a:blip r:embed="rId2"/>
          <a:stretch>
            <a:fillRect/>
          </a:stretch>
        </p:blipFill>
        <p:spPr>
          <a:xfrm>
            <a:off x="3458261" y="3824021"/>
            <a:ext cx="261518" cy="261518"/>
          </a:xfrm>
          <a:prstGeom prst="rect">
            <a:avLst/>
          </a:prstGeom>
        </p:spPr>
      </p:pic>
      <p:sp>
        <p:nvSpPr>
          <p:cNvPr id="25" name="a8z_384"/>
          <p:cNvSpPr txBox="1"/>
          <p:nvPr/>
        </p:nvSpPr>
        <p:spPr>
          <a:xfrm>
            <a:off x="3977640" y="3703320"/>
            <a:ext cx="1828800" cy="502920"/>
          </a:xfrm>
          <a:prstGeom prst="rect">
            <a:avLst/>
          </a:prstGeom>
          <a:noFill/>
          <a:ln/>
        </p:spPr>
        <p:txBody>
          <a:bodyPr wrap="square" lIns="0" tIns="0" rIns="0" bIns="0" rtlCol="0" anchor="ctr"/>
          <a:lstStyle/>
          <a:p>
            <a:pPr indent="0" marL="0">
              <a:buNone/>
            </a:pPr>
            <a:r>
              <a:rPr lang="en-US" sz="1200" b="1" dirty="0">
                <a:solidFill>
                  <a:srgbClr val="1A1446"/>
                </a:solidFill>
                <a:latin typeface="Arial" pitchFamily="34" charset="0"/>
                <a:ea typeface="Arial" pitchFamily="34" charset="-122"/>
                <a:cs typeface="Arial" pitchFamily="34" charset="-120"/>
              </a:rPr>
              <a:t>Une webcam intégrée ou USB</a:t>
            </a:r>
            <a:endParaRPr lang="en-US" sz="1200" dirty="0"/>
          </a:p>
        </p:txBody>
      </p:sp>
      <p:sp>
        <p:nvSpPr>
          <p:cNvPr id="26" name="a9z_385"/>
          <p:cNvSpPr/>
          <p:nvPr/>
        </p:nvSpPr>
        <p:spPr>
          <a:xfrm>
            <a:off x="5989320" y="3703320"/>
            <a:ext cx="502920" cy="502920"/>
          </a:xfrm>
          <a:prstGeom prst="ellipse">
            <a:avLst/>
          </a:prstGeom>
          <a:solidFill>
            <a:srgbClr val="FFFFFF"/>
          </a:solidFill>
          <a:ln w="12700">
            <a:solidFill>
              <a:srgbClr val="FFFFFF"/>
            </a:solidFill>
            <a:prstDash val="solid"/>
          </a:ln>
        </p:spPr>
      </p:sp>
      <p:pic>
        <p:nvPicPr>
          <p:cNvPr id="27" name="a9z_385i" descr="preencoded.png">    </p:cNvPr>
          <p:cNvPicPr>
            <a:picLocks noChangeAspect="1"/>
          </p:cNvPicPr>
          <p:nvPr/>
        </p:nvPicPr>
        <p:blipFill>
          <a:blip r:embed="rId3"/>
          <a:stretch>
            <a:fillRect/>
          </a:stretch>
        </p:blipFill>
        <p:spPr>
          <a:xfrm>
            <a:off x="6110021" y="3824021"/>
            <a:ext cx="261518" cy="261518"/>
          </a:xfrm>
          <a:prstGeom prst="rect">
            <a:avLst/>
          </a:prstGeom>
        </p:spPr>
      </p:pic>
      <p:sp>
        <p:nvSpPr>
          <p:cNvPr id="28" name="a9z_386"/>
          <p:cNvSpPr txBox="1"/>
          <p:nvPr/>
        </p:nvSpPr>
        <p:spPr>
          <a:xfrm>
            <a:off x="6629400" y="3703320"/>
            <a:ext cx="1828800" cy="502920"/>
          </a:xfrm>
          <a:prstGeom prst="rect">
            <a:avLst/>
          </a:prstGeom>
          <a:noFill/>
          <a:ln/>
        </p:spPr>
        <p:txBody>
          <a:bodyPr wrap="square" lIns="0" tIns="0" rIns="0" bIns="0" rtlCol="0" anchor="ctr"/>
          <a:lstStyle/>
          <a:p>
            <a:pPr indent="0" marL="0">
              <a:buNone/>
            </a:pPr>
            <a:r>
              <a:rPr lang="en-US" sz="1200" b="1" dirty="0">
                <a:solidFill>
                  <a:srgbClr val="1A1446"/>
                </a:solidFill>
                <a:latin typeface="Arial" pitchFamily="34" charset="0"/>
                <a:ea typeface="Arial" pitchFamily="34" charset="-122"/>
                <a:cs typeface="Arial" pitchFamily="34" charset="-120"/>
              </a:rPr>
              <a:t>Aucune connexion Internet requise</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2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3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4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5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par>
                          <p:cTn id="61" fill="hold">
                            <p:stCondLst>
                              <p:cond delay="2500"/>
                            </p:stCondLst>
                            <p:childTnLst>
                              <p:par>
                                <p:cTn id="51" presetID="42"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00"/>
                                        <p:tgtEl>
                                          <p:spTgt spid="18"/>
                                        </p:tgtEl>
                                      </p:cBhvr>
                                    </p:animEffect>
                                    <p:anim calcmode="lin" valueType="num">
                                      <p:cBhvr additive="base">
                                        <p:cTn id="54" dur="600" fill="hold"/>
                                        <p:tgtEl>
                                          <p:spTgt spid="18"/>
                                        </p:tgtEl>
                                        <p:attrNameLst>
                                          <p:attrName>ppt_x</p:attrName>
                                        </p:attrNameLst>
                                      </p:cBhvr>
                                      <p:tavLst>
                                        <p:tav tm="0">
                                          <p:val>
                                            <p:strVal val="#ppt_x"/>
                                          </p:val>
                                        </p:tav>
                                        <p:tav tm="100000">
                                          <p:val>
                                            <p:strVal val="#ppt_x"/>
                                          </p:val>
                                        </p:tav>
                                      </p:tavLst>
                                    </p:anim>
                                    <p:anim calcmode="lin" valueType="num">
                                      <p:cBhvr additive="base">
                                        <p:cTn id="55" dur="600" fill="hold"/>
                                        <p:tgtEl>
                                          <p:spTgt spid="18"/>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anim calcmode="lin" valueType="num">
                                      <p:cBhvr additive="base">
                                        <p:cTn id="59" dur="600" fill="hold"/>
                                        <p:tgtEl>
                                          <p:spTgt spid="19"/>
                                        </p:tgtEl>
                                        <p:attrNameLst>
                                          <p:attrName>ppt_x</p:attrName>
                                        </p:attrNameLst>
                                      </p:cBhvr>
                                      <p:tavLst>
                                        <p:tav tm="0">
                                          <p:val>
                                            <p:strVal val="#ppt_x"/>
                                          </p:val>
                                        </p:tav>
                                        <p:tav tm="100000">
                                          <p:val>
                                            <p:strVal val="#ppt_x"/>
                                          </p:val>
                                        </p:tav>
                                      </p:tavLst>
                                    </p:anim>
                                    <p:anim calcmode="lin" valueType="num">
                                      <p:cBhvr additive="base">
                                        <p:cTn id="60" dur="600" fill="hold"/>
                                        <p:tgtEl>
                                          <p:spTgt spid="19"/>
                                        </p:tgtEl>
                                        <p:attrNameLst>
                                          <p:attrName>ppt_y</p:attrName>
                                        </p:attrNameLst>
                                      </p:cBhvr>
                                      <p:tavLst>
                                        <p:tav tm="0">
                                          <p:val>
                                            <p:strVal val="#ppt_y+.1"/>
                                          </p:val>
                                        </p:tav>
                                        <p:tav tm="100000">
                                          <p:val>
                                            <p:strVal val="#ppt_y"/>
                                          </p:val>
                                        </p:tav>
                                      </p:tavLst>
                                    </p:anim>
                                  </p:childTnLst>
                                </p:cTn>
                              </p:par>
                            </p:childTnLst>
                          </p:cTn>
                        </p:par>
                        <p:par>
                          <p:cTn id="77" fill="hold">
                            <p:stCondLst>
                              <p:cond delay="3100"/>
                            </p:stCondLst>
                            <p:childTnLst>
                              <p:par>
                                <p:cTn id="62" presetID="53" presetClass="entr" presetSubtype="16" fill="hold" grpId="0" nodeType="afterEffect">
                                  <p:stCondLst>
                                    <p:cond delay="0"/>
                                  </p:stCondLst>
                                  <p:childTnLst>
                                    <p:set>
                                      <p:cBhvr>
                                        <p:cTn id="63" dur="1" fill="hold">
                                          <p:stCondLst>
                                            <p:cond delay="0"/>
                                          </p:stCondLst>
                                        </p:cTn>
                                        <p:tgtEl>
                                          <p:spTgt spid="20"/>
                                        </p:tgtEl>
                                        <p:attrNameLst>
                                          <p:attrName>style.visibility</p:attrName>
                                        </p:attrNameLst>
                                      </p:cBhvr>
                                      <p:to>
                                        <p:strVal val="visible"/>
                                      </p:to>
                                    </p:set>
                                    <p:anim calcmode="lin" valueType="num">
                                      <p:cBhvr>
                                        <p:cTn id="64" dur="450" fill="hold"/>
                                        <p:tgtEl>
                                          <p:spTgt spid="20"/>
                                        </p:tgtEl>
                                        <p:attrNameLst>
                                          <p:attrName>ppt_w</p:attrName>
                                        </p:attrNameLst>
                                      </p:cBhvr>
                                      <p:tavLst>
                                        <p:tav tm="0">
                                          <p:val>
                                            <p:fltVal val="0"/>
                                          </p:val>
                                        </p:tav>
                                        <p:tav tm="100000">
                                          <p:val>
                                            <p:strVal val="#ppt_w"/>
                                          </p:val>
                                        </p:tav>
                                      </p:tavLst>
                                    </p:anim>
                                    <p:anim calcmode="lin" valueType="num">
                                      <p:cBhvr>
                                        <p:cTn id="65" dur="450" fill="hold"/>
                                        <p:tgtEl>
                                          <p:spTgt spid="20"/>
                                        </p:tgtEl>
                                        <p:attrNameLst>
                                          <p:attrName>ppt_h</p:attrName>
                                        </p:attrNameLst>
                                      </p:cBhvr>
                                      <p:tavLst>
                                        <p:tav tm="0">
                                          <p:val>
                                            <p:fltVal val="0"/>
                                          </p:val>
                                        </p:tav>
                                        <p:tav tm="100000">
                                          <p:val>
                                            <p:strVal val="#ppt_h"/>
                                          </p:val>
                                        </p:tav>
                                      </p:tavLst>
                                    </p:anim>
                                    <p:animEffect transition="in" filter="fade">
                                      <p:cBhvr>
                                        <p:cTn id="66" dur="450"/>
                                        <p:tgtEl>
                                          <p:spTgt spid="20"/>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p:cTn id="69" dur="450" fill="hold"/>
                                        <p:tgtEl>
                                          <p:spTgt spid="21"/>
                                        </p:tgtEl>
                                        <p:attrNameLst>
                                          <p:attrName>ppt_w</p:attrName>
                                        </p:attrNameLst>
                                      </p:cBhvr>
                                      <p:tavLst>
                                        <p:tav tm="0">
                                          <p:val>
                                            <p:fltVal val="0"/>
                                          </p:val>
                                        </p:tav>
                                        <p:tav tm="100000">
                                          <p:val>
                                            <p:strVal val="#ppt_w"/>
                                          </p:val>
                                        </p:tav>
                                      </p:tavLst>
                                    </p:anim>
                                    <p:anim calcmode="lin" valueType="num">
                                      <p:cBhvr>
                                        <p:cTn id="70" dur="450" fill="hold"/>
                                        <p:tgtEl>
                                          <p:spTgt spid="21"/>
                                        </p:tgtEl>
                                        <p:attrNameLst>
                                          <p:attrName>ppt_h</p:attrName>
                                        </p:attrNameLst>
                                      </p:cBhvr>
                                      <p:tavLst>
                                        <p:tav tm="0">
                                          <p:val>
                                            <p:fltVal val="0"/>
                                          </p:val>
                                        </p:tav>
                                        <p:tav tm="100000">
                                          <p:val>
                                            <p:strVal val="#ppt_h"/>
                                          </p:val>
                                        </p:tav>
                                      </p:tavLst>
                                    </p:anim>
                                    <p:animEffect transition="in" filter="fade">
                                      <p:cBhvr>
                                        <p:cTn id="71" dur="450"/>
                                        <p:tgtEl>
                                          <p:spTgt spid="21"/>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 calcmode="lin" valueType="num">
                                      <p:cBhvr>
                                        <p:cTn id="74" dur="450" fill="hold"/>
                                        <p:tgtEl>
                                          <p:spTgt spid="22"/>
                                        </p:tgtEl>
                                        <p:attrNameLst>
                                          <p:attrName>ppt_w</p:attrName>
                                        </p:attrNameLst>
                                      </p:cBhvr>
                                      <p:tavLst>
                                        <p:tav tm="0">
                                          <p:val>
                                            <p:fltVal val="0"/>
                                          </p:val>
                                        </p:tav>
                                        <p:tav tm="100000">
                                          <p:val>
                                            <p:strVal val="#ppt_w"/>
                                          </p:val>
                                        </p:tav>
                                      </p:tavLst>
                                    </p:anim>
                                    <p:anim calcmode="lin" valueType="num">
                                      <p:cBhvr>
                                        <p:cTn id="75" dur="450" fill="hold"/>
                                        <p:tgtEl>
                                          <p:spTgt spid="22"/>
                                        </p:tgtEl>
                                        <p:attrNameLst>
                                          <p:attrName>ppt_h</p:attrName>
                                        </p:attrNameLst>
                                      </p:cBhvr>
                                      <p:tavLst>
                                        <p:tav tm="0">
                                          <p:val>
                                            <p:fltVal val="0"/>
                                          </p:val>
                                        </p:tav>
                                        <p:tav tm="100000">
                                          <p:val>
                                            <p:strVal val="#ppt_h"/>
                                          </p:val>
                                        </p:tav>
                                      </p:tavLst>
                                    </p:anim>
                                    <p:animEffect transition="in" filter="fade">
                                      <p:cBhvr>
                                        <p:cTn id="76" dur="450"/>
                                        <p:tgtEl>
                                          <p:spTgt spid="22"/>
                                        </p:tgtEl>
                                      </p:cBhvr>
                                    </p:animEffect>
                                  </p:childTnLst>
                                </p:cTn>
                              </p:par>
                            </p:childTnLst>
                          </p:cTn>
                        </p:par>
                        <p:par>
                          <p:cTn id="93" fill="hold">
                            <p:stCondLst>
                              <p:cond delay="3550"/>
                            </p:stCondLst>
                            <p:childTnLst>
                              <p:par>
                                <p:cTn id="78" presetID="53" presetClass="entr" presetSubtype="16" fill="hold" grpId="0" nodeType="afterEffect">
                                  <p:stCondLst>
                                    <p:cond delay="0"/>
                                  </p:stCondLst>
                                  <p:childTnLst>
                                    <p:set>
                                      <p:cBhvr>
                                        <p:cTn id="79" dur="1" fill="hold">
                                          <p:stCondLst>
                                            <p:cond delay="0"/>
                                          </p:stCondLst>
                                        </p:cTn>
                                        <p:tgtEl>
                                          <p:spTgt spid="23"/>
                                        </p:tgtEl>
                                        <p:attrNameLst>
                                          <p:attrName>style.visibility</p:attrName>
                                        </p:attrNameLst>
                                      </p:cBhvr>
                                      <p:to>
                                        <p:strVal val="visible"/>
                                      </p:to>
                                    </p:set>
                                    <p:anim calcmode="lin" valueType="num">
                                      <p:cBhvr>
                                        <p:cTn id="80" dur="450" fill="hold"/>
                                        <p:tgtEl>
                                          <p:spTgt spid="23"/>
                                        </p:tgtEl>
                                        <p:attrNameLst>
                                          <p:attrName>ppt_w</p:attrName>
                                        </p:attrNameLst>
                                      </p:cBhvr>
                                      <p:tavLst>
                                        <p:tav tm="0">
                                          <p:val>
                                            <p:fltVal val="0"/>
                                          </p:val>
                                        </p:tav>
                                        <p:tav tm="100000">
                                          <p:val>
                                            <p:strVal val="#ppt_w"/>
                                          </p:val>
                                        </p:tav>
                                      </p:tavLst>
                                    </p:anim>
                                    <p:anim calcmode="lin" valueType="num">
                                      <p:cBhvr>
                                        <p:cTn id="81" dur="450" fill="hold"/>
                                        <p:tgtEl>
                                          <p:spTgt spid="23"/>
                                        </p:tgtEl>
                                        <p:attrNameLst>
                                          <p:attrName>ppt_h</p:attrName>
                                        </p:attrNameLst>
                                      </p:cBhvr>
                                      <p:tavLst>
                                        <p:tav tm="0">
                                          <p:val>
                                            <p:fltVal val="0"/>
                                          </p:val>
                                        </p:tav>
                                        <p:tav tm="100000">
                                          <p:val>
                                            <p:strVal val="#ppt_h"/>
                                          </p:val>
                                        </p:tav>
                                      </p:tavLst>
                                    </p:anim>
                                    <p:animEffect transition="in" filter="fade">
                                      <p:cBhvr>
                                        <p:cTn id="82" dur="450"/>
                                        <p:tgtEl>
                                          <p:spTgt spid="23"/>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p:cTn id="85" dur="450" fill="hold"/>
                                        <p:tgtEl>
                                          <p:spTgt spid="24"/>
                                        </p:tgtEl>
                                        <p:attrNameLst>
                                          <p:attrName>ppt_w</p:attrName>
                                        </p:attrNameLst>
                                      </p:cBhvr>
                                      <p:tavLst>
                                        <p:tav tm="0">
                                          <p:val>
                                            <p:fltVal val="0"/>
                                          </p:val>
                                        </p:tav>
                                        <p:tav tm="100000">
                                          <p:val>
                                            <p:strVal val="#ppt_w"/>
                                          </p:val>
                                        </p:tav>
                                      </p:tavLst>
                                    </p:anim>
                                    <p:anim calcmode="lin" valueType="num">
                                      <p:cBhvr>
                                        <p:cTn id="86" dur="450" fill="hold"/>
                                        <p:tgtEl>
                                          <p:spTgt spid="24"/>
                                        </p:tgtEl>
                                        <p:attrNameLst>
                                          <p:attrName>ppt_h</p:attrName>
                                        </p:attrNameLst>
                                      </p:cBhvr>
                                      <p:tavLst>
                                        <p:tav tm="0">
                                          <p:val>
                                            <p:fltVal val="0"/>
                                          </p:val>
                                        </p:tav>
                                        <p:tav tm="100000">
                                          <p:val>
                                            <p:strVal val="#ppt_h"/>
                                          </p:val>
                                        </p:tav>
                                      </p:tavLst>
                                    </p:anim>
                                    <p:animEffect transition="in" filter="fade">
                                      <p:cBhvr>
                                        <p:cTn id="87" dur="450"/>
                                        <p:tgtEl>
                                          <p:spTgt spid="24"/>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5"/>
                                        </p:tgtEl>
                                        <p:attrNameLst>
                                          <p:attrName>style.visibility</p:attrName>
                                        </p:attrNameLst>
                                      </p:cBhvr>
                                      <p:to>
                                        <p:strVal val="visible"/>
                                      </p:to>
                                    </p:set>
                                    <p:anim calcmode="lin" valueType="num">
                                      <p:cBhvr>
                                        <p:cTn id="90" dur="450" fill="hold"/>
                                        <p:tgtEl>
                                          <p:spTgt spid="25"/>
                                        </p:tgtEl>
                                        <p:attrNameLst>
                                          <p:attrName>ppt_w</p:attrName>
                                        </p:attrNameLst>
                                      </p:cBhvr>
                                      <p:tavLst>
                                        <p:tav tm="0">
                                          <p:val>
                                            <p:fltVal val="0"/>
                                          </p:val>
                                        </p:tav>
                                        <p:tav tm="100000">
                                          <p:val>
                                            <p:strVal val="#ppt_w"/>
                                          </p:val>
                                        </p:tav>
                                      </p:tavLst>
                                    </p:anim>
                                    <p:anim calcmode="lin" valueType="num">
                                      <p:cBhvr>
                                        <p:cTn id="91" dur="450" fill="hold"/>
                                        <p:tgtEl>
                                          <p:spTgt spid="25"/>
                                        </p:tgtEl>
                                        <p:attrNameLst>
                                          <p:attrName>ppt_h</p:attrName>
                                        </p:attrNameLst>
                                      </p:cBhvr>
                                      <p:tavLst>
                                        <p:tav tm="0">
                                          <p:val>
                                            <p:fltVal val="0"/>
                                          </p:val>
                                        </p:tav>
                                        <p:tav tm="100000">
                                          <p:val>
                                            <p:strVal val="#ppt_h"/>
                                          </p:val>
                                        </p:tav>
                                      </p:tavLst>
                                    </p:anim>
                                    <p:animEffect transition="in" filter="fade">
                                      <p:cBhvr>
                                        <p:cTn id="92" dur="450"/>
                                        <p:tgtEl>
                                          <p:spTgt spid="25"/>
                                        </p:tgtEl>
                                      </p:cBhvr>
                                    </p:animEffect>
                                  </p:childTnLst>
                                </p:cTn>
                              </p:par>
                            </p:childTnLst>
                          </p:cTn>
                        </p:par>
                        <p:par>
                          <p:cTn id="109" fill="hold">
                            <p:stCondLst>
                              <p:cond delay="4000"/>
                            </p:stCondLst>
                            <p:childTnLst>
                              <p:par>
                                <p:cTn id="94" presetID="53" presetClass="entr" presetSubtype="16" fill="hold" grpId="0" nodeType="after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p:cTn id="96" dur="450" fill="hold"/>
                                        <p:tgtEl>
                                          <p:spTgt spid="26"/>
                                        </p:tgtEl>
                                        <p:attrNameLst>
                                          <p:attrName>ppt_w</p:attrName>
                                        </p:attrNameLst>
                                      </p:cBhvr>
                                      <p:tavLst>
                                        <p:tav tm="0">
                                          <p:val>
                                            <p:fltVal val="0"/>
                                          </p:val>
                                        </p:tav>
                                        <p:tav tm="100000">
                                          <p:val>
                                            <p:strVal val="#ppt_w"/>
                                          </p:val>
                                        </p:tav>
                                      </p:tavLst>
                                    </p:anim>
                                    <p:anim calcmode="lin" valueType="num">
                                      <p:cBhvr>
                                        <p:cTn id="97" dur="450" fill="hold"/>
                                        <p:tgtEl>
                                          <p:spTgt spid="26"/>
                                        </p:tgtEl>
                                        <p:attrNameLst>
                                          <p:attrName>ppt_h</p:attrName>
                                        </p:attrNameLst>
                                      </p:cBhvr>
                                      <p:tavLst>
                                        <p:tav tm="0">
                                          <p:val>
                                            <p:fltVal val="0"/>
                                          </p:val>
                                        </p:tav>
                                        <p:tav tm="100000">
                                          <p:val>
                                            <p:strVal val="#ppt_h"/>
                                          </p:val>
                                        </p:tav>
                                      </p:tavLst>
                                    </p:anim>
                                    <p:animEffect transition="in" filter="fade">
                                      <p:cBhvr>
                                        <p:cTn id="98" dur="450"/>
                                        <p:tgtEl>
                                          <p:spTgt spid="26"/>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 calcmode="lin" valueType="num">
                                      <p:cBhvr>
                                        <p:cTn id="101" dur="450" fill="hold"/>
                                        <p:tgtEl>
                                          <p:spTgt spid="27"/>
                                        </p:tgtEl>
                                        <p:attrNameLst>
                                          <p:attrName>ppt_w</p:attrName>
                                        </p:attrNameLst>
                                      </p:cBhvr>
                                      <p:tavLst>
                                        <p:tav tm="0">
                                          <p:val>
                                            <p:fltVal val="0"/>
                                          </p:val>
                                        </p:tav>
                                        <p:tav tm="100000">
                                          <p:val>
                                            <p:strVal val="#ppt_w"/>
                                          </p:val>
                                        </p:tav>
                                      </p:tavLst>
                                    </p:anim>
                                    <p:anim calcmode="lin" valueType="num">
                                      <p:cBhvr>
                                        <p:cTn id="102" dur="450" fill="hold"/>
                                        <p:tgtEl>
                                          <p:spTgt spid="27"/>
                                        </p:tgtEl>
                                        <p:attrNameLst>
                                          <p:attrName>ppt_h</p:attrName>
                                        </p:attrNameLst>
                                      </p:cBhvr>
                                      <p:tavLst>
                                        <p:tav tm="0">
                                          <p:val>
                                            <p:fltVal val="0"/>
                                          </p:val>
                                        </p:tav>
                                        <p:tav tm="100000">
                                          <p:val>
                                            <p:strVal val="#ppt_h"/>
                                          </p:val>
                                        </p:tav>
                                      </p:tavLst>
                                    </p:anim>
                                    <p:animEffect transition="in" filter="fade">
                                      <p:cBhvr>
                                        <p:cTn id="103" dur="450"/>
                                        <p:tgtEl>
                                          <p:spTgt spid="27"/>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28"/>
                                        </p:tgtEl>
                                        <p:attrNameLst>
                                          <p:attrName>style.visibility</p:attrName>
                                        </p:attrNameLst>
                                      </p:cBhvr>
                                      <p:to>
                                        <p:strVal val="visible"/>
                                      </p:to>
                                    </p:set>
                                    <p:anim calcmode="lin" valueType="num">
                                      <p:cBhvr>
                                        <p:cTn id="106" dur="450" fill="hold"/>
                                        <p:tgtEl>
                                          <p:spTgt spid="28"/>
                                        </p:tgtEl>
                                        <p:attrNameLst>
                                          <p:attrName>ppt_w</p:attrName>
                                        </p:attrNameLst>
                                      </p:cBhvr>
                                      <p:tavLst>
                                        <p:tav tm="0">
                                          <p:val>
                                            <p:fltVal val="0"/>
                                          </p:val>
                                        </p:tav>
                                        <p:tav tm="100000">
                                          <p:val>
                                            <p:strVal val="#ppt_w"/>
                                          </p:val>
                                        </p:tav>
                                      </p:tavLst>
                                    </p:anim>
                                    <p:anim calcmode="lin" valueType="num">
                                      <p:cBhvr>
                                        <p:cTn id="107" dur="450" fill="hold"/>
                                        <p:tgtEl>
                                          <p:spTgt spid="28"/>
                                        </p:tgtEl>
                                        <p:attrNameLst>
                                          <p:attrName>ppt_h</p:attrName>
                                        </p:attrNameLst>
                                      </p:cBhvr>
                                      <p:tavLst>
                                        <p:tav tm="0">
                                          <p:val>
                                            <p:fltVal val="0"/>
                                          </p:val>
                                        </p:tav>
                                        <p:tav tm="100000">
                                          <p:val>
                                            <p:strVal val="#ppt_h"/>
                                          </p:val>
                                        </p:tav>
                                      </p:tavLst>
                                    </p:anim>
                                    <p:animEffect transition="in" filter="fade">
                                      <p:cBhvr>
                                        <p:cTn id="108"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5" grpId="0" animBg="1"/>
      <p:bldP spid="26"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457200" y="4846320"/>
            <a:ext cx="4572000" cy="182880"/>
          </a:xfrm>
          <a:prstGeom prst="rect">
            <a:avLst/>
          </a:prstGeom>
          <a:noFill/>
          <a:ln/>
        </p:spPr>
        <p:txBody>
          <a:bodyPr wrap="square" lIns="0" tIns="0" rIns="0" bIns="0" rtlCol="0" anchor="t"/>
          <a:lstStyle/>
          <a:p>
            <a:pPr indent="0" marL="0">
              <a:buNone/>
            </a:pPr>
            <a:r>
              <a:rPr lang="en-US" sz="800" dirty="0">
                <a:solidFill>
                  <a:srgbClr val="5F5B7A"/>
                </a:solidFill>
                <a:latin typeface="Arial" pitchFamily="34" charset="0"/>
                <a:ea typeface="Arial" pitchFamily="34" charset="-122"/>
                <a:cs typeface="Arial" pitchFamily="34" charset="-120"/>
              </a:rPr>
              <a:t>Face ID  ·  Présentation aux établissements scolaires</a:t>
            </a:r>
            <a:endParaRPr lang="en-US" sz="800" dirty="0"/>
          </a:p>
        </p:txBody>
      </p:sp>
      <p:sp>
        <p:nvSpPr>
          <p:cNvPr id="3" name="Text 1"/>
          <p:cNvSpPr txBox="1"/>
          <p:nvPr/>
        </p:nvSpPr>
        <p:spPr>
          <a:xfrm>
            <a:off x="8229600" y="4846320"/>
            <a:ext cx="457200" cy="182880"/>
          </a:xfrm>
          <a:prstGeom prst="rect">
            <a:avLst/>
          </a:prstGeom>
          <a:noFill/>
          <a:ln/>
        </p:spPr>
        <p:txBody>
          <a:bodyPr wrap="square" lIns="0" tIns="0" rIns="0" bIns="0" rtlCol="0" anchor="t"/>
          <a:lstStyle/>
          <a:p>
            <a:pPr algn="r" indent="0" marL="0">
              <a:buNone/>
            </a:pPr>
            <a:r>
              <a:rPr lang="en-US" sz="800" dirty="0">
                <a:solidFill>
                  <a:srgbClr val="5F5B7A"/>
                </a:solidFill>
                <a:latin typeface="Arial" pitchFamily="34" charset="0"/>
                <a:ea typeface="Arial" pitchFamily="34" charset="-122"/>
                <a:cs typeface="Arial" pitchFamily="34" charset="-120"/>
              </a:rPr>
              <a:t>16</a:t>
            </a:r>
            <a:endParaRPr lang="en-US" sz="800" dirty="0"/>
          </a:p>
        </p:txBody>
      </p:sp>
      <p:sp>
        <p:nvSpPr>
          <p:cNvPr id="4" name="a1f_387"/>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7B68EE"/>
                </a:solidFill>
                <a:latin typeface="Arial" pitchFamily="34" charset="0"/>
                <a:ea typeface="Arial" pitchFamily="34" charset="-122"/>
                <a:cs typeface="Arial" pitchFamily="34" charset="-120"/>
              </a:rPr>
              <a:t>BON À SAVOIR</a:t>
            </a:r>
            <a:endParaRPr lang="en-US" sz="1100" dirty="0"/>
          </a:p>
        </p:txBody>
      </p:sp>
      <p:sp>
        <p:nvSpPr>
          <p:cNvPr id="5" name="a1f_388"/>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1A1446"/>
                </a:solidFill>
                <a:latin typeface="Arial" pitchFamily="34" charset="0"/>
                <a:ea typeface="Arial" pitchFamily="34" charset="-122"/>
                <a:cs typeface="Arial" pitchFamily="34" charset="-120"/>
              </a:rPr>
              <a:t>Bonnes pratiques et limites</a:t>
            </a:r>
            <a:endParaRPr lang="en-US" sz="2800" dirty="0"/>
          </a:p>
        </p:txBody>
      </p:sp>
      <p:sp>
        <p:nvSpPr>
          <p:cNvPr id="6" name="a2u_389"/>
          <p:cNvSpPr/>
          <p:nvPr/>
        </p:nvSpPr>
        <p:spPr>
          <a:xfrm>
            <a:off x="457200" y="1234440"/>
            <a:ext cx="4023360" cy="3291840"/>
          </a:xfrm>
          <a:prstGeom prst="roundRect">
            <a:avLst>
              <a:gd name="adj" fmla="val 2222"/>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7" name="a2u_390"/>
          <p:cNvSpPr/>
          <p:nvPr/>
        </p:nvSpPr>
        <p:spPr>
          <a:xfrm>
            <a:off x="685800" y="1463040"/>
            <a:ext cx="502920" cy="502920"/>
          </a:xfrm>
          <a:prstGeom prst="ellipse">
            <a:avLst/>
          </a:prstGeom>
          <a:solidFill>
            <a:srgbClr val="22A45D"/>
          </a:solidFill>
          <a:ln w="12700">
            <a:solidFill>
              <a:srgbClr val="22A45D"/>
            </a:solidFill>
            <a:prstDash val="solid"/>
          </a:ln>
        </p:spPr>
      </p:sp>
      <p:pic>
        <p:nvPicPr>
          <p:cNvPr id="8" name="a2u_390i" descr="preencoded.png">    </p:cNvPr>
          <p:cNvPicPr>
            <a:picLocks noChangeAspect="1"/>
          </p:cNvPicPr>
          <p:nvPr/>
        </p:nvPicPr>
        <p:blipFill>
          <a:blip r:embed="rId1"/>
          <a:stretch>
            <a:fillRect/>
          </a:stretch>
        </p:blipFill>
        <p:spPr>
          <a:xfrm>
            <a:off x="806501" y="1583741"/>
            <a:ext cx="261518" cy="261518"/>
          </a:xfrm>
          <a:prstGeom prst="rect">
            <a:avLst/>
          </a:prstGeom>
        </p:spPr>
      </p:pic>
      <p:sp>
        <p:nvSpPr>
          <p:cNvPr id="9" name="a2u_391"/>
          <p:cNvSpPr txBox="1"/>
          <p:nvPr/>
        </p:nvSpPr>
        <p:spPr>
          <a:xfrm>
            <a:off x="1325880" y="1463040"/>
            <a:ext cx="3017520" cy="502920"/>
          </a:xfrm>
          <a:prstGeom prst="rect">
            <a:avLst/>
          </a:prstGeom>
          <a:noFill/>
          <a:ln/>
        </p:spPr>
        <p:txBody>
          <a:bodyPr wrap="square" lIns="0" tIns="0" rIns="0" bIns="0" rtlCol="0" anchor="ctr"/>
          <a:lstStyle/>
          <a:p>
            <a:pPr indent="0" marL="0">
              <a:buNone/>
            </a:pPr>
            <a:r>
              <a:rPr lang="en-US" sz="1500" b="1" dirty="0">
                <a:solidFill>
                  <a:srgbClr val="1A1446"/>
                </a:solidFill>
                <a:latin typeface="Arial" pitchFamily="34" charset="0"/>
                <a:ea typeface="Arial" pitchFamily="34" charset="-122"/>
                <a:cs typeface="Arial" pitchFamily="34" charset="-120"/>
              </a:rPr>
              <a:t>Pour de meilleurs résultats</a:t>
            </a:r>
            <a:endParaRPr lang="en-US" sz="1500" dirty="0"/>
          </a:p>
        </p:txBody>
      </p:sp>
      <p:pic>
        <p:nvPicPr>
          <p:cNvPr id="10" name="a3f_392" descr="preencoded.png">    </p:cNvPr>
          <p:cNvPicPr>
            <a:picLocks noChangeAspect="1"/>
          </p:cNvPicPr>
          <p:nvPr/>
        </p:nvPicPr>
        <p:blipFill>
          <a:blip r:embed="rId2"/>
          <a:stretch>
            <a:fillRect/>
          </a:stretch>
        </p:blipFill>
        <p:spPr>
          <a:xfrm>
            <a:off x="731520" y="2267712"/>
            <a:ext cx="256032" cy="256032"/>
          </a:xfrm>
          <a:prstGeom prst="rect">
            <a:avLst/>
          </a:prstGeom>
        </p:spPr>
      </p:pic>
      <p:sp>
        <p:nvSpPr>
          <p:cNvPr id="11" name="a3f_393"/>
          <p:cNvSpPr txBox="1"/>
          <p:nvPr/>
        </p:nvSpPr>
        <p:spPr>
          <a:xfrm>
            <a:off x="1115568" y="224028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Un bon éclairage, de face (éviter le contre-jour)</a:t>
            </a:r>
            <a:endParaRPr lang="en-US" sz="1100" dirty="0"/>
          </a:p>
        </p:txBody>
      </p:sp>
      <p:pic>
        <p:nvPicPr>
          <p:cNvPr id="12" name="a4f_394" descr="preencoded.png">    </p:cNvPr>
          <p:cNvPicPr>
            <a:picLocks noChangeAspect="1"/>
          </p:cNvPicPr>
          <p:nvPr/>
        </p:nvPicPr>
        <p:blipFill>
          <a:blip r:embed="rId3"/>
          <a:stretch>
            <a:fillRect/>
          </a:stretch>
        </p:blipFill>
        <p:spPr>
          <a:xfrm>
            <a:off x="731520" y="2816352"/>
            <a:ext cx="256032" cy="256032"/>
          </a:xfrm>
          <a:prstGeom prst="rect">
            <a:avLst/>
          </a:prstGeom>
        </p:spPr>
      </p:pic>
      <p:sp>
        <p:nvSpPr>
          <p:cNvPr id="13" name="a4f_395"/>
          <p:cNvSpPr txBox="1"/>
          <p:nvPr/>
        </p:nvSpPr>
        <p:spPr>
          <a:xfrm>
            <a:off x="1115568" y="278892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La caméra placée à hauteur de visage</a:t>
            </a:r>
            <a:endParaRPr lang="en-US" sz="1100" dirty="0"/>
          </a:p>
        </p:txBody>
      </p:sp>
      <p:pic>
        <p:nvPicPr>
          <p:cNvPr id="14" name="a5f_396" descr="preencoded.png">    </p:cNvPr>
          <p:cNvPicPr>
            <a:picLocks noChangeAspect="1"/>
          </p:cNvPicPr>
          <p:nvPr/>
        </p:nvPicPr>
        <p:blipFill>
          <a:blip r:embed="rId4"/>
          <a:stretch>
            <a:fillRect/>
          </a:stretch>
        </p:blipFill>
        <p:spPr>
          <a:xfrm>
            <a:off x="731520" y="3364992"/>
            <a:ext cx="256032" cy="256032"/>
          </a:xfrm>
          <a:prstGeom prst="rect">
            <a:avLst/>
          </a:prstGeom>
        </p:spPr>
      </p:pic>
      <p:sp>
        <p:nvSpPr>
          <p:cNvPr id="15" name="a5f_397"/>
          <p:cNvSpPr txBox="1"/>
          <p:nvPr/>
        </p:nvSpPr>
        <p:spPr>
          <a:xfrm>
            <a:off x="1115568" y="333756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Une seule personne à la fois devant la caméra</a:t>
            </a:r>
            <a:endParaRPr lang="en-US" sz="1100" dirty="0"/>
          </a:p>
        </p:txBody>
      </p:sp>
      <p:pic>
        <p:nvPicPr>
          <p:cNvPr id="16" name="a6f_398" descr="preencoded.png">    </p:cNvPr>
          <p:cNvPicPr>
            <a:picLocks noChangeAspect="1"/>
          </p:cNvPicPr>
          <p:nvPr/>
        </p:nvPicPr>
        <p:blipFill>
          <a:blip r:embed="rId5"/>
          <a:stretch>
            <a:fillRect/>
          </a:stretch>
        </p:blipFill>
        <p:spPr>
          <a:xfrm>
            <a:off x="731520" y="3913632"/>
            <a:ext cx="256032" cy="256032"/>
          </a:xfrm>
          <a:prstGeom prst="rect">
            <a:avLst/>
          </a:prstGeom>
        </p:spPr>
      </p:pic>
      <p:sp>
        <p:nvSpPr>
          <p:cNvPr id="17" name="a6f_399"/>
          <p:cNvSpPr txBox="1"/>
          <p:nvPr/>
        </p:nvSpPr>
        <p:spPr>
          <a:xfrm>
            <a:off x="1115568" y="388620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Des photos mises à jour chaque année : les enfants grandissent</a:t>
            </a:r>
            <a:endParaRPr lang="en-US" sz="1100" dirty="0"/>
          </a:p>
        </p:txBody>
      </p:sp>
      <p:sp>
        <p:nvSpPr>
          <p:cNvPr id="18" name="a7u_400"/>
          <p:cNvSpPr/>
          <p:nvPr/>
        </p:nvSpPr>
        <p:spPr>
          <a:xfrm>
            <a:off x="4663440" y="1234440"/>
            <a:ext cx="4023360" cy="3291840"/>
          </a:xfrm>
          <a:prstGeom prst="roundRect">
            <a:avLst>
              <a:gd name="adj" fmla="val 2222"/>
            </a:avLst>
          </a:prstGeom>
          <a:solidFill>
            <a:srgbClr val="FFFFFF"/>
          </a:solidFill>
          <a:ln w="12700">
            <a:solidFill>
              <a:srgbClr val="FFFFFF"/>
            </a:solidFill>
            <a:prstDash val="solid"/>
          </a:ln>
          <a:effectLst>
            <a:outerShdw sx="100000" sy="100000" kx="0" ky="0" algn="bl" rotWithShape="0" blurRad="127000" dist="25400" dir="5400000">
              <a:srgbClr val="000000">
                <a:alpha val="10000"/>
              </a:srgbClr>
            </a:outerShdw>
          </a:effectLst>
        </p:spPr>
      </p:sp>
      <p:sp>
        <p:nvSpPr>
          <p:cNvPr id="19" name="a7u_401"/>
          <p:cNvSpPr/>
          <p:nvPr/>
        </p:nvSpPr>
        <p:spPr>
          <a:xfrm>
            <a:off x="4892040" y="1463040"/>
            <a:ext cx="502920" cy="502920"/>
          </a:xfrm>
          <a:prstGeom prst="ellipse">
            <a:avLst/>
          </a:prstGeom>
          <a:solidFill>
            <a:srgbClr val="D98E04"/>
          </a:solidFill>
          <a:ln w="12700">
            <a:solidFill>
              <a:srgbClr val="D98E04"/>
            </a:solidFill>
            <a:prstDash val="solid"/>
          </a:ln>
        </p:spPr>
      </p:sp>
      <p:pic>
        <p:nvPicPr>
          <p:cNvPr id="20" name="a7u_401i" descr="preencoded.png">    </p:cNvPr>
          <p:cNvPicPr>
            <a:picLocks noChangeAspect="1"/>
          </p:cNvPicPr>
          <p:nvPr/>
        </p:nvPicPr>
        <p:blipFill>
          <a:blip r:embed="rId6"/>
          <a:stretch>
            <a:fillRect/>
          </a:stretch>
        </p:blipFill>
        <p:spPr>
          <a:xfrm>
            <a:off x="5012741" y="1583741"/>
            <a:ext cx="261518" cy="261518"/>
          </a:xfrm>
          <a:prstGeom prst="rect">
            <a:avLst/>
          </a:prstGeom>
        </p:spPr>
      </p:pic>
      <p:sp>
        <p:nvSpPr>
          <p:cNvPr id="21" name="a7u_402"/>
          <p:cNvSpPr txBox="1"/>
          <p:nvPr/>
        </p:nvSpPr>
        <p:spPr>
          <a:xfrm>
            <a:off x="5532120" y="1463040"/>
            <a:ext cx="3017520" cy="502920"/>
          </a:xfrm>
          <a:prstGeom prst="rect">
            <a:avLst/>
          </a:prstGeom>
          <a:noFill/>
          <a:ln/>
        </p:spPr>
        <p:txBody>
          <a:bodyPr wrap="square" lIns="0" tIns="0" rIns="0" bIns="0" rtlCol="0" anchor="ctr"/>
          <a:lstStyle/>
          <a:p>
            <a:pPr indent="0" marL="0">
              <a:buNone/>
            </a:pPr>
            <a:r>
              <a:rPr lang="en-US" sz="1500" b="1" dirty="0">
                <a:solidFill>
                  <a:srgbClr val="1A1446"/>
                </a:solidFill>
                <a:latin typeface="Arial" pitchFamily="34" charset="0"/>
                <a:ea typeface="Arial" pitchFamily="34" charset="-122"/>
                <a:cs typeface="Arial" pitchFamily="34" charset="-120"/>
              </a:rPr>
              <a:t>Les limites à connaître</a:t>
            </a:r>
            <a:endParaRPr lang="en-US" sz="1500" dirty="0"/>
          </a:p>
        </p:txBody>
      </p:sp>
      <p:pic>
        <p:nvPicPr>
          <p:cNvPr id="22" name="a8f_403" descr="preencoded.png">    </p:cNvPr>
          <p:cNvPicPr>
            <a:picLocks noChangeAspect="1"/>
          </p:cNvPicPr>
          <p:nvPr/>
        </p:nvPicPr>
        <p:blipFill>
          <a:blip r:embed="rId7"/>
          <a:stretch>
            <a:fillRect/>
          </a:stretch>
        </p:blipFill>
        <p:spPr>
          <a:xfrm>
            <a:off x="4937760" y="2267712"/>
            <a:ext cx="256032" cy="256032"/>
          </a:xfrm>
          <a:prstGeom prst="rect">
            <a:avLst/>
          </a:prstGeom>
        </p:spPr>
      </p:pic>
      <p:sp>
        <p:nvSpPr>
          <p:cNvPr id="23" name="a8f_404"/>
          <p:cNvSpPr txBox="1"/>
          <p:nvPr/>
        </p:nvSpPr>
        <p:spPr>
          <a:xfrm>
            <a:off x="5321808" y="224028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Lunettes de soleil, masques ou casquettes gênent la reconnaissance</a:t>
            </a:r>
            <a:endParaRPr lang="en-US" sz="1100" dirty="0"/>
          </a:p>
        </p:txBody>
      </p:sp>
      <p:pic>
        <p:nvPicPr>
          <p:cNvPr id="24" name="a9f_405" descr="preencoded.png">    </p:cNvPr>
          <p:cNvPicPr>
            <a:picLocks noChangeAspect="1"/>
          </p:cNvPicPr>
          <p:nvPr/>
        </p:nvPicPr>
        <p:blipFill>
          <a:blip r:embed="rId8"/>
          <a:stretch>
            <a:fillRect/>
          </a:stretch>
        </p:blipFill>
        <p:spPr>
          <a:xfrm>
            <a:off x="4937760" y="2816352"/>
            <a:ext cx="256032" cy="256032"/>
          </a:xfrm>
          <a:prstGeom prst="rect">
            <a:avLst/>
          </a:prstGeom>
        </p:spPr>
      </p:pic>
      <p:sp>
        <p:nvSpPr>
          <p:cNvPr id="25" name="a9f_406"/>
          <p:cNvSpPr txBox="1"/>
          <p:nvPr/>
        </p:nvSpPr>
        <p:spPr>
          <a:xfrm>
            <a:off x="5321808" y="278892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Des jumeaux peuvent être confondus</a:t>
            </a:r>
            <a:endParaRPr lang="en-US" sz="1100" dirty="0"/>
          </a:p>
        </p:txBody>
      </p:sp>
      <p:pic>
        <p:nvPicPr>
          <p:cNvPr id="26" name="a10f_407" descr="preencoded.png">    </p:cNvPr>
          <p:cNvPicPr>
            <a:picLocks noChangeAspect="1"/>
          </p:cNvPicPr>
          <p:nvPr/>
        </p:nvPicPr>
        <p:blipFill>
          <a:blip r:embed="rId9"/>
          <a:stretch>
            <a:fillRect/>
          </a:stretch>
        </p:blipFill>
        <p:spPr>
          <a:xfrm>
            <a:off x="4937760" y="3364992"/>
            <a:ext cx="256032" cy="256032"/>
          </a:xfrm>
          <a:prstGeom prst="rect">
            <a:avLst/>
          </a:prstGeom>
        </p:spPr>
      </p:pic>
      <p:sp>
        <p:nvSpPr>
          <p:cNvPr id="27" name="a10f_408"/>
          <p:cNvSpPr txBox="1"/>
          <p:nvPr/>
        </p:nvSpPr>
        <p:spPr>
          <a:xfrm>
            <a:off x="5321808" y="333756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La qualité de la webcam influence la précision</a:t>
            </a:r>
            <a:endParaRPr lang="en-US" sz="1100" dirty="0"/>
          </a:p>
        </p:txBody>
      </p:sp>
      <p:pic>
        <p:nvPicPr>
          <p:cNvPr id="28" name="a11f_409" descr="preencoded.png">    </p:cNvPr>
          <p:cNvPicPr>
            <a:picLocks noChangeAspect="1"/>
          </p:cNvPicPr>
          <p:nvPr/>
        </p:nvPicPr>
        <p:blipFill>
          <a:blip r:embed="rId10"/>
          <a:stretch>
            <a:fillRect/>
          </a:stretch>
        </p:blipFill>
        <p:spPr>
          <a:xfrm>
            <a:off x="4937760" y="3913632"/>
            <a:ext cx="256032" cy="256032"/>
          </a:xfrm>
          <a:prstGeom prst="rect">
            <a:avLst/>
          </a:prstGeom>
        </p:spPr>
      </p:pic>
      <p:sp>
        <p:nvSpPr>
          <p:cNvPr id="29" name="a11f_410"/>
          <p:cNvSpPr txBox="1"/>
          <p:nvPr/>
        </p:nvSpPr>
        <p:spPr>
          <a:xfrm>
            <a:off x="5321808" y="3886200"/>
            <a:ext cx="3200400" cy="457200"/>
          </a:xfrm>
          <a:prstGeom prst="rect">
            <a:avLst/>
          </a:prstGeom>
          <a:noFill/>
          <a:ln/>
        </p:spPr>
        <p:txBody>
          <a:bodyPr wrap="square" lIns="0" tIns="0" rIns="0" bIns="0" rtlCol="0" anchor="t"/>
          <a:lstStyle/>
          <a:p>
            <a:pPr indent="0" marL="0">
              <a:buNone/>
            </a:pPr>
            <a:r>
              <a:rPr lang="en-US" sz="1100" dirty="0">
                <a:solidFill>
                  <a:srgbClr val="1E1B3A"/>
                </a:solidFill>
                <a:latin typeface="Arial" pitchFamily="34" charset="0"/>
                <a:ea typeface="Arial" pitchFamily="34" charset="-122"/>
                <a:cs typeface="Arial" pitchFamily="34" charset="-120"/>
              </a:rPr>
              <a:t>C'est un outil d'aide : la décision finale reste humaine</a:t>
            </a:r>
            <a:endParaRPr lang="en-US" sz="11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31"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anim calcmode="lin" valueType="num">
                                      <p:cBhvr additive="base">
                                        <p:cTn id="14" dur="600" fill="hold"/>
                                        <p:tgtEl>
                                          <p:spTgt spid="6"/>
                                        </p:tgtEl>
                                        <p:attrNameLst>
                                          <p:attrName>ppt_x</p:attrName>
                                        </p:attrNameLst>
                                      </p:cBhvr>
                                      <p:tavLst>
                                        <p:tav tm="0">
                                          <p:val>
                                            <p:strVal val="#ppt_x"/>
                                          </p:val>
                                        </p:tav>
                                        <p:tav tm="100000">
                                          <p:val>
                                            <p:strVal val="#ppt_x"/>
                                          </p:val>
                                        </p:tav>
                                      </p:tavLst>
                                    </p:anim>
                                    <p:anim calcmode="lin" valueType="num">
                                      <p:cBhvr additive="base">
                                        <p:cTn id="15" dur="6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p:tgtEl>
                                          <p:spTgt spid="7"/>
                                        </p:tgtEl>
                                        <p:attrNameLst>
                                          <p:attrName>ppt_x</p:attrName>
                                        </p:attrNameLst>
                                      </p:cBhvr>
                                      <p:tavLst>
                                        <p:tav tm="0">
                                          <p:val>
                                            <p:strVal val="#ppt_x"/>
                                          </p:val>
                                        </p:tav>
                                        <p:tav tm="100000">
                                          <p:val>
                                            <p:strVal val="#ppt_x"/>
                                          </p:val>
                                        </p:tav>
                                      </p:tavLst>
                                    </p:anim>
                                    <p:anim calcmode="lin" valueType="num">
                                      <p:cBhvr additive="base">
                                        <p:cTn id="20" dur="6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additive="base">
                                        <p:cTn id="24" dur="600" fill="hold"/>
                                        <p:tgtEl>
                                          <p:spTgt spid="8"/>
                                        </p:tgtEl>
                                        <p:attrNameLst>
                                          <p:attrName>ppt_x</p:attrName>
                                        </p:attrNameLst>
                                      </p:cBhvr>
                                      <p:tavLst>
                                        <p:tav tm="0">
                                          <p:val>
                                            <p:strVal val="#ppt_x"/>
                                          </p:val>
                                        </p:tav>
                                        <p:tav tm="100000">
                                          <p:val>
                                            <p:strVal val="#ppt_x"/>
                                          </p:val>
                                        </p:tav>
                                      </p:tavLst>
                                    </p:anim>
                                    <p:anim calcmode="lin" valueType="num">
                                      <p:cBhvr additive="base">
                                        <p:cTn id="25" dur="600" fill="hold"/>
                                        <p:tgtEl>
                                          <p:spTgt spid="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ppt_y+.1"/>
                                          </p:val>
                                        </p:tav>
                                        <p:tav tm="100000">
                                          <p:val>
                                            <p:strVal val="#ppt_y"/>
                                          </p:val>
                                        </p:tav>
                                      </p:tavLst>
                                    </p:anim>
                                  </p:childTnLst>
                                </p:cTn>
                              </p:par>
                            </p:childTnLst>
                          </p:cTn>
                        </p:par>
                        <p:par>
                          <p:cTn id="38" fill="hold">
                            <p:stCondLst>
                              <p:cond delay="110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par>
                          <p:cTn id="45" fill="hold">
                            <p:stCondLst>
                              <p:cond delay="1600"/>
                            </p:stCondLst>
                            <p:childTnLst>
                              <p:par>
                                <p:cTn id="39" presetID="10" presetClass="entr" presetSubtype="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par>
                          <p:cTn id="52" fill="hold">
                            <p:stCondLst>
                              <p:cond delay="2100"/>
                            </p:stCondLst>
                            <p:childTnLst>
                              <p:par>
                                <p:cTn id="46" presetID="10" presetClass="entr" presetSubtype="0"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par>
                          <p:cTn id="59" fill="hold">
                            <p:stCondLst>
                              <p:cond delay="2600"/>
                            </p:stCondLst>
                            <p:childTnLst>
                              <p:par>
                                <p:cTn id="53" presetID="10" presetClass="entr" presetSubtype="0" fill="hold" grpId="0"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childTnLst>
                          </p:cTn>
                        </p:par>
                        <p:par>
                          <p:cTn id="80" fill="hold">
                            <p:stCondLst>
                              <p:cond delay="3100"/>
                            </p:stCondLst>
                            <p:childTnLst>
                              <p:par>
                                <p:cTn id="60" presetID="42" presetClass="entr" presetSubtype="0"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600"/>
                                        <p:tgtEl>
                                          <p:spTgt spid="18"/>
                                        </p:tgtEl>
                                      </p:cBhvr>
                                    </p:animEffect>
                                    <p:anim calcmode="lin" valueType="num">
                                      <p:cBhvr additive="base">
                                        <p:cTn id="63" dur="600" fill="hold"/>
                                        <p:tgtEl>
                                          <p:spTgt spid="18"/>
                                        </p:tgtEl>
                                        <p:attrNameLst>
                                          <p:attrName>ppt_x</p:attrName>
                                        </p:attrNameLst>
                                      </p:cBhvr>
                                      <p:tavLst>
                                        <p:tav tm="0">
                                          <p:val>
                                            <p:strVal val="#ppt_x"/>
                                          </p:val>
                                        </p:tav>
                                        <p:tav tm="100000">
                                          <p:val>
                                            <p:strVal val="#ppt_x"/>
                                          </p:val>
                                        </p:tav>
                                      </p:tavLst>
                                    </p:anim>
                                    <p:anim calcmode="lin" valueType="num">
                                      <p:cBhvr additive="base">
                                        <p:cTn id="64" dur="600" fill="hold"/>
                                        <p:tgtEl>
                                          <p:spTgt spid="18"/>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600"/>
                                        <p:tgtEl>
                                          <p:spTgt spid="19"/>
                                        </p:tgtEl>
                                      </p:cBhvr>
                                    </p:animEffect>
                                    <p:anim calcmode="lin" valueType="num">
                                      <p:cBhvr additive="base">
                                        <p:cTn id="68" dur="600" fill="hold"/>
                                        <p:tgtEl>
                                          <p:spTgt spid="19"/>
                                        </p:tgtEl>
                                        <p:attrNameLst>
                                          <p:attrName>ppt_x</p:attrName>
                                        </p:attrNameLst>
                                      </p:cBhvr>
                                      <p:tavLst>
                                        <p:tav tm="0">
                                          <p:val>
                                            <p:strVal val="#ppt_x"/>
                                          </p:val>
                                        </p:tav>
                                        <p:tav tm="100000">
                                          <p:val>
                                            <p:strVal val="#ppt_x"/>
                                          </p:val>
                                        </p:tav>
                                      </p:tavLst>
                                    </p:anim>
                                    <p:anim calcmode="lin" valueType="num">
                                      <p:cBhvr additive="base">
                                        <p:cTn id="69" dur="600" fill="hold"/>
                                        <p:tgtEl>
                                          <p:spTgt spid="1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600"/>
                                        <p:tgtEl>
                                          <p:spTgt spid="20"/>
                                        </p:tgtEl>
                                      </p:cBhvr>
                                    </p:animEffect>
                                    <p:anim calcmode="lin" valueType="num">
                                      <p:cBhvr additive="base">
                                        <p:cTn id="73" dur="600" fill="hold"/>
                                        <p:tgtEl>
                                          <p:spTgt spid="20"/>
                                        </p:tgtEl>
                                        <p:attrNameLst>
                                          <p:attrName>ppt_x</p:attrName>
                                        </p:attrNameLst>
                                      </p:cBhvr>
                                      <p:tavLst>
                                        <p:tav tm="0">
                                          <p:val>
                                            <p:strVal val="#ppt_x"/>
                                          </p:val>
                                        </p:tav>
                                        <p:tav tm="100000">
                                          <p:val>
                                            <p:strVal val="#ppt_x"/>
                                          </p:val>
                                        </p:tav>
                                      </p:tavLst>
                                    </p:anim>
                                    <p:anim calcmode="lin" valueType="num">
                                      <p:cBhvr additive="base">
                                        <p:cTn id="74" dur="600" fill="hold"/>
                                        <p:tgtEl>
                                          <p:spTgt spid="2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600"/>
                                        <p:tgtEl>
                                          <p:spTgt spid="21"/>
                                        </p:tgtEl>
                                      </p:cBhvr>
                                    </p:animEffect>
                                    <p:anim calcmode="lin" valueType="num">
                                      <p:cBhvr additive="base">
                                        <p:cTn id="78" dur="600" fill="hold"/>
                                        <p:tgtEl>
                                          <p:spTgt spid="21"/>
                                        </p:tgtEl>
                                        <p:attrNameLst>
                                          <p:attrName>ppt_x</p:attrName>
                                        </p:attrNameLst>
                                      </p:cBhvr>
                                      <p:tavLst>
                                        <p:tav tm="0">
                                          <p:val>
                                            <p:strVal val="#ppt_x"/>
                                          </p:val>
                                        </p:tav>
                                        <p:tav tm="100000">
                                          <p:val>
                                            <p:strVal val="#ppt_x"/>
                                          </p:val>
                                        </p:tav>
                                      </p:tavLst>
                                    </p:anim>
                                    <p:anim calcmode="lin" valueType="num">
                                      <p:cBhvr additive="base">
                                        <p:cTn id="79" dur="600" fill="hold"/>
                                        <p:tgtEl>
                                          <p:spTgt spid="21"/>
                                        </p:tgtEl>
                                        <p:attrNameLst>
                                          <p:attrName>ppt_y</p:attrName>
                                        </p:attrNameLst>
                                      </p:cBhvr>
                                      <p:tavLst>
                                        <p:tav tm="0">
                                          <p:val>
                                            <p:strVal val="#ppt_y+.1"/>
                                          </p:val>
                                        </p:tav>
                                        <p:tav tm="100000">
                                          <p:val>
                                            <p:strVal val="#ppt_y"/>
                                          </p:val>
                                        </p:tav>
                                      </p:tavLst>
                                    </p:anim>
                                  </p:childTnLst>
                                </p:cTn>
                              </p:par>
                            </p:childTnLst>
                          </p:cTn>
                        </p:par>
                        <p:par>
                          <p:cTn id="87" fill="hold">
                            <p:stCondLst>
                              <p:cond delay="3700"/>
                            </p:stCondLst>
                            <p:childTnLst>
                              <p:par>
                                <p:cTn id="81" presetID="10" presetClass="entr" presetSubtype="0" fill="hold" grpId="0" nodeType="after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childTnLst>
                                </p:cTn>
                              </p:par>
                            </p:childTnLst>
                          </p:cTn>
                        </p:par>
                        <p:par>
                          <p:cTn id="94" fill="hold">
                            <p:stCondLst>
                              <p:cond delay="420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00"/>
                                        <p:tgtEl>
                                          <p:spTgt spid="2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fade">
                                      <p:cBhvr>
                                        <p:cTn id="93" dur="500"/>
                                        <p:tgtEl>
                                          <p:spTgt spid="25"/>
                                        </p:tgtEl>
                                      </p:cBhvr>
                                    </p:animEffect>
                                  </p:childTnLst>
                                </p:cTn>
                              </p:par>
                            </p:childTnLst>
                          </p:cTn>
                        </p:par>
                        <p:par>
                          <p:cTn id="101" fill="hold">
                            <p:stCondLst>
                              <p:cond delay="4700"/>
                            </p:stCondLst>
                            <p:childTnLst>
                              <p:par>
                                <p:cTn id="95" presetID="10" presetClass="entr" presetSubtype="0" fill="hold" grpId="0" nodeType="after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500"/>
                                        <p:tgtEl>
                                          <p:spTgt spid="27"/>
                                        </p:tgtEl>
                                      </p:cBhvr>
                                    </p:animEffect>
                                  </p:childTnLst>
                                </p:cTn>
                              </p:par>
                            </p:childTnLst>
                          </p:cTn>
                        </p:par>
                        <p:par>
                          <p:cTn id="108" fill="hold">
                            <p:stCondLst>
                              <p:cond delay="5200"/>
                            </p:stCondLst>
                            <p:childTnLst>
                              <p:par>
                                <p:cTn id="102" presetID="10" presetClass="entr" presetSubtype="0" fill="hold" grpId="0" nodeType="after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1" grpId="0" animBg="1"/>
      <p:bldP spid="13" grpId="0" animBg="1"/>
      <p:bldP spid="15" grpId="0" animBg="1"/>
      <p:bldP spid="17" grpId="0" animBg="1"/>
      <p:bldP spid="18" grpId="0" animBg="1"/>
      <p:bldP spid="19" grpId="0" animBg="1"/>
      <p:bldP spid="21" grpId="0" animBg="1"/>
      <p:bldP spid="23" grpId="0" animBg="1"/>
      <p:bldP spid="25" grpId="0" animBg="1"/>
      <p:bldP spid="27" grpId="0"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1f_411"/>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300" kern="0" dirty="0">
                <a:solidFill>
                  <a:srgbClr val="F5B301"/>
                </a:solidFill>
                <a:latin typeface="Arial" pitchFamily="34" charset="0"/>
                <a:ea typeface="Arial" pitchFamily="34" charset="-122"/>
                <a:cs typeface="Arial" pitchFamily="34" charset="-120"/>
              </a:rPr>
              <a:t>EN RÉSUMÉ</a:t>
            </a:r>
            <a:endParaRPr lang="en-US" sz="1100" dirty="0"/>
          </a:p>
        </p:txBody>
      </p:sp>
      <p:sp>
        <p:nvSpPr>
          <p:cNvPr id="3" name="a1f_412"/>
          <p:cNvSpPr txBox="1"/>
          <p:nvPr/>
        </p:nvSpPr>
        <p:spPr>
          <a:xfrm>
            <a:off x="457200" y="512064"/>
            <a:ext cx="8229600" cy="566928"/>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Pourquoi choisir Face ID ?</a:t>
            </a:r>
            <a:endParaRPr lang="en-US" sz="2800" dirty="0"/>
          </a:p>
        </p:txBody>
      </p:sp>
      <p:sp>
        <p:nvSpPr>
          <p:cNvPr id="4" name="a2z_413"/>
          <p:cNvSpPr/>
          <p:nvPr/>
        </p:nvSpPr>
        <p:spPr>
          <a:xfrm>
            <a:off x="1051560" y="1371600"/>
            <a:ext cx="731520" cy="731520"/>
          </a:xfrm>
          <a:prstGeom prst="ellipse">
            <a:avLst/>
          </a:prstGeom>
          <a:solidFill>
            <a:srgbClr val="7B68EE"/>
          </a:solidFill>
          <a:ln w="12700">
            <a:solidFill>
              <a:srgbClr val="7B68EE"/>
            </a:solidFill>
            <a:prstDash val="solid"/>
          </a:ln>
        </p:spPr>
      </p:sp>
      <p:pic>
        <p:nvPicPr>
          <p:cNvPr id="5" name="a2z_413i" descr="preencoded.png">    </p:cNvPr>
          <p:cNvPicPr>
            <a:picLocks noChangeAspect="1"/>
          </p:cNvPicPr>
          <p:nvPr/>
        </p:nvPicPr>
        <p:blipFill>
          <a:blip r:embed="rId2"/>
          <a:stretch>
            <a:fillRect/>
          </a:stretch>
        </p:blipFill>
        <p:spPr>
          <a:xfrm>
            <a:off x="1227125" y="1547165"/>
            <a:ext cx="380390" cy="380390"/>
          </a:xfrm>
          <a:prstGeom prst="rect">
            <a:avLst/>
          </a:prstGeom>
        </p:spPr>
      </p:pic>
      <p:sp>
        <p:nvSpPr>
          <p:cNvPr id="6" name="a2u_414"/>
          <p:cNvSpPr txBox="1"/>
          <p:nvPr/>
        </p:nvSpPr>
        <p:spPr>
          <a:xfrm>
            <a:off x="457200" y="2240280"/>
            <a:ext cx="1920240" cy="411480"/>
          </a:xfrm>
          <a:prstGeom prst="rect">
            <a:avLst/>
          </a:prstGeom>
          <a:noFill/>
          <a:ln/>
        </p:spPr>
        <p:txBody>
          <a:bodyPr wrap="square" lIns="0" tIns="0" rIns="0" bIns="0" rtlCol="0" anchor="t"/>
          <a:lstStyle/>
          <a:p>
            <a:pPr algn="ctr" indent="0" marL="0">
              <a:buNone/>
            </a:pPr>
            <a:r>
              <a:rPr lang="en-US" sz="2100" b="1" dirty="0">
                <a:solidFill>
                  <a:srgbClr val="FFFFFF"/>
                </a:solidFill>
                <a:latin typeface="Arial" pitchFamily="34" charset="0"/>
                <a:ea typeface="Arial" pitchFamily="34" charset="-122"/>
                <a:cs typeface="Arial" pitchFamily="34" charset="-120"/>
              </a:rPr>
              <a:t>Rapide</a:t>
            </a:r>
            <a:endParaRPr lang="en-US" sz="2100" dirty="0"/>
          </a:p>
        </p:txBody>
      </p:sp>
      <p:sp>
        <p:nvSpPr>
          <p:cNvPr id="7" name="a2u_415"/>
          <p:cNvSpPr txBox="1"/>
          <p:nvPr/>
        </p:nvSpPr>
        <p:spPr>
          <a:xfrm>
            <a:off x="548640" y="2697480"/>
            <a:ext cx="1737360" cy="685800"/>
          </a:xfrm>
          <a:prstGeom prst="rect">
            <a:avLst/>
          </a:prstGeom>
          <a:noFill/>
          <a:ln/>
        </p:spPr>
        <p:txBody>
          <a:bodyPr wrap="square" lIns="0" tIns="0" rIns="0" bIns="0" rtlCol="0" anchor="t"/>
          <a:lstStyle/>
          <a:p>
            <a:pPr algn="ctr" indent="0" marL="0">
              <a:buNone/>
            </a:pPr>
            <a:r>
              <a:rPr lang="en-US" sz="1100" dirty="0">
                <a:solidFill>
                  <a:srgbClr val="C9C3F5"/>
                </a:solidFill>
                <a:latin typeface="Arial" pitchFamily="34" charset="0"/>
                <a:ea typeface="Arial" pitchFamily="34" charset="-122"/>
                <a:cs typeface="Arial" pitchFamily="34" charset="-120"/>
              </a:rPr>
              <a:t>Une identification en temps réel, sans file d’attente.</a:t>
            </a:r>
            <a:endParaRPr lang="en-US" sz="1100" dirty="0"/>
          </a:p>
        </p:txBody>
      </p:sp>
      <p:sp>
        <p:nvSpPr>
          <p:cNvPr id="8" name="a3z_416"/>
          <p:cNvSpPr/>
          <p:nvPr/>
        </p:nvSpPr>
        <p:spPr>
          <a:xfrm>
            <a:off x="3154680" y="1371600"/>
            <a:ext cx="731520" cy="731520"/>
          </a:xfrm>
          <a:prstGeom prst="ellipse">
            <a:avLst/>
          </a:prstGeom>
          <a:solidFill>
            <a:srgbClr val="7B68EE"/>
          </a:solidFill>
          <a:ln w="12700">
            <a:solidFill>
              <a:srgbClr val="7B68EE"/>
            </a:solidFill>
            <a:prstDash val="solid"/>
          </a:ln>
        </p:spPr>
      </p:sp>
      <p:pic>
        <p:nvPicPr>
          <p:cNvPr id="9" name="a3z_416i" descr="preencoded.png">    </p:cNvPr>
          <p:cNvPicPr>
            <a:picLocks noChangeAspect="1"/>
          </p:cNvPicPr>
          <p:nvPr/>
        </p:nvPicPr>
        <p:blipFill>
          <a:blip r:embed="rId3"/>
          <a:stretch>
            <a:fillRect/>
          </a:stretch>
        </p:blipFill>
        <p:spPr>
          <a:xfrm>
            <a:off x="3330245" y="1547165"/>
            <a:ext cx="380390" cy="380390"/>
          </a:xfrm>
          <a:prstGeom prst="rect">
            <a:avLst/>
          </a:prstGeom>
        </p:spPr>
      </p:pic>
      <p:sp>
        <p:nvSpPr>
          <p:cNvPr id="10" name="a3u_417"/>
          <p:cNvSpPr txBox="1"/>
          <p:nvPr/>
        </p:nvSpPr>
        <p:spPr>
          <a:xfrm>
            <a:off x="2560320" y="2240280"/>
            <a:ext cx="1920240" cy="411480"/>
          </a:xfrm>
          <a:prstGeom prst="rect">
            <a:avLst/>
          </a:prstGeom>
          <a:noFill/>
          <a:ln/>
        </p:spPr>
        <p:txBody>
          <a:bodyPr wrap="square" lIns="0" tIns="0" rIns="0" bIns="0" rtlCol="0" anchor="t"/>
          <a:lstStyle/>
          <a:p>
            <a:pPr algn="ctr" indent="0" marL="0">
              <a:buNone/>
            </a:pPr>
            <a:r>
              <a:rPr lang="en-US" sz="2100" b="1" dirty="0">
                <a:solidFill>
                  <a:srgbClr val="FFFFFF"/>
                </a:solidFill>
                <a:latin typeface="Arial" pitchFamily="34" charset="0"/>
                <a:ea typeface="Arial" pitchFamily="34" charset="-122"/>
                <a:cs typeface="Arial" pitchFamily="34" charset="-120"/>
              </a:rPr>
              <a:t>Fiable</a:t>
            </a:r>
            <a:endParaRPr lang="en-US" sz="2100" dirty="0"/>
          </a:p>
        </p:txBody>
      </p:sp>
      <p:sp>
        <p:nvSpPr>
          <p:cNvPr id="11" name="a3u_418"/>
          <p:cNvSpPr txBox="1"/>
          <p:nvPr/>
        </p:nvSpPr>
        <p:spPr>
          <a:xfrm>
            <a:off x="2651760" y="2697480"/>
            <a:ext cx="1737360" cy="685800"/>
          </a:xfrm>
          <a:prstGeom prst="rect">
            <a:avLst/>
          </a:prstGeom>
          <a:noFill/>
          <a:ln/>
        </p:spPr>
        <p:txBody>
          <a:bodyPr wrap="square" lIns="0" tIns="0" rIns="0" bIns="0" rtlCol="0" anchor="t"/>
          <a:lstStyle/>
          <a:p>
            <a:pPr algn="ctr" indent="0" marL="0">
              <a:buNone/>
            </a:pPr>
            <a:r>
              <a:rPr lang="en-US" sz="1100" dirty="0">
                <a:solidFill>
                  <a:srgbClr val="C9C3F5"/>
                </a:solidFill>
                <a:latin typeface="Arial" pitchFamily="34" charset="0"/>
                <a:ea typeface="Arial" pitchFamily="34" charset="-122"/>
                <a:cs typeface="Arial" pitchFamily="34" charset="-120"/>
              </a:rPr>
              <a:t>Trois photos et un seuil strict pour chaque personne.</a:t>
            </a:r>
            <a:endParaRPr lang="en-US" sz="1100" dirty="0"/>
          </a:p>
        </p:txBody>
      </p:sp>
      <p:sp>
        <p:nvSpPr>
          <p:cNvPr id="12" name="a4z_419"/>
          <p:cNvSpPr/>
          <p:nvPr/>
        </p:nvSpPr>
        <p:spPr>
          <a:xfrm>
            <a:off x="5257800" y="1371600"/>
            <a:ext cx="731520" cy="731520"/>
          </a:xfrm>
          <a:prstGeom prst="ellipse">
            <a:avLst/>
          </a:prstGeom>
          <a:solidFill>
            <a:srgbClr val="7B68EE"/>
          </a:solidFill>
          <a:ln w="12700">
            <a:solidFill>
              <a:srgbClr val="7B68EE"/>
            </a:solidFill>
            <a:prstDash val="solid"/>
          </a:ln>
        </p:spPr>
      </p:sp>
      <p:pic>
        <p:nvPicPr>
          <p:cNvPr id="13" name="a4z_419i" descr="preencoded.png">    </p:cNvPr>
          <p:cNvPicPr>
            <a:picLocks noChangeAspect="1"/>
          </p:cNvPicPr>
          <p:nvPr/>
        </p:nvPicPr>
        <p:blipFill>
          <a:blip r:embed="rId4"/>
          <a:stretch>
            <a:fillRect/>
          </a:stretch>
        </p:blipFill>
        <p:spPr>
          <a:xfrm>
            <a:off x="5433365" y="1547165"/>
            <a:ext cx="380390" cy="380390"/>
          </a:xfrm>
          <a:prstGeom prst="rect">
            <a:avLst/>
          </a:prstGeom>
        </p:spPr>
      </p:pic>
      <p:sp>
        <p:nvSpPr>
          <p:cNvPr id="14" name="a4u_420"/>
          <p:cNvSpPr txBox="1"/>
          <p:nvPr/>
        </p:nvSpPr>
        <p:spPr>
          <a:xfrm>
            <a:off x="4663440" y="2240280"/>
            <a:ext cx="1920240" cy="411480"/>
          </a:xfrm>
          <a:prstGeom prst="rect">
            <a:avLst/>
          </a:prstGeom>
          <a:noFill/>
          <a:ln/>
        </p:spPr>
        <p:txBody>
          <a:bodyPr wrap="square" lIns="0" tIns="0" rIns="0" bIns="0" rtlCol="0" anchor="t"/>
          <a:lstStyle/>
          <a:p>
            <a:pPr algn="ctr" indent="0" marL="0">
              <a:buNone/>
            </a:pPr>
            <a:r>
              <a:rPr lang="en-US" sz="2100" b="1" dirty="0">
                <a:solidFill>
                  <a:srgbClr val="FFFFFF"/>
                </a:solidFill>
                <a:latin typeface="Arial" pitchFamily="34" charset="0"/>
                <a:ea typeface="Arial" pitchFamily="34" charset="-122"/>
                <a:cs typeface="Arial" pitchFamily="34" charset="-120"/>
              </a:rPr>
              <a:t>Confidentiel</a:t>
            </a:r>
            <a:endParaRPr lang="en-US" sz="2100" dirty="0"/>
          </a:p>
        </p:txBody>
      </p:sp>
      <p:sp>
        <p:nvSpPr>
          <p:cNvPr id="15" name="a4u_421"/>
          <p:cNvSpPr txBox="1"/>
          <p:nvPr/>
        </p:nvSpPr>
        <p:spPr>
          <a:xfrm>
            <a:off x="4754880" y="2697480"/>
            <a:ext cx="1737360" cy="685800"/>
          </a:xfrm>
          <a:prstGeom prst="rect">
            <a:avLst/>
          </a:prstGeom>
          <a:noFill/>
          <a:ln/>
        </p:spPr>
        <p:txBody>
          <a:bodyPr wrap="square" lIns="0" tIns="0" rIns="0" bIns="0" rtlCol="0" anchor="t"/>
          <a:lstStyle/>
          <a:p>
            <a:pPr algn="ctr" indent="0" marL="0">
              <a:buNone/>
            </a:pPr>
            <a:r>
              <a:rPr lang="en-US" sz="1100" dirty="0">
                <a:solidFill>
                  <a:srgbClr val="C9C3F5"/>
                </a:solidFill>
                <a:latin typeface="Arial" pitchFamily="34" charset="0"/>
                <a:ea typeface="Arial" pitchFamily="34" charset="-122"/>
                <a:cs typeface="Arial" pitchFamily="34" charset="-120"/>
              </a:rPr>
              <a:t>Des données qui ne quittent jamais l’école.</a:t>
            </a:r>
            <a:endParaRPr lang="en-US" sz="1100" dirty="0"/>
          </a:p>
        </p:txBody>
      </p:sp>
      <p:sp>
        <p:nvSpPr>
          <p:cNvPr id="16" name="a5z_422"/>
          <p:cNvSpPr/>
          <p:nvPr/>
        </p:nvSpPr>
        <p:spPr>
          <a:xfrm>
            <a:off x="7360920" y="1371600"/>
            <a:ext cx="731520" cy="731520"/>
          </a:xfrm>
          <a:prstGeom prst="ellipse">
            <a:avLst/>
          </a:prstGeom>
          <a:solidFill>
            <a:srgbClr val="7B68EE"/>
          </a:solidFill>
          <a:ln w="12700">
            <a:solidFill>
              <a:srgbClr val="7B68EE"/>
            </a:solidFill>
            <a:prstDash val="solid"/>
          </a:ln>
        </p:spPr>
      </p:sp>
      <p:pic>
        <p:nvPicPr>
          <p:cNvPr id="17" name="a5z_422i" descr="preencoded.png">    </p:cNvPr>
          <p:cNvPicPr>
            <a:picLocks noChangeAspect="1"/>
          </p:cNvPicPr>
          <p:nvPr/>
        </p:nvPicPr>
        <p:blipFill>
          <a:blip r:embed="rId5"/>
          <a:stretch>
            <a:fillRect/>
          </a:stretch>
        </p:blipFill>
        <p:spPr>
          <a:xfrm>
            <a:off x="7536485" y="1547165"/>
            <a:ext cx="380390" cy="380390"/>
          </a:xfrm>
          <a:prstGeom prst="rect">
            <a:avLst/>
          </a:prstGeom>
        </p:spPr>
      </p:pic>
      <p:sp>
        <p:nvSpPr>
          <p:cNvPr id="18" name="a5u_423"/>
          <p:cNvSpPr txBox="1"/>
          <p:nvPr/>
        </p:nvSpPr>
        <p:spPr>
          <a:xfrm>
            <a:off x="6766560" y="2240280"/>
            <a:ext cx="1920240" cy="411480"/>
          </a:xfrm>
          <a:prstGeom prst="rect">
            <a:avLst/>
          </a:prstGeom>
          <a:noFill/>
          <a:ln/>
        </p:spPr>
        <p:txBody>
          <a:bodyPr wrap="square" lIns="0" tIns="0" rIns="0" bIns="0" rtlCol="0" anchor="t"/>
          <a:lstStyle/>
          <a:p>
            <a:pPr algn="ctr" indent="0" marL="0">
              <a:buNone/>
            </a:pPr>
            <a:r>
              <a:rPr lang="en-US" sz="2100" b="1" dirty="0">
                <a:solidFill>
                  <a:srgbClr val="FFFFFF"/>
                </a:solidFill>
                <a:latin typeface="Arial" pitchFamily="34" charset="0"/>
                <a:ea typeface="Arial" pitchFamily="34" charset="-122"/>
                <a:cs typeface="Arial" pitchFamily="34" charset="-120"/>
              </a:rPr>
              <a:t>Évolutif</a:t>
            </a:r>
            <a:endParaRPr lang="en-US" sz="2100" dirty="0"/>
          </a:p>
        </p:txBody>
      </p:sp>
      <p:sp>
        <p:nvSpPr>
          <p:cNvPr id="19" name="a5u_424"/>
          <p:cNvSpPr txBox="1"/>
          <p:nvPr/>
        </p:nvSpPr>
        <p:spPr>
          <a:xfrm>
            <a:off x="6858000" y="2697480"/>
            <a:ext cx="1737360" cy="685800"/>
          </a:xfrm>
          <a:prstGeom prst="rect">
            <a:avLst/>
          </a:prstGeom>
          <a:noFill/>
          <a:ln/>
        </p:spPr>
        <p:txBody>
          <a:bodyPr wrap="square" lIns="0" tIns="0" rIns="0" bIns="0" rtlCol="0" anchor="t"/>
          <a:lstStyle/>
          <a:p>
            <a:pPr algn="ctr" indent="0" marL="0">
              <a:buNone/>
            </a:pPr>
            <a:r>
              <a:rPr lang="en-US" sz="1100" dirty="0">
                <a:solidFill>
                  <a:srgbClr val="C9C3F5"/>
                </a:solidFill>
                <a:latin typeface="Arial" pitchFamily="34" charset="0"/>
                <a:ea typeface="Arial" pitchFamily="34" charset="-122"/>
                <a:cs typeface="Arial" pitchFamily="34" charset="-120"/>
              </a:rPr>
              <a:t>Présences, alertes, statistiques : l’outil grandit avec vous.</a:t>
            </a:r>
            <a:endParaRPr lang="en-US" sz="1100" dirty="0"/>
          </a:p>
        </p:txBody>
      </p:sp>
      <p:sp>
        <p:nvSpPr>
          <p:cNvPr id="20" name="a6z_425"/>
          <p:cNvSpPr/>
          <p:nvPr/>
        </p:nvSpPr>
        <p:spPr>
          <a:xfrm>
            <a:off x="1371600" y="3703320"/>
            <a:ext cx="6400800" cy="731520"/>
          </a:xfrm>
          <a:prstGeom prst="roundRect">
            <a:avLst>
              <a:gd name="adj" fmla="val 10000"/>
            </a:avLst>
          </a:prstGeom>
          <a:solidFill>
            <a:srgbClr val="F5B301"/>
          </a:solidFill>
          <a:ln w="12700">
            <a:solidFill>
              <a:srgbClr val="F5B301"/>
            </a:solidFill>
            <a:prstDash val="solid"/>
          </a:ln>
        </p:spPr>
      </p:sp>
      <p:sp>
        <p:nvSpPr>
          <p:cNvPr id="21" name="a6z_426"/>
          <p:cNvSpPr txBox="1"/>
          <p:nvPr/>
        </p:nvSpPr>
        <p:spPr>
          <a:xfrm>
            <a:off x="1371600" y="3703320"/>
            <a:ext cx="6400800" cy="731520"/>
          </a:xfrm>
          <a:prstGeom prst="rect">
            <a:avLst/>
          </a:prstGeom>
          <a:noFill/>
          <a:ln/>
        </p:spPr>
        <p:txBody>
          <a:bodyPr wrap="square" lIns="0" tIns="0" rIns="0" bIns="0" rtlCol="0" anchor="ctr"/>
          <a:lstStyle/>
          <a:p>
            <a:pPr algn="ctr" indent="0" marL="0">
              <a:buNone/>
            </a:pPr>
            <a:r>
              <a:rPr lang="en-US" sz="1700" b="1" dirty="0">
                <a:solidFill>
                  <a:srgbClr val="1A1446"/>
                </a:solidFill>
                <a:latin typeface="Arial" pitchFamily="34" charset="0"/>
                <a:ea typeface="Arial" pitchFamily="34" charset="-122"/>
                <a:cs typeface="Arial" pitchFamily="34" charset="-120"/>
              </a:rPr>
              <a:t>Prochaine étape : un essai pilote dans votre établissement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par>
                          <p:cTn id="31"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450" fill="hold"/>
                                        <p:tgtEl>
                                          <p:spTgt spid="4"/>
                                        </p:tgtEl>
                                        <p:attrNameLst>
                                          <p:attrName>ppt_w</p:attrName>
                                        </p:attrNameLst>
                                      </p:cBhvr>
                                      <p:tavLst>
                                        <p:tav tm="0">
                                          <p:val>
                                            <p:fltVal val="0"/>
                                          </p:val>
                                        </p:tav>
                                        <p:tav tm="100000">
                                          <p:val>
                                            <p:strVal val="#ppt_w"/>
                                          </p:val>
                                        </p:tav>
                                      </p:tavLst>
                                    </p:anim>
                                    <p:anim calcmode="lin" valueType="num">
                                      <p:cBhvr>
                                        <p:cTn id="14" dur="450" fill="hold"/>
                                        <p:tgtEl>
                                          <p:spTgt spid="4"/>
                                        </p:tgtEl>
                                        <p:attrNameLst>
                                          <p:attrName>ppt_h</p:attrName>
                                        </p:attrNameLst>
                                      </p:cBhvr>
                                      <p:tavLst>
                                        <p:tav tm="0">
                                          <p:val>
                                            <p:fltVal val="0"/>
                                          </p:val>
                                        </p:tav>
                                        <p:tav tm="100000">
                                          <p:val>
                                            <p:strVal val="#ppt_h"/>
                                          </p:val>
                                        </p:tav>
                                      </p:tavLst>
                                    </p:anim>
                                    <p:animEffect transition="in" filter="fade">
                                      <p:cBhvr>
                                        <p:cTn id="15" dur="450"/>
                                        <p:tgtEl>
                                          <p:spTgt spid="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450" fill="hold"/>
                                        <p:tgtEl>
                                          <p:spTgt spid="5"/>
                                        </p:tgtEl>
                                        <p:attrNameLst>
                                          <p:attrName>ppt_w</p:attrName>
                                        </p:attrNameLst>
                                      </p:cBhvr>
                                      <p:tavLst>
                                        <p:tav tm="0">
                                          <p:val>
                                            <p:fltVal val="0"/>
                                          </p:val>
                                        </p:tav>
                                        <p:tav tm="100000">
                                          <p:val>
                                            <p:strVal val="#ppt_w"/>
                                          </p:val>
                                        </p:tav>
                                      </p:tavLst>
                                    </p:anim>
                                    <p:anim calcmode="lin" valueType="num">
                                      <p:cBhvr>
                                        <p:cTn id="19" dur="450" fill="hold"/>
                                        <p:tgtEl>
                                          <p:spTgt spid="5"/>
                                        </p:tgtEl>
                                        <p:attrNameLst>
                                          <p:attrName>ppt_h</p:attrName>
                                        </p:attrNameLst>
                                      </p:cBhvr>
                                      <p:tavLst>
                                        <p:tav tm="0">
                                          <p:val>
                                            <p:fltVal val="0"/>
                                          </p:val>
                                        </p:tav>
                                        <p:tav tm="100000">
                                          <p:val>
                                            <p:strVal val="#ppt_h"/>
                                          </p:val>
                                        </p:tav>
                                      </p:tavLst>
                                    </p:anim>
                                    <p:animEffect transition="in" filter="fade">
                                      <p:cBhvr>
                                        <p:cTn id="20" dur="450"/>
                                        <p:tgtEl>
                                          <p:spTgt spid="5"/>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1"/>
                                          </p:val>
                                        </p:tav>
                                        <p:tav tm="100000">
                                          <p:val>
                                            <p:strVal val="#ppt_y"/>
                                          </p:val>
                                        </p:tav>
                                      </p:tavLst>
                                    </p:anim>
                                  </p:childTnLst>
                                </p:cTn>
                              </p:par>
                            </p:childTnLst>
                          </p:cTn>
                        </p:par>
                        <p:par>
                          <p:cTn id="52" fill="hold">
                            <p:stCondLst>
                              <p:cond delay="1100"/>
                            </p:stCondLst>
                            <p:childTnLst>
                              <p:par>
                                <p:cTn id="32" presetID="53" presetClass="entr" presetSubtype="16"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450" fill="hold"/>
                                        <p:tgtEl>
                                          <p:spTgt spid="8"/>
                                        </p:tgtEl>
                                        <p:attrNameLst>
                                          <p:attrName>ppt_w</p:attrName>
                                        </p:attrNameLst>
                                      </p:cBhvr>
                                      <p:tavLst>
                                        <p:tav tm="0">
                                          <p:val>
                                            <p:fltVal val="0"/>
                                          </p:val>
                                        </p:tav>
                                        <p:tav tm="100000">
                                          <p:val>
                                            <p:strVal val="#ppt_w"/>
                                          </p:val>
                                        </p:tav>
                                      </p:tavLst>
                                    </p:anim>
                                    <p:anim calcmode="lin" valueType="num">
                                      <p:cBhvr>
                                        <p:cTn id="35" dur="450" fill="hold"/>
                                        <p:tgtEl>
                                          <p:spTgt spid="8"/>
                                        </p:tgtEl>
                                        <p:attrNameLst>
                                          <p:attrName>ppt_h</p:attrName>
                                        </p:attrNameLst>
                                      </p:cBhvr>
                                      <p:tavLst>
                                        <p:tav tm="0">
                                          <p:val>
                                            <p:fltVal val="0"/>
                                          </p:val>
                                        </p:tav>
                                        <p:tav tm="100000">
                                          <p:val>
                                            <p:strVal val="#ppt_h"/>
                                          </p:val>
                                        </p:tav>
                                      </p:tavLst>
                                    </p:anim>
                                    <p:animEffect transition="in" filter="fade">
                                      <p:cBhvr>
                                        <p:cTn id="36" dur="450"/>
                                        <p:tgtEl>
                                          <p:spTgt spid="8"/>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450" fill="hold"/>
                                        <p:tgtEl>
                                          <p:spTgt spid="9"/>
                                        </p:tgtEl>
                                        <p:attrNameLst>
                                          <p:attrName>ppt_w</p:attrName>
                                        </p:attrNameLst>
                                      </p:cBhvr>
                                      <p:tavLst>
                                        <p:tav tm="0">
                                          <p:val>
                                            <p:fltVal val="0"/>
                                          </p:val>
                                        </p:tav>
                                        <p:tav tm="100000">
                                          <p:val>
                                            <p:strVal val="#ppt_w"/>
                                          </p:val>
                                        </p:tav>
                                      </p:tavLst>
                                    </p:anim>
                                    <p:anim calcmode="lin" valueType="num">
                                      <p:cBhvr>
                                        <p:cTn id="40" dur="450" fill="hold"/>
                                        <p:tgtEl>
                                          <p:spTgt spid="9"/>
                                        </p:tgtEl>
                                        <p:attrNameLst>
                                          <p:attrName>ppt_h</p:attrName>
                                        </p:attrNameLst>
                                      </p:cBhvr>
                                      <p:tavLst>
                                        <p:tav tm="0">
                                          <p:val>
                                            <p:fltVal val="0"/>
                                          </p:val>
                                        </p:tav>
                                        <p:tav tm="100000">
                                          <p:val>
                                            <p:strVal val="#ppt_h"/>
                                          </p:val>
                                        </p:tav>
                                      </p:tavLst>
                                    </p:anim>
                                    <p:animEffect transition="in" filter="fade">
                                      <p:cBhvr>
                                        <p:cTn id="41" dur="450"/>
                                        <p:tgtEl>
                                          <p:spTgt spid="9"/>
                                        </p:tgtEl>
                                      </p:cBhvr>
                                    </p:animEffect>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600"/>
                                        <p:tgtEl>
                                          <p:spTgt spid="10"/>
                                        </p:tgtEl>
                                      </p:cBhvr>
                                    </p:animEffect>
                                    <p:anim calcmode="lin" valueType="num">
                                      <p:cBhvr additive="base">
                                        <p:cTn id="45" dur="600" fill="hold"/>
                                        <p:tgtEl>
                                          <p:spTgt spid="10"/>
                                        </p:tgtEl>
                                        <p:attrNameLst>
                                          <p:attrName>ppt_x</p:attrName>
                                        </p:attrNameLst>
                                      </p:cBhvr>
                                      <p:tavLst>
                                        <p:tav tm="0">
                                          <p:val>
                                            <p:strVal val="#ppt_x"/>
                                          </p:val>
                                        </p:tav>
                                        <p:tav tm="100000">
                                          <p:val>
                                            <p:strVal val="#ppt_x"/>
                                          </p:val>
                                        </p:tav>
                                      </p:tavLst>
                                    </p:anim>
                                    <p:anim calcmode="lin" valueType="num">
                                      <p:cBhvr additive="base">
                                        <p:cTn id="46" dur="6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600"/>
                                        <p:tgtEl>
                                          <p:spTgt spid="11"/>
                                        </p:tgtEl>
                                      </p:cBhvr>
                                    </p:animEffect>
                                    <p:anim calcmode="lin" valueType="num">
                                      <p:cBhvr additive="base">
                                        <p:cTn id="50" dur="600" fill="hold"/>
                                        <p:tgtEl>
                                          <p:spTgt spid="11"/>
                                        </p:tgtEl>
                                        <p:attrNameLst>
                                          <p:attrName>ppt_x</p:attrName>
                                        </p:attrNameLst>
                                      </p:cBhvr>
                                      <p:tavLst>
                                        <p:tav tm="0">
                                          <p:val>
                                            <p:strVal val="#ppt_x"/>
                                          </p:val>
                                        </p:tav>
                                        <p:tav tm="100000">
                                          <p:val>
                                            <p:strVal val="#ppt_x"/>
                                          </p:val>
                                        </p:tav>
                                      </p:tavLst>
                                    </p:anim>
                                    <p:anim calcmode="lin" valueType="num">
                                      <p:cBhvr additive="base">
                                        <p:cTn id="51" dur="600" fill="hold"/>
                                        <p:tgtEl>
                                          <p:spTgt spid="11"/>
                                        </p:tgtEl>
                                        <p:attrNameLst>
                                          <p:attrName>ppt_y</p:attrName>
                                        </p:attrNameLst>
                                      </p:cBhvr>
                                      <p:tavLst>
                                        <p:tav tm="0">
                                          <p:val>
                                            <p:strVal val="#ppt_y+.1"/>
                                          </p:val>
                                        </p:tav>
                                        <p:tav tm="100000">
                                          <p:val>
                                            <p:strVal val="#ppt_y"/>
                                          </p:val>
                                        </p:tav>
                                      </p:tavLst>
                                    </p:anim>
                                  </p:childTnLst>
                                </p:cTn>
                              </p:par>
                            </p:childTnLst>
                          </p:cTn>
                        </p:par>
                        <p:par>
                          <p:cTn id="73" fill="hold">
                            <p:stCondLst>
                              <p:cond delay="1700"/>
                            </p:stCondLst>
                            <p:childTnLst>
                              <p:par>
                                <p:cTn id="53" presetID="53" presetClass="entr" presetSubtype="16"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p:cTn id="55" dur="450" fill="hold"/>
                                        <p:tgtEl>
                                          <p:spTgt spid="12"/>
                                        </p:tgtEl>
                                        <p:attrNameLst>
                                          <p:attrName>ppt_w</p:attrName>
                                        </p:attrNameLst>
                                      </p:cBhvr>
                                      <p:tavLst>
                                        <p:tav tm="0">
                                          <p:val>
                                            <p:fltVal val="0"/>
                                          </p:val>
                                        </p:tav>
                                        <p:tav tm="100000">
                                          <p:val>
                                            <p:strVal val="#ppt_w"/>
                                          </p:val>
                                        </p:tav>
                                      </p:tavLst>
                                    </p:anim>
                                    <p:anim calcmode="lin" valueType="num">
                                      <p:cBhvr>
                                        <p:cTn id="56" dur="450" fill="hold"/>
                                        <p:tgtEl>
                                          <p:spTgt spid="12"/>
                                        </p:tgtEl>
                                        <p:attrNameLst>
                                          <p:attrName>ppt_h</p:attrName>
                                        </p:attrNameLst>
                                      </p:cBhvr>
                                      <p:tavLst>
                                        <p:tav tm="0">
                                          <p:val>
                                            <p:fltVal val="0"/>
                                          </p:val>
                                        </p:tav>
                                        <p:tav tm="100000">
                                          <p:val>
                                            <p:strVal val="#ppt_h"/>
                                          </p:val>
                                        </p:tav>
                                      </p:tavLst>
                                    </p:anim>
                                    <p:animEffect transition="in" filter="fade">
                                      <p:cBhvr>
                                        <p:cTn id="57" dur="450"/>
                                        <p:tgtEl>
                                          <p:spTgt spid="12"/>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450" fill="hold"/>
                                        <p:tgtEl>
                                          <p:spTgt spid="13"/>
                                        </p:tgtEl>
                                        <p:attrNameLst>
                                          <p:attrName>ppt_w</p:attrName>
                                        </p:attrNameLst>
                                      </p:cBhvr>
                                      <p:tavLst>
                                        <p:tav tm="0">
                                          <p:val>
                                            <p:fltVal val="0"/>
                                          </p:val>
                                        </p:tav>
                                        <p:tav tm="100000">
                                          <p:val>
                                            <p:strVal val="#ppt_w"/>
                                          </p:val>
                                        </p:tav>
                                      </p:tavLst>
                                    </p:anim>
                                    <p:anim calcmode="lin" valueType="num">
                                      <p:cBhvr>
                                        <p:cTn id="61" dur="450" fill="hold"/>
                                        <p:tgtEl>
                                          <p:spTgt spid="13"/>
                                        </p:tgtEl>
                                        <p:attrNameLst>
                                          <p:attrName>ppt_h</p:attrName>
                                        </p:attrNameLst>
                                      </p:cBhvr>
                                      <p:tavLst>
                                        <p:tav tm="0">
                                          <p:val>
                                            <p:fltVal val="0"/>
                                          </p:val>
                                        </p:tav>
                                        <p:tav tm="100000">
                                          <p:val>
                                            <p:strVal val="#ppt_h"/>
                                          </p:val>
                                        </p:tav>
                                      </p:tavLst>
                                    </p:anim>
                                    <p:animEffect transition="in" filter="fade">
                                      <p:cBhvr>
                                        <p:cTn id="62" dur="450"/>
                                        <p:tgtEl>
                                          <p:spTgt spid="13"/>
                                        </p:tgtEl>
                                      </p:cBhvr>
                                    </p:animEffect>
                                  </p:childTnLst>
                                </p:cTn>
                              </p:par>
                              <p:par>
                                <p:cTn id="63" presetID="42"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600"/>
                                        <p:tgtEl>
                                          <p:spTgt spid="14"/>
                                        </p:tgtEl>
                                      </p:cBhvr>
                                    </p:animEffect>
                                    <p:anim calcmode="lin" valueType="num">
                                      <p:cBhvr additive="base">
                                        <p:cTn id="66" dur="600" fill="hold"/>
                                        <p:tgtEl>
                                          <p:spTgt spid="14"/>
                                        </p:tgtEl>
                                        <p:attrNameLst>
                                          <p:attrName>ppt_x</p:attrName>
                                        </p:attrNameLst>
                                      </p:cBhvr>
                                      <p:tavLst>
                                        <p:tav tm="0">
                                          <p:val>
                                            <p:strVal val="#ppt_x"/>
                                          </p:val>
                                        </p:tav>
                                        <p:tav tm="100000">
                                          <p:val>
                                            <p:strVal val="#ppt_x"/>
                                          </p:val>
                                        </p:tav>
                                      </p:tavLst>
                                    </p:anim>
                                    <p:anim calcmode="lin" valueType="num">
                                      <p:cBhvr additive="base">
                                        <p:cTn id="67" dur="600" fill="hold"/>
                                        <p:tgtEl>
                                          <p:spTgt spid="14"/>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600"/>
                                        <p:tgtEl>
                                          <p:spTgt spid="15"/>
                                        </p:tgtEl>
                                      </p:cBhvr>
                                    </p:animEffect>
                                    <p:anim calcmode="lin" valueType="num">
                                      <p:cBhvr additive="base">
                                        <p:cTn id="71" dur="600" fill="hold"/>
                                        <p:tgtEl>
                                          <p:spTgt spid="15"/>
                                        </p:tgtEl>
                                        <p:attrNameLst>
                                          <p:attrName>ppt_x</p:attrName>
                                        </p:attrNameLst>
                                      </p:cBhvr>
                                      <p:tavLst>
                                        <p:tav tm="0">
                                          <p:val>
                                            <p:strVal val="#ppt_x"/>
                                          </p:val>
                                        </p:tav>
                                        <p:tav tm="100000">
                                          <p:val>
                                            <p:strVal val="#ppt_x"/>
                                          </p:val>
                                        </p:tav>
                                      </p:tavLst>
                                    </p:anim>
                                    <p:anim calcmode="lin" valueType="num">
                                      <p:cBhvr additive="base">
                                        <p:cTn id="72" dur="600" fill="hold"/>
                                        <p:tgtEl>
                                          <p:spTgt spid="15"/>
                                        </p:tgtEl>
                                        <p:attrNameLst>
                                          <p:attrName>ppt_y</p:attrName>
                                        </p:attrNameLst>
                                      </p:cBhvr>
                                      <p:tavLst>
                                        <p:tav tm="0">
                                          <p:val>
                                            <p:strVal val="#ppt_y+.1"/>
                                          </p:val>
                                        </p:tav>
                                        <p:tav tm="100000">
                                          <p:val>
                                            <p:strVal val="#ppt_y"/>
                                          </p:val>
                                        </p:tav>
                                      </p:tavLst>
                                    </p:anim>
                                  </p:childTnLst>
                                </p:cTn>
                              </p:par>
                            </p:childTnLst>
                          </p:cTn>
                        </p:par>
                        <p:par>
                          <p:cTn id="94" fill="hold">
                            <p:stCondLst>
                              <p:cond delay="2300"/>
                            </p:stCondLst>
                            <p:childTnLst>
                              <p:par>
                                <p:cTn id="74" presetID="53" presetClass="entr" presetSubtype="16" fill="hold" grpId="0" nodeType="after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p:cTn id="76" dur="450" fill="hold"/>
                                        <p:tgtEl>
                                          <p:spTgt spid="16"/>
                                        </p:tgtEl>
                                        <p:attrNameLst>
                                          <p:attrName>ppt_w</p:attrName>
                                        </p:attrNameLst>
                                      </p:cBhvr>
                                      <p:tavLst>
                                        <p:tav tm="0">
                                          <p:val>
                                            <p:fltVal val="0"/>
                                          </p:val>
                                        </p:tav>
                                        <p:tav tm="100000">
                                          <p:val>
                                            <p:strVal val="#ppt_w"/>
                                          </p:val>
                                        </p:tav>
                                      </p:tavLst>
                                    </p:anim>
                                    <p:anim calcmode="lin" valueType="num">
                                      <p:cBhvr>
                                        <p:cTn id="77" dur="450" fill="hold"/>
                                        <p:tgtEl>
                                          <p:spTgt spid="16"/>
                                        </p:tgtEl>
                                        <p:attrNameLst>
                                          <p:attrName>ppt_h</p:attrName>
                                        </p:attrNameLst>
                                      </p:cBhvr>
                                      <p:tavLst>
                                        <p:tav tm="0">
                                          <p:val>
                                            <p:fltVal val="0"/>
                                          </p:val>
                                        </p:tav>
                                        <p:tav tm="100000">
                                          <p:val>
                                            <p:strVal val="#ppt_h"/>
                                          </p:val>
                                        </p:tav>
                                      </p:tavLst>
                                    </p:anim>
                                    <p:animEffect transition="in" filter="fade">
                                      <p:cBhvr>
                                        <p:cTn id="78" dur="450"/>
                                        <p:tgtEl>
                                          <p:spTgt spid="16"/>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450" fill="hold"/>
                                        <p:tgtEl>
                                          <p:spTgt spid="17"/>
                                        </p:tgtEl>
                                        <p:attrNameLst>
                                          <p:attrName>ppt_w</p:attrName>
                                        </p:attrNameLst>
                                      </p:cBhvr>
                                      <p:tavLst>
                                        <p:tav tm="0">
                                          <p:val>
                                            <p:fltVal val="0"/>
                                          </p:val>
                                        </p:tav>
                                        <p:tav tm="100000">
                                          <p:val>
                                            <p:strVal val="#ppt_w"/>
                                          </p:val>
                                        </p:tav>
                                      </p:tavLst>
                                    </p:anim>
                                    <p:anim calcmode="lin" valueType="num">
                                      <p:cBhvr>
                                        <p:cTn id="82" dur="450" fill="hold"/>
                                        <p:tgtEl>
                                          <p:spTgt spid="17"/>
                                        </p:tgtEl>
                                        <p:attrNameLst>
                                          <p:attrName>ppt_h</p:attrName>
                                        </p:attrNameLst>
                                      </p:cBhvr>
                                      <p:tavLst>
                                        <p:tav tm="0">
                                          <p:val>
                                            <p:fltVal val="0"/>
                                          </p:val>
                                        </p:tav>
                                        <p:tav tm="100000">
                                          <p:val>
                                            <p:strVal val="#ppt_h"/>
                                          </p:val>
                                        </p:tav>
                                      </p:tavLst>
                                    </p:anim>
                                    <p:animEffect transition="in" filter="fade">
                                      <p:cBhvr>
                                        <p:cTn id="83" dur="450"/>
                                        <p:tgtEl>
                                          <p:spTgt spid="17"/>
                                        </p:tgtEl>
                                      </p:cBhvr>
                                    </p:animEffect>
                                  </p:childTnLst>
                                </p:cTn>
                              </p:par>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anim calcmode="lin" valueType="num">
                                      <p:cBhvr additive="base">
                                        <p:cTn id="87" dur="600" fill="hold"/>
                                        <p:tgtEl>
                                          <p:spTgt spid="18"/>
                                        </p:tgtEl>
                                        <p:attrNameLst>
                                          <p:attrName>ppt_x</p:attrName>
                                        </p:attrNameLst>
                                      </p:cBhvr>
                                      <p:tavLst>
                                        <p:tav tm="0">
                                          <p:val>
                                            <p:strVal val="#ppt_x"/>
                                          </p:val>
                                        </p:tav>
                                        <p:tav tm="100000">
                                          <p:val>
                                            <p:strVal val="#ppt_x"/>
                                          </p:val>
                                        </p:tav>
                                      </p:tavLst>
                                    </p:anim>
                                    <p:anim calcmode="lin" valueType="num">
                                      <p:cBhvr additive="base">
                                        <p:cTn id="88" dur="600" fill="hold"/>
                                        <p:tgtEl>
                                          <p:spTgt spid="18"/>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600"/>
                                        <p:tgtEl>
                                          <p:spTgt spid="19"/>
                                        </p:tgtEl>
                                      </p:cBhvr>
                                    </p:animEffect>
                                    <p:anim calcmode="lin" valueType="num">
                                      <p:cBhvr additive="base">
                                        <p:cTn id="92" dur="600" fill="hold"/>
                                        <p:tgtEl>
                                          <p:spTgt spid="19"/>
                                        </p:tgtEl>
                                        <p:attrNameLst>
                                          <p:attrName>ppt_x</p:attrName>
                                        </p:attrNameLst>
                                      </p:cBhvr>
                                      <p:tavLst>
                                        <p:tav tm="0">
                                          <p:val>
                                            <p:strVal val="#ppt_x"/>
                                          </p:val>
                                        </p:tav>
                                        <p:tav tm="100000">
                                          <p:val>
                                            <p:strVal val="#ppt_x"/>
                                          </p:val>
                                        </p:tav>
                                      </p:tavLst>
                                    </p:anim>
                                    <p:anim calcmode="lin" valueType="num">
                                      <p:cBhvr additive="base">
                                        <p:cTn id="93" dur="600" fill="hold"/>
                                        <p:tgtEl>
                                          <p:spTgt spid="19"/>
                                        </p:tgtEl>
                                        <p:attrNameLst>
                                          <p:attrName>ppt_y</p:attrName>
                                        </p:attrNameLst>
                                      </p:cBhvr>
                                      <p:tavLst>
                                        <p:tav tm="0">
                                          <p:val>
                                            <p:strVal val="#ppt_y+.1"/>
                                          </p:val>
                                        </p:tav>
                                        <p:tav tm="100000">
                                          <p:val>
                                            <p:strVal val="#ppt_y"/>
                                          </p:val>
                                        </p:tav>
                                      </p:tavLst>
                                    </p:anim>
                                  </p:childTnLst>
                                </p:cTn>
                              </p:par>
                            </p:childTnLst>
                          </p:cTn>
                        </p:par>
                        <p:par>
                          <p:cTn id="105" fill="hold">
                            <p:stCondLst>
                              <p:cond delay="2900"/>
                            </p:stCondLst>
                            <p:childTnLst>
                              <p:par>
                                <p:cTn id="95" presetID="53" presetClass="entr" presetSubtype="16" fill="hold" grpId="0" nodeType="afterEffect">
                                  <p:stCondLst>
                                    <p:cond delay="0"/>
                                  </p:stCondLst>
                                  <p:childTnLst>
                                    <p:set>
                                      <p:cBhvr>
                                        <p:cTn id="96" dur="1" fill="hold">
                                          <p:stCondLst>
                                            <p:cond delay="0"/>
                                          </p:stCondLst>
                                        </p:cTn>
                                        <p:tgtEl>
                                          <p:spTgt spid="20"/>
                                        </p:tgtEl>
                                        <p:attrNameLst>
                                          <p:attrName>style.visibility</p:attrName>
                                        </p:attrNameLst>
                                      </p:cBhvr>
                                      <p:to>
                                        <p:strVal val="visible"/>
                                      </p:to>
                                    </p:set>
                                    <p:anim calcmode="lin" valueType="num">
                                      <p:cBhvr>
                                        <p:cTn id="97" dur="450" fill="hold"/>
                                        <p:tgtEl>
                                          <p:spTgt spid="20"/>
                                        </p:tgtEl>
                                        <p:attrNameLst>
                                          <p:attrName>ppt_w</p:attrName>
                                        </p:attrNameLst>
                                      </p:cBhvr>
                                      <p:tavLst>
                                        <p:tav tm="0">
                                          <p:val>
                                            <p:fltVal val="0"/>
                                          </p:val>
                                        </p:tav>
                                        <p:tav tm="100000">
                                          <p:val>
                                            <p:strVal val="#ppt_w"/>
                                          </p:val>
                                        </p:tav>
                                      </p:tavLst>
                                    </p:anim>
                                    <p:anim calcmode="lin" valueType="num">
                                      <p:cBhvr>
                                        <p:cTn id="98" dur="450" fill="hold"/>
                                        <p:tgtEl>
                                          <p:spTgt spid="20"/>
                                        </p:tgtEl>
                                        <p:attrNameLst>
                                          <p:attrName>ppt_h</p:attrName>
                                        </p:attrNameLst>
                                      </p:cBhvr>
                                      <p:tavLst>
                                        <p:tav tm="0">
                                          <p:val>
                                            <p:fltVal val="0"/>
                                          </p:val>
                                        </p:tav>
                                        <p:tav tm="100000">
                                          <p:val>
                                            <p:strVal val="#ppt_h"/>
                                          </p:val>
                                        </p:tav>
                                      </p:tavLst>
                                    </p:anim>
                                    <p:animEffect transition="in" filter="fade">
                                      <p:cBhvr>
                                        <p:cTn id="99" dur="450"/>
                                        <p:tgtEl>
                                          <p:spTgt spid="20"/>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450" fill="hold"/>
                                        <p:tgtEl>
                                          <p:spTgt spid="21"/>
                                        </p:tgtEl>
                                        <p:attrNameLst>
                                          <p:attrName>ppt_w</p:attrName>
                                        </p:attrNameLst>
                                      </p:cBhvr>
                                      <p:tavLst>
                                        <p:tav tm="0">
                                          <p:val>
                                            <p:fltVal val="0"/>
                                          </p:val>
                                        </p:tav>
                                        <p:tav tm="100000">
                                          <p:val>
                                            <p:strVal val="#ppt_w"/>
                                          </p:val>
                                        </p:tav>
                                      </p:tavLst>
                                    </p:anim>
                                    <p:anim calcmode="lin" valueType="num">
                                      <p:cBhvr>
                                        <p:cTn id="103" dur="450" fill="hold"/>
                                        <p:tgtEl>
                                          <p:spTgt spid="21"/>
                                        </p:tgtEl>
                                        <p:attrNameLst>
                                          <p:attrName>ppt_h</p:attrName>
                                        </p:attrNameLst>
                                      </p:cBhvr>
                                      <p:tavLst>
                                        <p:tav tm="0">
                                          <p:val>
                                            <p:fltVal val="0"/>
                                          </p:val>
                                        </p:tav>
                                        <p:tav tm="100000">
                                          <p:val>
                                            <p:strVal val="#ppt_h"/>
                                          </p:val>
                                        </p:tav>
                                      </p:tavLst>
                                    </p:anim>
                                    <p:animEffect transition="in" filter="fade">
                                      <p:cBhvr>
                                        <p:cTn id="104"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1z_427" descr="/tmp/claude-0/-home-user-face-id/e849e0f3-7743-5449-a322-d35a4c4c9845/scratchpad/deck/img/Logo.png">    </p:cNvPr>
          <p:cNvPicPr>
            <a:picLocks noChangeAspect="1"/>
          </p:cNvPicPr>
          <p:nvPr/>
        </p:nvPicPr>
        <p:blipFill>
          <a:blip r:embed="rId2"/>
          <a:stretch>
            <a:fillRect/>
          </a:stretch>
        </p:blipFill>
        <p:spPr>
          <a:xfrm>
            <a:off x="3794760" y="685800"/>
            <a:ext cx="1554480" cy="1554480"/>
          </a:xfrm>
          <a:prstGeom prst="rect">
            <a:avLst/>
          </a:prstGeom>
        </p:spPr>
      </p:pic>
      <p:sp>
        <p:nvSpPr>
          <p:cNvPr id="3" name="a2f_428"/>
          <p:cNvSpPr/>
          <p:nvPr/>
        </p:nvSpPr>
        <p:spPr>
          <a:xfrm>
            <a:off x="3611880" y="502920"/>
            <a:ext cx="237744" cy="0"/>
          </a:xfrm>
          <a:prstGeom prst="line">
            <a:avLst/>
          </a:prstGeom>
          <a:noFill/>
          <a:ln w="31750">
            <a:solidFill>
              <a:srgbClr val="F5B301"/>
            </a:solidFill>
            <a:prstDash val="solid"/>
          </a:ln>
        </p:spPr>
      </p:sp>
      <p:sp>
        <p:nvSpPr>
          <p:cNvPr id="4" name="a2f_429"/>
          <p:cNvSpPr/>
          <p:nvPr/>
        </p:nvSpPr>
        <p:spPr>
          <a:xfrm>
            <a:off x="3611880" y="502920"/>
            <a:ext cx="0" cy="237744"/>
          </a:xfrm>
          <a:prstGeom prst="line">
            <a:avLst/>
          </a:prstGeom>
          <a:noFill/>
          <a:ln w="31750">
            <a:solidFill>
              <a:srgbClr val="F5B301"/>
            </a:solidFill>
            <a:prstDash val="solid"/>
          </a:ln>
        </p:spPr>
      </p:sp>
      <p:sp>
        <p:nvSpPr>
          <p:cNvPr id="5" name="a2f_430"/>
          <p:cNvSpPr/>
          <p:nvPr/>
        </p:nvSpPr>
        <p:spPr>
          <a:xfrm>
            <a:off x="5294376" y="502920"/>
            <a:ext cx="237744" cy="0"/>
          </a:xfrm>
          <a:prstGeom prst="line">
            <a:avLst/>
          </a:prstGeom>
          <a:noFill/>
          <a:ln w="31750">
            <a:solidFill>
              <a:srgbClr val="F5B301"/>
            </a:solidFill>
            <a:prstDash val="solid"/>
          </a:ln>
        </p:spPr>
      </p:sp>
      <p:sp>
        <p:nvSpPr>
          <p:cNvPr id="6" name="a2f_431"/>
          <p:cNvSpPr/>
          <p:nvPr/>
        </p:nvSpPr>
        <p:spPr>
          <a:xfrm>
            <a:off x="5532120" y="502920"/>
            <a:ext cx="0" cy="237744"/>
          </a:xfrm>
          <a:prstGeom prst="line">
            <a:avLst/>
          </a:prstGeom>
          <a:noFill/>
          <a:ln w="31750">
            <a:solidFill>
              <a:srgbClr val="F5B301"/>
            </a:solidFill>
            <a:prstDash val="solid"/>
          </a:ln>
        </p:spPr>
      </p:sp>
      <p:sp>
        <p:nvSpPr>
          <p:cNvPr id="7" name="a2f_432"/>
          <p:cNvSpPr/>
          <p:nvPr/>
        </p:nvSpPr>
        <p:spPr>
          <a:xfrm>
            <a:off x="3611880" y="2423160"/>
            <a:ext cx="237744" cy="0"/>
          </a:xfrm>
          <a:prstGeom prst="line">
            <a:avLst/>
          </a:prstGeom>
          <a:noFill/>
          <a:ln w="31750">
            <a:solidFill>
              <a:srgbClr val="F5B301"/>
            </a:solidFill>
            <a:prstDash val="solid"/>
          </a:ln>
        </p:spPr>
      </p:sp>
      <p:sp>
        <p:nvSpPr>
          <p:cNvPr id="8" name="a2f_433"/>
          <p:cNvSpPr/>
          <p:nvPr/>
        </p:nvSpPr>
        <p:spPr>
          <a:xfrm>
            <a:off x="3611880" y="2185416"/>
            <a:ext cx="0" cy="237744"/>
          </a:xfrm>
          <a:prstGeom prst="line">
            <a:avLst/>
          </a:prstGeom>
          <a:noFill/>
          <a:ln w="31750">
            <a:solidFill>
              <a:srgbClr val="F5B301"/>
            </a:solidFill>
            <a:prstDash val="solid"/>
          </a:ln>
        </p:spPr>
      </p:sp>
      <p:sp>
        <p:nvSpPr>
          <p:cNvPr id="9" name="a2f_434"/>
          <p:cNvSpPr/>
          <p:nvPr/>
        </p:nvSpPr>
        <p:spPr>
          <a:xfrm>
            <a:off x="5294376" y="2423160"/>
            <a:ext cx="237744" cy="0"/>
          </a:xfrm>
          <a:prstGeom prst="line">
            <a:avLst/>
          </a:prstGeom>
          <a:noFill/>
          <a:ln w="31750">
            <a:solidFill>
              <a:srgbClr val="F5B301"/>
            </a:solidFill>
            <a:prstDash val="solid"/>
          </a:ln>
        </p:spPr>
      </p:sp>
      <p:sp>
        <p:nvSpPr>
          <p:cNvPr id="10" name="a2f_435"/>
          <p:cNvSpPr/>
          <p:nvPr/>
        </p:nvSpPr>
        <p:spPr>
          <a:xfrm>
            <a:off x="5532120" y="2185416"/>
            <a:ext cx="0" cy="237744"/>
          </a:xfrm>
          <a:prstGeom prst="line">
            <a:avLst/>
          </a:prstGeom>
          <a:noFill/>
          <a:ln w="31750">
            <a:solidFill>
              <a:srgbClr val="F5B301"/>
            </a:solidFill>
            <a:prstDash val="solid"/>
          </a:ln>
        </p:spPr>
      </p:sp>
      <p:sp>
        <p:nvSpPr>
          <p:cNvPr id="11" name="a3u_436"/>
          <p:cNvSpPr txBox="1"/>
          <p:nvPr/>
        </p:nvSpPr>
        <p:spPr>
          <a:xfrm>
            <a:off x="457200" y="2651760"/>
            <a:ext cx="8229600" cy="640080"/>
          </a:xfrm>
          <a:prstGeom prst="rect">
            <a:avLst/>
          </a:prstGeom>
          <a:noFill/>
          <a:ln/>
        </p:spPr>
        <p:txBody>
          <a:bodyPr wrap="square" lIns="0" tIns="0" rIns="0" bIns="0" rtlCol="0" anchor="t"/>
          <a:lstStyle/>
          <a:p>
            <a:pPr algn="ctr" indent="0" marL="0">
              <a:buNone/>
            </a:pPr>
            <a:r>
              <a:rPr lang="en-US" sz="3600" b="1" dirty="0">
                <a:solidFill>
                  <a:srgbClr val="FFFFFF"/>
                </a:solidFill>
                <a:latin typeface="Arial" pitchFamily="34" charset="0"/>
                <a:ea typeface="Arial" pitchFamily="34" charset="-122"/>
                <a:cs typeface="Arial" pitchFamily="34" charset="-120"/>
              </a:rPr>
              <a:t>Merci de votre attention</a:t>
            </a:r>
            <a:endParaRPr lang="en-US" sz="3600" dirty="0"/>
          </a:p>
        </p:txBody>
      </p:sp>
      <p:sp>
        <p:nvSpPr>
          <p:cNvPr id="12" name="a4u_437"/>
          <p:cNvSpPr txBox="1"/>
          <p:nvPr/>
        </p:nvSpPr>
        <p:spPr>
          <a:xfrm>
            <a:off x="457200" y="3337560"/>
            <a:ext cx="8229600" cy="411480"/>
          </a:xfrm>
          <a:prstGeom prst="rect">
            <a:avLst/>
          </a:prstGeom>
          <a:noFill/>
          <a:ln/>
        </p:spPr>
        <p:txBody>
          <a:bodyPr wrap="square" lIns="0" tIns="0" rIns="0" bIns="0" rtlCol="0" anchor="t"/>
          <a:lstStyle/>
          <a:p>
            <a:pPr algn="ctr" indent="0" marL="0">
              <a:buNone/>
            </a:pPr>
            <a:r>
              <a:rPr lang="en-US" sz="1700" dirty="0">
                <a:solidFill>
                  <a:srgbClr val="F5B301"/>
                </a:solidFill>
                <a:latin typeface="Arial" pitchFamily="34" charset="0"/>
                <a:ea typeface="Arial" pitchFamily="34" charset="-122"/>
                <a:cs typeface="Arial" pitchFamily="34" charset="-120"/>
              </a:rPr>
              <a:t>Questions  ·  Démonstration en direct</a:t>
            </a:r>
            <a:endParaRPr lang="en-US" sz="1700" dirty="0"/>
          </a:p>
        </p:txBody>
      </p:sp>
      <p:sp>
        <p:nvSpPr>
          <p:cNvPr id="13" name="a5f_438"/>
          <p:cNvSpPr txBox="1"/>
          <p:nvPr/>
        </p:nvSpPr>
        <p:spPr>
          <a:xfrm>
            <a:off x="457200" y="4206240"/>
            <a:ext cx="8229600" cy="274320"/>
          </a:xfrm>
          <a:prstGeom prst="rect">
            <a:avLst/>
          </a:prstGeom>
          <a:noFill/>
          <a:ln/>
        </p:spPr>
        <p:txBody>
          <a:bodyPr wrap="square" lIns="0" tIns="0" rIns="0" bIns="0" rtlCol="0" anchor="t"/>
          <a:lstStyle/>
          <a:p>
            <a:pPr algn="ctr" indent="0" marL="0">
              <a:buNone/>
            </a:pPr>
            <a:r>
              <a:rPr lang="en-US" sz="1100" i="1" dirty="0">
                <a:solidFill>
                  <a:srgbClr val="C9C3F5"/>
                </a:solidFill>
                <a:latin typeface="Arial" pitchFamily="34" charset="0"/>
                <a:ea typeface="Arial" pitchFamily="34" charset="-122"/>
                <a:cs typeface="Arial" pitchFamily="34" charset="-120"/>
              </a:rPr>
              <a:t>Face ID — la reconnaissance faciale au service de la vie scolaire</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p:cTn id="6" dur="450" fill="hold"/>
                                        <p:tgtEl>
                                          <p:spTgt spid="2"/>
                                        </p:tgtEl>
                                        <p:attrNameLst>
                                          <p:attrName>ppt_w</p:attrName>
                                        </p:attrNameLst>
                                      </p:cBhvr>
                                      <p:tavLst>
                                        <p:tav tm="0">
                                          <p:val>
                                            <p:fltVal val="0"/>
                                          </p:val>
                                        </p:tav>
                                        <p:tav tm="100000">
                                          <p:val>
                                            <p:strVal val="#ppt_w"/>
                                          </p:val>
                                        </p:tav>
                                      </p:tavLst>
                                    </p:anim>
                                    <p:anim calcmode="lin" valueType="num">
                                      <p:cBhvr>
                                        <p:cTn id="7" dur="450" fill="hold"/>
                                        <p:tgtEl>
                                          <p:spTgt spid="2"/>
                                        </p:tgtEl>
                                        <p:attrNameLst>
                                          <p:attrName>ppt_h</p:attrName>
                                        </p:attrNameLst>
                                      </p:cBhvr>
                                      <p:tavLst>
                                        <p:tav tm="0">
                                          <p:val>
                                            <p:fltVal val="0"/>
                                          </p:val>
                                        </p:tav>
                                        <p:tav tm="100000">
                                          <p:val>
                                            <p:strVal val="#ppt_h"/>
                                          </p:val>
                                        </p:tav>
                                      </p:tavLst>
                                    </p:anim>
                                    <p:animEffect transition="in" filter="fade">
                                      <p:cBhvr>
                                        <p:cTn id="8" dur="450"/>
                                        <p:tgtEl>
                                          <p:spTgt spid="2"/>
                                        </p:tgtEl>
                                      </p:cBhvr>
                                    </p:animEffect>
                                  </p:childTnLst>
                                </p:cTn>
                              </p:par>
                            </p:childTnLst>
                          </p:cTn>
                        </p:par>
                        <p:par>
                          <p:cTn id="34" fill="hold">
                            <p:stCondLst>
                              <p:cond delay="45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par>
                          <p:cTn id="40" fill="hold">
                            <p:stCondLst>
                              <p:cond delay="950"/>
                            </p:stCondLst>
                            <p:childTnLst>
                              <p:par>
                                <p:cTn id="35" presetID="42"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600"/>
                                        <p:tgtEl>
                                          <p:spTgt spid="11"/>
                                        </p:tgtEl>
                                      </p:cBhvr>
                                    </p:animEffect>
                                    <p:anim calcmode="lin" valueType="num">
                                      <p:cBhvr additive="base">
                                        <p:cTn id="38" dur="600" fill="hold"/>
                                        <p:tgtEl>
                                          <p:spTgt spid="11"/>
                                        </p:tgtEl>
                                        <p:attrNameLst>
                                          <p:attrName>ppt_x</p:attrName>
                                        </p:attrNameLst>
                                      </p:cBhvr>
                                      <p:tavLst>
                                        <p:tav tm="0">
                                          <p:val>
                                            <p:strVal val="#ppt_x"/>
                                          </p:val>
                                        </p:tav>
                                        <p:tav tm="100000">
                                          <p:val>
                                            <p:strVal val="#ppt_x"/>
                                          </p:val>
                                        </p:tav>
                                      </p:tavLst>
                                    </p:anim>
                                    <p:anim calcmode="lin" valueType="num">
                                      <p:cBhvr additive="base">
                                        <p:cTn id="39" dur="600" fill="hold"/>
                                        <p:tgtEl>
                                          <p:spTgt spid="11"/>
                                        </p:tgtEl>
                                        <p:attrNameLst>
                                          <p:attrName>ppt_y</p:attrName>
                                        </p:attrNameLst>
                                      </p:cBhvr>
                                      <p:tavLst>
                                        <p:tav tm="0">
                                          <p:val>
                                            <p:strVal val="#ppt_y+.1"/>
                                          </p:val>
                                        </p:tav>
                                        <p:tav tm="100000">
                                          <p:val>
                                            <p:strVal val="#ppt_y"/>
                                          </p:val>
                                        </p:tav>
                                      </p:tavLst>
                                    </p:anim>
                                  </p:childTnLst>
                                </p:cTn>
                              </p:par>
                            </p:childTnLst>
                          </p:cTn>
                        </p:par>
                        <p:par>
                          <p:cTn id="46" fill="hold">
                            <p:stCondLst>
                              <p:cond delay="1550"/>
                            </p:stCondLst>
                            <p:childTnLst>
                              <p:par>
                                <p:cTn id="41" presetID="42" presetClass="entr" presetSubtype="0"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additive="base">
                                        <p:cTn id="44" dur="600" fill="hold"/>
                                        <p:tgtEl>
                                          <p:spTgt spid="12"/>
                                        </p:tgtEl>
                                        <p:attrNameLst>
                                          <p:attrName>ppt_x</p:attrName>
                                        </p:attrNameLst>
                                      </p:cBhvr>
                                      <p:tavLst>
                                        <p:tav tm="0">
                                          <p:val>
                                            <p:strVal val="#ppt_x"/>
                                          </p:val>
                                        </p:tav>
                                        <p:tav tm="100000">
                                          <p:val>
                                            <p:strVal val="#ppt_x"/>
                                          </p:val>
                                        </p:tav>
                                      </p:tavLst>
                                    </p:anim>
                                    <p:anim calcmode="lin" valueType="num">
                                      <p:cBhvr additive="base">
                                        <p:cTn id="45" dur="600" fill="hold"/>
                                        <p:tgtEl>
                                          <p:spTgt spid="12"/>
                                        </p:tgtEl>
                                        <p:attrNameLst>
                                          <p:attrName>ppt_y</p:attrName>
                                        </p:attrNameLst>
                                      </p:cBhvr>
                                      <p:tavLst>
                                        <p:tav tm="0">
                                          <p:val>
                                            <p:strVal val="#ppt_y+.1"/>
                                          </p:val>
                                        </p:tav>
                                        <p:tav tm="100000">
                                          <p:val>
                                            <p:strVal val="#ppt_y"/>
                                          </p:val>
                                        </p:tav>
                                      </p:tavLst>
                                    </p:anim>
                                  </p:childTnLst>
                                </p:cTn>
                              </p:par>
                            </p:childTnLst>
                          </p:cTn>
                        </p:par>
                        <p:par>
                          <p:cTn id="50" fill="hold">
                            <p:stCondLst>
                              <p:cond delay="2150"/>
                            </p:stCondLst>
                            <p:childTnLst>
                              <p:par>
                                <p:cTn id="47" presetID="10" presetClass="entr" presetSubtype="0"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ID — la reconnaissance faciale au service des écoles</dc:title>
  <dc:subject>PptxGenJS Presentation</dc:subject>
  <dc:creator>Face ID</dc:creator>
  <cp:lastModifiedBy>Face ID</cp:lastModifiedBy>
  <cp:revision>1</cp:revision>
  <dcterms:created xsi:type="dcterms:W3CDTF">2026-09-27T12:09:56Z</dcterms:created>
  <dcterms:modified xsi:type="dcterms:W3CDTF">2026-09-27T12:09:56Z</dcterms:modified>
</cp:coreProperties>
</file>
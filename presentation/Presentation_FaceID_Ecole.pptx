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Je vous présente FaceID École, une solution de reconnaissance faciale conçue pour les établissements scolaires.
Elle se compose de deux parties : une application mobile Android, utilisée par les agents sur le terrain — accueil, surveillance — et une administration web, utilisée par la direction pour gérer les comptes, les permissions et les fiches des élèves et du personnel.
En une quinzaine de minutes, nous verrons à quoi elle sert, comment on l'utilise, comment elle protège les données et comment la mettre en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déroulé en six parties : les besoins des écoles, la vue d'ensemble de la solution, l'application mobile pas à pas, la technologie, l'administration web, et enfin la sécurité, la mise en place et les avantages.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les besoins. Chaque jour, les équipes doivent savoir qui entre dans l'établissement, reconnaître les élèves et le personnel — ce qui n'est pas évident en début d'année ou dans un grand établissement — et retrouver rapidement des informations comme la classe, le contact des parents ou une information de santé.
Ces informations sont souvent dispersées, et ce sont des données sur des enfants : elles doivent être protégées.
La question à laquelle FaceID École répond est simple : « qui est cette personne ? » — en quelques secondes, avec un téléphone.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repose sur trois briques.
L'application mobile, installée sur les téléphones des agents : elle sert à scanner un visage, à inscrire une personne et à consulter sa fiche. Elle continue de fonctionner sans connexion.
Le serveur FaceID, en PHP et MySQL : il centralise les comptes, les fiches et les empreintes des visages, école par école.
L'administration web, utilisée par la direction : elle permet d'autoriser les agents, de régler leurs permissions et de gérer les fiches.
Et en option, FaceID peut se connecter au logiciel de gestion de l'école : on tape le matricule, la fiche se remplit toute seule.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y a trois rôles.
Le super-administrateur gère la plateforme : il crée les écoles et le compte de chaque directeur.
L'administrateur d'école, c'est le directeur : il ne voit que son école. Il autorise ou bloque les agents, choisit précisément ce que chacun a le droit de faire, et peut consulter et corriger les fiches.
L'agent, enfin, utilise l'application sur son téléphone. Il crée lui-même son compte, mais il ne peut rien faire tant que le directeur ne l'a pas autorisé.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l'application. Tout commence par le compte de l'agent.
L'agent ouvre l'application et appuie sur « Créer un compte ». Il choisit son école dans la liste, saisit son nom, son téléphone, un identifiant et un mot de passe.
Son compte est alors « en attente » : il ne peut pas encore se connecter. Il apparaît sur la page web du directeur, qui l'autorise et coche les permissions qu'il lui accorde.
L'agent peut ensuite se connecter. Il ne voit que les fiches de son école, et seulement ce que ses permissions autorisent.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l'écran d'accueil de l'agent.
En haut : le nom de l'école, le nom de l'agent et son rôle, et l'accès aux réglages. Deux compteurs indiquent le nombre de personnes enregistrées sur le téléphone et les modifications qui attendent d'être envoyées au serveur. L'indicateur montre si le téléphone est connecté ou hors ligne.
En dessous, le gros bouton « Scanner un visage », et les deux accès « Personnes » et « Ajouter ». Si l'agent n'a pas la permission d'ajouter, le bouton n'apparaît tout simplement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inscrire une personne, l'application propose un enregistrement guidé du visage.
L'écran indique quoi faire : regarder droit devant, puis tourner la tête à gauche, à droite, la lever et la baisser. Chaque pose est prise automatiquement, le téléphone vibre, et une pastille verte s'allume. En cinq poses, le visage est connu sous plusieurs angles, ce qui rend la reconnaissance beaucoup plus fiable.
L'application vérifie qu'il n'y a qu'une personne devant la caméra. On peut ajouter des photos depuis la galerie, jusqu'à dix au total. Et si le visage ressemble à une personne déjà inscrite, l'application le signale : cela évite les doublons.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personne a une fiche complète : son type — élève, enseignant, personnel, surveillant ou autre —, son matricule, son identité, sa classe ou sa fonction, le contact des parents, et des informations de santé comme une allergie.
Les informations sensibles, santé et parents, ne sont visibles que par les agents qui ont reçu cette permission.
Si l'école est reliée à son système de gestion, il suffit de taper le matricule et d'appuyer sur la loupe : la fiche se remplit toute seule.
La liste des personnes permet de rechercher par nom, matricule ou classe, et de filtrer par type. Le statut — actif, parti ou suspendu — est bien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fonction principale : scanner. L'agent place le visage dans le cadre ovale et appuie sur le bouton.
Trois réponses sont possibles, avec un code couleur :
– vert, « Personne reconnue » : la ressemblance dépasse 60 %. La photo, le nom, la classe et la fiche s'affichent, avec le pourcentage de similarité ;
– orange, « À vérifier » : ressemblance partielle, entre 48 et 60 %. L'application ne tranche pas : l'agent vérifie l'identité ;
– rouge, « Inconnu » : personne de l'école ne correspond.
On peut aussi scanner une photo de la galerie, changer de caméra, et ouvrir directement le dossier de l'élève dans le logiciel de 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ça marche, simplement ?
1. L'agent prend le visage en photo.
2. Google ML Kit détecte le visage et la position des yeux.
3. Le visage est redressé et recadré, pour que l'angle compte moins.
4. Un réseau de neurones, MobileFaceNet, résume ce visage en 192 nombres : c'est son empreinte faciale.
5. Cette empreinte est comparée à celles des personnes de l'école ; la plus proche l'emporte, si elle est assez ressemblante.
Tout le calcul se fait sur le téléphone : la reconnaissance fonctionne même sans Internet. Quand le serveur est joignable, l'application interroge aussi la base en ligne de l'école, pour reconnaître des personnes inscrites depuis un autre téléphone.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points pratiques.
D'abord, l'application fonctionne hors ligne. Sans réseau, elle reconnaît les personnes enregistrées sur le téléphone, et garde les modifications en attente.
Ensuite, elle se synchronise toute seule : dès que la connexion revient, les ajouts, modifications et suppressions sont envoyés au serveur. L'état est vérifié chaque minute.
Dans les réglages, l'agent voit ses permissions. Si le directeur bloque son compte, il est déconnecté.
Enfin, l'application est entièrement bilingue, français et arabe, avec l'affichage de droite à gauche.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l'administration web. Voici la page du super-administrateur : toutes les écoles sur une seule page, avec leur ville, le nombre de comptes, les comptes en attente de validation et le nombre de personnes inscrites.
Créer une école, c'est un nom et une ville. On peut désactiver une école à tout moment.
Chaque école est isolée : un directeur ne voit que la sienne.
Ce sont des captures réelles de l'administration, avec des données de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page la plus importante pour le directeur : les comptes de son école.
Les agents qui viennent de créer leur compte apparaissent « En attente », en orange. Le directeur clique sur « Autoriser » et coche les permissions : scanner, ajouter et modifier des fiches, supprimer des fiches, et voir les données sensibles — santé et parents.
On peut donner des droits différents à chacun : par exemple, un agent d'accueil qui scanne seulement, et l'infirmière qui voit les données de santé.
« Bloquer » déconnecte immédiatement le téléphone de l'agent. On peut aussi changer un mot de passe ou créer un compte directement.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L'onglet « Élèves et personnel » donne accès à toutes les fiches de l'école depuis un ordinateur : on recherche par nom, matricule ou classe, on filtre par type, et on ouvre une fiche pour la corriger — une classe qui change, un numéro de parent, un statut.
L'ajout d'une nouvelle personne se fait dans l'application, car il faut enregistrer son visage.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l'école utilise déjà un logiciel de gestion, FaceID peut s'y connecter. C'est facultatif et se règle école par école.
Le directeur renseigne l'adresse du système, l'adresse d'une fiche élève et une clé d'accès, puis teste avec un matricule.
Ensuite, dans l'application, l'agent tape le matricule : FaceID interroge le système de gestion et remplit automatiquement la fiche. Après une reconnaissance, un bouton ouvre directement le dossier de l'élève.
La clé d'accès reste sur le serveur, elle n'est jamais sur les téléphones.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protection des données a été pensée dès la conception.
Chaque école est cloisonnée : elle ne voit que ses propres fiches, même pendant la reconnaissance. Le nom et la photo d'une personne ne sont renvoyés que si la ressemblance est suffisante.
Les mots de passe sont chiffrés, et après 8 essais ratés en 15 minutes, la connexion est bloquée temporairement. Un compte bloqué est déconnecté immédiatement. Les données de santé et les coordonnées des parents sont réservées aux comptes autorisés. Et les clés d'accès au système de gestion restent sur le serveur.
De votre côté, nous recommandons d'informer les familles et de recueillir leur consentement, de respecter la loi sur les données personnelles, de passer le serveur en HTTPS, de fermer l'accès direct à la base MySQL, et de supprimer les fiches des élèves qui quittent l'établissement.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résumé, six avantages : c'est rapide — quelques secondes avec un téléphone ; fiable — cinq poses par personne et un résultat « à vérifier » en cas de doute plutôt qu'une erreur ; sécurisé ; économique — des téléphones Android et un serveur web classique suffisent ; toujours disponible, même sans Internet ; et accessible, en français et en arabe.
Les usages concrets : l'accueil et le contrôle des entrées ; les examens, pour vérifier l'identité des candidats ; la sortie des élèves, en inscrivant les adultes autorisés à venir les chercher ; les urgences médicales, avec l'accès immédiat aux allergies ou traitements pour les personnes autorisées ; et les sorties scolaires, pour vérifier que tout le monde est bien là.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mise en place se fait en cinq étapes :
1. installer le serveur : les fichiers PHP et la base MySQL — les tables se créent automatiquement ;
2. créer l'école et le compte du directeur dans l'administration ;
3. installer l'application sur les téléphones des agents ; ils créent leur compte et le directeur les autorise ;
4. enregistrer les élèves et le personnel, avec les cinq poses guidées ;
5. et, si l'école le souhaite, relier FaceID à son système de gestion.
Il faut des téléphones Android, un serveur web avec PHP et MySQL, et une connexion Internet pour la synchronisation — la reconnaissance, elle, fonctionne même sans.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résumer, FaceID École, c'est une solution rapide, fiable, confidentielle et évolutive.
Nous vous proposons de commencer par un essai pilote dans votre établissement : un ou deux agents à l'accueil, quelques classes inscrites, pour mesurer le service rendu et recueillir l'avis de vos équipes.
Merci pour votre attention. Je suis à votre disposition pour vos questions, et je peux vous faire une démonstration en direct : inscription d'une personne avec les cinq poses, puis reconnaissance.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slideLayout" Target="../slideLayouts/slideLayout1.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slideLayout" Target="../slideLayouts/slideLayout1.xml"/><Relationship Id="rId1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1f_1"/>
          <p:cNvSpPr txBox="1"/>
          <p:nvPr/>
        </p:nvSpPr>
        <p:spPr>
          <a:xfrm>
            <a:off x="548640" y="1051560"/>
            <a:ext cx="5120640" cy="274320"/>
          </a:xfrm>
          <a:prstGeom prst="rect">
            <a:avLst/>
          </a:prstGeom>
          <a:noFill/>
          <a:ln/>
        </p:spPr>
        <p:txBody>
          <a:bodyPr wrap="square" lIns="0" tIns="0" rIns="0" bIns="0" rtlCol="0" anchor="t"/>
          <a:lstStyle/>
          <a:p>
            <a:pPr indent="0" marL="0">
              <a:buNone/>
            </a:pPr>
            <a:r>
              <a:rPr lang="en-US" sz="1100" b="1" spc="200" kern="0" dirty="0">
                <a:solidFill>
                  <a:srgbClr val="48CAE4"/>
                </a:solidFill>
                <a:latin typeface="Arial" pitchFamily="34" charset="0"/>
                <a:ea typeface="Arial" pitchFamily="34" charset="-122"/>
                <a:cs typeface="Arial" pitchFamily="34" charset="-120"/>
              </a:rPr>
              <a:t>PRÉSENTATION AUX DIRECTIONS D'ÉTABLISSEMENTS</a:t>
            </a:r>
            <a:endParaRPr lang="en-US" sz="1100" dirty="0"/>
          </a:p>
        </p:txBody>
      </p:sp>
      <p:sp>
        <p:nvSpPr>
          <p:cNvPr id="3" name="a2u_2"/>
          <p:cNvSpPr txBox="1"/>
          <p:nvPr/>
        </p:nvSpPr>
        <p:spPr>
          <a:xfrm>
            <a:off x="548640" y="1371600"/>
            <a:ext cx="5120640" cy="91440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FaceID École</a:t>
            </a:r>
            <a:endParaRPr lang="en-US" sz="5400" dirty="0"/>
          </a:p>
        </p:txBody>
      </p:sp>
      <p:sp>
        <p:nvSpPr>
          <p:cNvPr id="4" name="a3u_3"/>
          <p:cNvSpPr txBox="1"/>
          <p:nvPr/>
        </p:nvSpPr>
        <p:spPr>
          <a:xfrm>
            <a:off x="548640" y="2331720"/>
            <a:ext cx="4846320" cy="822960"/>
          </a:xfrm>
          <a:prstGeom prst="rect">
            <a:avLst/>
          </a:prstGeom>
          <a:noFill/>
          <a:ln/>
        </p:spPr>
        <p:txBody>
          <a:bodyPr wrap="square" lIns="0" tIns="0" rIns="0" bIns="0" rtlCol="0" anchor="t"/>
          <a:lstStyle/>
          <a:p>
            <a:pPr indent="0" marL="0">
              <a:buNone/>
            </a:pPr>
            <a:r>
              <a:rPr lang="en-US" sz="2100" dirty="0">
                <a:solidFill>
                  <a:srgbClr val="E1EAFF"/>
                </a:solidFill>
                <a:latin typeface="Arial" pitchFamily="34" charset="0"/>
                <a:ea typeface="Arial" pitchFamily="34" charset="-122"/>
                <a:cs typeface="Arial" pitchFamily="34" charset="-120"/>
              </a:rPr>
              <a:t>La reconnaissance faciale au service de la vie scolaire</a:t>
            </a:r>
            <a:endParaRPr lang="en-US" sz="2100" dirty="0"/>
          </a:p>
        </p:txBody>
      </p:sp>
      <p:sp>
        <p:nvSpPr>
          <p:cNvPr id="5" name="a4f_4"/>
          <p:cNvSpPr txBox="1"/>
          <p:nvPr/>
        </p:nvSpPr>
        <p:spPr>
          <a:xfrm>
            <a:off x="548640" y="3291840"/>
            <a:ext cx="4846320" cy="5486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Une application mobile </a:t>
            </a:r>
            <a:pPr indent="0" marL="0">
              <a:buNone/>
            </a:pPr>
            <a:r>
              <a:rPr lang="en-US" sz="1300" dirty="0">
                <a:solidFill>
                  <a:srgbClr val="C7E9F5"/>
                </a:solidFill>
                <a:latin typeface="Arial" pitchFamily="34" charset="0"/>
                <a:ea typeface="Arial" pitchFamily="34" charset="-122"/>
                <a:cs typeface="Arial" pitchFamily="34" charset="-120"/>
              </a:rPr>
              <a:t>pour les agents  +  </a:t>
            </a:r>
            <a:pPr indent="0" marL="0">
              <a:buNone/>
            </a:pPr>
            <a:r>
              <a:rPr lang="en-US" sz="1300" b="1" dirty="0">
                <a:solidFill>
                  <a:srgbClr val="FFFFFF"/>
                </a:solidFill>
                <a:latin typeface="Arial" pitchFamily="34" charset="0"/>
                <a:ea typeface="Arial" pitchFamily="34" charset="-122"/>
                <a:cs typeface="Arial" pitchFamily="34" charset="-120"/>
              </a:rPr>
              <a:t>une administration web </a:t>
            </a:r>
            <a:pPr indent="0" marL="0">
              <a:buNone/>
            </a:pPr>
            <a:r>
              <a:rPr lang="en-US" sz="1300" dirty="0">
                <a:solidFill>
                  <a:srgbClr val="C7E9F5"/>
                </a:solidFill>
                <a:latin typeface="Arial" pitchFamily="34" charset="0"/>
                <a:ea typeface="Arial" pitchFamily="34" charset="-122"/>
                <a:cs typeface="Arial" pitchFamily="34" charset="-120"/>
              </a:rPr>
              <a:t>pour la direction.</a:t>
            </a:r>
            <a:endParaRPr lang="en-US" sz="1300" dirty="0"/>
          </a:p>
        </p:txBody>
      </p:sp>
      <p:sp>
        <p:nvSpPr>
          <p:cNvPr id="6" name="a5f_5"/>
          <p:cNvSpPr txBox="1"/>
          <p:nvPr/>
        </p:nvSpPr>
        <p:spPr>
          <a:xfrm>
            <a:off x="548640" y="4206240"/>
            <a:ext cx="3657600" cy="274320"/>
          </a:xfrm>
          <a:prstGeom prst="rect">
            <a:avLst/>
          </a:prstGeom>
          <a:noFill/>
          <a:ln/>
        </p:spPr>
        <p:txBody>
          <a:bodyPr wrap="square" lIns="0" tIns="0" rIns="0" bIns="0" rtlCol="0" anchor="t"/>
          <a:lstStyle/>
          <a:p>
            <a:pPr indent="0" marL="0">
              <a:buNone/>
            </a:pPr>
            <a:r>
              <a:rPr lang="en-US" sz="1100" i="1" dirty="0">
                <a:solidFill>
                  <a:srgbClr val="C7E9F5"/>
                </a:solidFill>
                <a:latin typeface="Arial" pitchFamily="34" charset="0"/>
                <a:ea typeface="Arial" pitchFamily="34" charset="-122"/>
                <a:cs typeface="Arial" pitchFamily="34" charset="-120"/>
              </a:rPr>
              <a:t>Développé par Abdou</a:t>
            </a:r>
            <a:endParaRPr lang="en-US" sz="1100" dirty="0"/>
          </a:p>
        </p:txBody>
      </p:sp>
      <p:pic>
        <p:nvPicPr>
          <p:cNvPr id="7" name="a2z_6" descr="/tmp/claude-0/-home-user-face-id/e849e0f3-7743-5449-a322-d35a4c4c9845/scratchpad/deck/img/app_logo.png">    </p:cNvPr>
          <p:cNvPicPr>
            <a:picLocks noChangeAspect="1"/>
          </p:cNvPicPr>
          <p:nvPr/>
        </p:nvPicPr>
        <p:blipFill>
          <a:blip r:embed="rId2"/>
          <a:stretch>
            <a:fillRect/>
          </a:stretch>
        </p:blipFill>
        <p:spPr>
          <a:xfrm>
            <a:off x="6035040" y="1188720"/>
            <a:ext cx="2331720" cy="2331720"/>
          </a:xfrm>
          <a:prstGeom prst="rect">
            <a:avLst/>
          </a:prstGeom>
        </p:spPr>
      </p:pic>
      <p:sp>
        <p:nvSpPr>
          <p:cNvPr id="8" name="a3f_7"/>
          <p:cNvSpPr/>
          <p:nvPr/>
        </p:nvSpPr>
        <p:spPr>
          <a:xfrm>
            <a:off x="5806440" y="960120"/>
            <a:ext cx="274320" cy="0"/>
          </a:xfrm>
          <a:prstGeom prst="line">
            <a:avLst/>
          </a:prstGeom>
          <a:noFill/>
          <a:ln w="31750">
            <a:solidFill>
              <a:srgbClr val="48CAE4"/>
            </a:solidFill>
            <a:prstDash val="solid"/>
          </a:ln>
        </p:spPr>
      </p:sp>
      <p:sp>
        <p:nvSpPr>
          <p:cNvPr id="9" name="a3f_8"/>
          <p:cNvSpPr/>
          <p:nvPr/>
        </p:nvSpPr>
        <p:spPr>
          <a:xfrm>
            <a:off x="5806440" y="960120"/>
            <a:ext cx="0" cy="274320"/>
          </a:xfrm>
          <a:prstGeom prst="line">
            <a:avLst/>
          </a:prstGeom>
          <a:noFill/>
          <a:ln w="31750">
            <a:solidFill>
              <a:srgbClr val="48CAE4"/>
            </a:solidFill>
            <a:prstDash val="solid"/>
          </a:ln>
        </p:spPr>
      </p:sp>
      <p:sp>
        <p:nvSpPr>
          <p:cNvPr id="10" name="a3f_9"/>
          <p:cNvSpPr/>
          <p:nvPr/>
        </p:nvSpPr>
        <p:spPr>
          <a:xfrm>
            <a:off x="8321040" y="960120"/>
            <a:ext cx="274320" cy="0"/>
          </a:xfrm>
          <a:prstGeom prst="line">
            <a:avLst/>
          </a:prstGeom>
          <a:noFill/>
          <a:ln w="31750">
            <a:solidFill>
              <a:srgbClr val="48CAE4"/>
            </a:solidFill>
            <a:prstDash val="solid"/>
          </a:ln>
        </p:spPr>
      </p:sp>
      <p:sp>
        <p:nvSpPr>
          <p:cNvPr id="11" name="a3f_10"/>
          <p:cNvSpPr/>
          <p:nvPr/>
        </p:nvSpPr>
        <p:spPr>
          <a:xfrm>
            <a:off x="8595360" y="960120"/>
            <a:ext cx="0" cy="274320"/>
          </a:xfrm>
          <a:prstGeom prst="line">
            <a:avLst/>
          </a:prstGeom>
          <a:noFill/>
          <a:ln w="31750">
            <a:solidFill>
              <a:srgbClr val="48CAE4"/>
            </a:solidFill>
            <a:prstDash val="solid"/>
          </a:ln>
        </p:spPr>
      </p:sp>
      <p:sp>
        <p:nvSpPr>
          <p:cNvPr id="12" name="a3f_11"/>
          <p:cNvSpPr/>
          <p:nvPr/>
        </p:nvSpPr>
        <p:spPr>
          <a:xfrm>
            <a:off x="5806440" y="3749040"/>
            <a:ext cx="274320" cy="0"/>
          </a:xfrm>
          <a:prstGeom prst="line">
            <a:avLst/>
          </a:prstGeom>
          <a:noFill/>
          <a:ln w="31750">
            <a:solidFill>
              <a:srgbClr val="48CAE4"/>
            </a:solidFill>
            <a:prstDash val="solid"/>
          </a:ln>
        </p:spPr>
      </p:sp>
      <p:sp>
        <p:nvSpPr>
          <p:cNvPr id="13" name="a3f_12"/>
          <p:cNvSpPr/>
          <p:nvPr/>
        </p:nvSpPr>
        <p:spPr>
          <a:xfrm>
            <a:off x="5806440" y="3474720"/>
            <a:ext cx="0" cy="274320"/>
          </a:xfrm>
          <a:prstGeom prst="line">
            <a:avLst/>
          </a:prstGeom>
          <a:noFill/>
          <a:ln w="31750">
            <a:solidFill>
              <a:srgbClr val="48CAE4"/>
            </a:solidFill>
            <a:prstDash val="solid"/>
          </a:ln>
        </p:spPr>
      </p:sp>
      <p:sp>
        <p:nvSpPr>
          <p:cNvPr id="14" name="a3f_13"/>
          <p:cNvSpPr/>
          <p:nvPr/>
        </p:nvSpPr>
        <p:spPr>
          <a:xfrm>
            <a:off x="8321040" y="3749040"/>
            <a:ext cx="274320" cy="0"/>
          </a:xfrm>
          <a:prstGeom prst="line">
            <a:avLst/>
          </a:prstGeom>
          <a:noFill/>
          <a:ln w="31750">
            <a:solidFill>
              <a:srgbClr val="48CAE4"/>
            </a:solidFill>
            <a:prstDash val="solid"/>
          </a:ln>
        </p:spPr>
      </p:sp>
      <p:sp>
        <p:nvSpPr>
          <p:cNvPr id="15" name="a3f_14"/>
          <p:cNvSpPr/>
          <p:nvPr/>
        </p:nvSpPr>
        <p:spPr>
          <a:xfrm>
            <a:off x="8595360" y="3474720"/>
            <a:ext cx="0" cy="274320"/>
          </a:xfrm>
          <a:prstGeom prst="line">
            <a:avLst/>
          </a:prstGeom>
          <a:noFill/>
          <a:ln w="31750">
            <a:solidFill>
              <a:srgbClr val="48CAE4"/>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8" fill="hold">
                            <p:stCondLst>
                              <p:cond delay="500"/>
                            </p:stCondLst>
                            <p:childTnLst>
                              <p:par>
                                <p:cTn id="8" presetID="42"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anim calcmode="lin" valueType="num">
                                      <p:cBhvr additive="base">
                                        <p:cTn id="11" dur="600" fill="hold"/>
                                        <p:tgtEl>
                                          <p:spTgt spid="3"/>
                                        </p:tgtEl>
                                        <p:attrNameLst>
                                          <p:attrName>ppt_x</p:attrName>
                                        </p:attrNameLst>
                                      </p:cBhvr>
                                      <p:tavLst>
                                        <p:tav tm="0">
                                          <p:val>
                                            <p:strVal val="#ppt_x"/>
                                          </p:val>
                                        </p:tav>
                                        <p:tav tm="100000">
                                          <p:val>
                                            <p:strVal val="#ppt_x"/>
                                          </p:val>
                                        </p:tav>
                                      </p:tavLst>
                                    </p:anim>
                                    <p:anim calcmode="lin" valueType="num">
                                      <p:cBhvr additive="base">
                                        <p:cTn id="12" dur="600" fill="hold"/>
                                        <p:tgtEl>
                                          <p:spTgt spid="3"/>
                                        </p:tgtEl>
                                        <p:attrNameLst>
                                          <p:attrName>ppt_y</p:attrName>
                                        </p:attrNameLst>
                                      </p:cBhvr>
                                      <p:tavLst>
                                        <p:tav tm="0">
                                          <p:val>
                                            <p:strVal val="#ppt_y+.1"/>
                                          </p:val>
                                        </p:tav>
                                        <p:tav tm="100000">
                                          <p:val>
                                            <p:strVal val="#ppt_y"/>
                                          </p:val>
                                        </p:tav>
                                      </p:tavLst>
                                    </p:anim>
                                  </p:childTnLst>
                                </p:cTn>
                              </p:par>
                              <p:par>
                                <p:cTn id="13" presetID="53" presetClass="entr" presetSubtype="16"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450" fill="hold"/>
                                        <p:tgtEl>
                                          <p:spTgt spid="7"/>
                                        </p:tgtEl>
                                        <p:attrNameLst>
                                          <p:attrName>ppt_w</p:attrName>
                                        </p:attrNameLst>
                                      </p:cBhvr>
                                      <p:tavLst>
                                        <p:tav tm="0">
                                          <p:val>
                                            <p:fltVal val="0"/>
                                          </p:val>
                                        </p:tav>
                                        <p:tav tm="100000">
                                          <p:val>
                                            <p:strVal val="#ppt_w"/>
                                          </p:val>
                                        </p:tav>
                                      </p:tavLst>
                                    </p:anim>
                                    <p:anim calcmode="lin" valueType="num">
                                      <p:cBhvr>
                                        <p:cTn id="16" dur="450" fill="hold"/>
                                        <p:tgtEl>
                                          <p:spTgt spid="7"/>
                                        </p:tgtEl>
                                        <p:attrNameLst>
                                          <p:attrName>ppt_h</p:attrName>
                                        </p:attrNameLst>
                                      </p:cBhvr>
                                      <p:tavLst>
                                        <p:tav tm="0">
                                          <p:val>
                                            <p:fltVal val="0"/>
                                          </p:val>
                                        </p:tav>
                                        <p:tav tm="100000">
                                          <p:val>
                                            <p:strVal val="#ppt_h"/>
                                          </p:val>
                                        </p:tav>
                                      </p:tavLst>
                                    </p:anim>
                                    <p:animEffect transition="in" filter="fade">
                                      <p:cBhvr>
                                        <p:cTn id="17" dur="450"/>
                                        <p:tgtEl>
                                          <p:spTgt spid="7"/>
                                        </p:tgtEl>
                                      </p:cBhvr>
                                    </p:animEffect>
                                  </p:childTnLst>
                                </p:cTn>
                              </p:par>
                            </p:childTnLst>
                          </p:cTn>
                        </p:par>
                        <p:par>
                          <p:cTn id="48" fill="hold">
                            <p:stCondLst>
                              <p:cond delay="1100"/>
                            </p:stCondLst>
                            <p:childTnLst>
                              <p:par>
                                <p:cTn id="19" presetID="42" presetClass="entr" presetSubtype="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600"/>
                                        <p:tgtEl>
                                          <p:spTgt spid="4"/>
                                        </p:tgtEl>
                                      </p:cBhvr>
                                    </p:animEffect>
                                    <p:anim calcmode="lin" valueType="num">
                                      <p:cBhvr additive="base">
                                        <p:cTn id="22" dur="600" fill="hold"/>
                                        <p:tgtEl>
                                          <p:spTgt spid="4"/>
                                        </p:tgtEl>
                                        <p:attrNameLst>
                                          <p:attrName>ppt_x</p:attrName>
                                        </p:attrNameLst>
                                      </p:cBhvr>
                                      <p:tavLst>
                                        <p:tav tm="0">
                                          <p:val>
                                            <p:strVal val="#ppt_x"/>
                                          </p:val>
                                        </p:tav>
                                        <p:tav tm="100000">
                                          <p:val>
                                            <p:strVal val="#ppt_x"/>
                                          </p:val>
                                        </p:tav>
                                      </p:tavLst>
                                    </p:anim>
                                    <p:anim calcmode="lin" valueType="num">
                                      <p:cBhvr additive="base">
                                        <p:cTn id="23" dur="600" fill="hold"/>
                                        <p:tgtEl>
                                          <p:spTgt spid="4"/>
                                        </p:tgtEl>
                                        <p:attrNameLst>
                                          <p:attrName>ppt_y</p:attrName>
                                        </p:attrNameLst>
                                      </p:cBhvr>
                                      <p:tavLst>
                                        <p:tav tm="0">
                                          <p:val>
                                            <p:strVal val="#ppt_y+.1"/>
                                          </p:val>
                                        </p:tav>
                                        <p:tav tm="100000">
                                          <p:val>
                                            <p:strVal val="#ppt_y"/>
                                          </p:val>
                                        </p:tav>
                                      </p:tavLst>
                                    </p:anim>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par>
                          <p:cTn id="52" fill="hold">
                            <p:stCondLst>
                              <p:cond delay="1700"/>
                            </p:stCondLst>
                            <p:childTnLst>
                              <p:par>
                                <p:cTn id="49" presetID="10" presetClass="entr" presetSubtype="0" fill="hold" grpId="0" nodeType="after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fade">
                                      <p:cBhvr>
                                        <p:cTn id="51" dur="500"/>
                                        <p:tgtEl>
                                          <p:spTgt spid="5"/>
                                        </p:tgtEl>
                                      </p:cBhvr>
                                    </p:animEffect>
                                  </p:childTnLst>
                                </p:cTn>
                              </p:par>
                            </p:childTnLst>
                          </p:cTn>
                        </p:par>
                        <p:par>
                          <p:cTn id="56" fill="hold">
                            <p:stCondLst>
                              <p:cond delay="2200"/>
                            </p:stCondLst>
                            <p:childTnLst>
                              <p:par>
                                <p:cTn id="53" presetID="10" presetClass="entr" presetSubtype="0" fill="hold" grpId="0" nodeType="after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2</a:t>
            </a:r>
            <a:endParaRPr lang="en-US" sz="800" dirty="0"/>
          </a:p>
        </p:txBody>
      </p:sp>
      <p:sp>
        <p:nvSpPr>
          <p:cNvPr id="4" name="a1f_15"/>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SOMMAIRE</a:t>
            </a:r>
            <a:endParaRPr lang="en-US" sz="1100" dirty="0"/>
          </a:p>
        </p:txBody>
      </p:sp>
      <p:sp>
        <p:nvSpPr>
          <p:cNvPr id="5" name="a1f_16"/>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Au programme</a:t>
            </a:r>
            <a:endParaRPr lang="en-US" sz="2700" dirty="0"/>
          </a:p>
        </p:txBody>
      </p:sp>
      <p:sp>
        <p:nvSpPr>
          <p:cNvPr id="6" name="a2u_17"/>
          <p:cNvSpPr/>
          <p:nvPr/>
        </p:nvSpPr>
        <p:spPr>
          <a:xfrm>
            <a:off x="457200" y="1325880"/>
            <a:ext cx="3977640" cy="9144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u_18"/>
          <p:cNvSpPr/>
          <p:nvPr/>
        </p:nvSpPr>
        <p:spPr>
          <a:xfrm>
            <a:off x="640080" y="1508760"/>
            <a:ext cx="548640" cy="548640"/>
          </a:xfrm>
          <a:prstGeom prst="roundRect">
            <a:avLst>
              <a:gd name="adj" fmla="val 16667"/>
            </a:avLst>
          </a:prstGeom>
          <a:solidFill>
            <a:srgbClr val="1E2A78"/>
          </a:solidFill>
          <a:ln w="12700">
            <a:solidFill>
              <a:srgbClr val="1E2A78"/>
            </a:solidFill>
            <a:prstDash val="solid"/>
          </a:ln>
        </p:spPr>
      </p:sp>
      <p:sp>
        <p:nvSpPr>
          <p:cNvPr id="8" name="a2u_19"/>
          <p:cNvSpPr txBox="1"/>
          <p:nvPr/>
        </p:nvSpPr>
        <p:spPr>
          <a:xfrm>
            <a:off x="640080" y="15087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01</a:t>
            </a:r>
            <a:endParaRPr lang="en-US" sz="1800" dirty="0"/>
          </a:p>
        </p:txBody>
      </p:sp>
      <p:sp>
        <p:nvSpPr>
          <p:cNvPr id="9" name="a2u_20"/>
          <p:cNvSpPr txBox="1"/>
          <p:nvPr/>
        </p:nvSpPr>
        <p:spPr>
          <a:xfrm>
            <a:off x="1371600" y="1508760"/>
            <a:ext cx="2926080" cy="292608"/>
          </a:xfrm>
          <a:prstGeom prst="rect">
            <a:avLst/>
          </a:prstGeom>
          <a:noFill/>
          <a:ln/>
        </p:spPr>
        <p:txBody>
          <a:bodyPr wrap="square" lIns="0" tIns="0" rIns="0" bIns="0" rtlCol="0" anchor="t"/>
          <a:lstStyle/>
          <a:p>
            <a:pPr indent="0" marL="0">
              <a:buNone/>
            </a:pPr>
            <a:r>
              <a:rPr lang="en-US" sz="1500" b="1" dirty="0">
                <a:solidFill>
                  <a:srgbClr val="1E2A78"/>
                </a:solidFill>
                <a:latin typeface="Arial" pitchFamily="34" charset="0"/>
                <a:ea typeface="Arial" pitchFamily="34" charset="-122"/>
                <a:cs typeface="Arial" pitchFamily="34" charset="-120"/>
              </a:rPr>
              <a:t>Les enjeux</a:t>
            </a:r>
            <a:endParaRPr lang="en-US" sz="1500" dirty="0"/>
          </a:p>
        </p:txBody>
      </p:sp>
      <p:sp>
        <p:nvSpPr>
          <p:cNvPr id="10" name="a2u_21"/>
          <p:cNvSpPr txBox="1"/>
          <p:nvPr/>
        </p:nvSpPr>
        <p:spPr>
          <a:xfrm>
            <a:off x="1371600" y="1819656"/>
            <a:ext cx="2926080" cy="274320"/>
          </a:xfrm>
          <a:prstGeom prst="rect">
            <a:avLst/>
          </a:prstGeom>
          <a:noFill/>
          <a:ln/>
        </p:spPr>
        <p:txBody>
          <a:bodyPr wrap="square" lIns="0" tIns="0" rIns="0" bIns="0" rtlCol="0" anchor="t"/>
          <a:lstStyle/>
          <a:p>
            <a:pPr indent="0" marL="0">
              <a:buNone/>
            </a:pPr>
            <a:r>
              <a:rPr lang="en-US" sz="1100" dirty="0">
                <a:solidFill>
                  <a:srgbClr val="5C6685"/>
                </a:solidFill>
                <a:latin typeface="Arial" pitchFamily="34" charset="0"/>
                <a:ea typeface="Arial" pitchFamily="34" charset="-122"/>
                <a:cs typeface="Arial" pitchFamily="34" charset="-120"/>
              </a:rPr>
              <a:t>Pourquoi identifier vite et bien</a:t>
            </a:r>
            <a:endParaRPr lang="en-US" sz="1100" dirty="0"/>
          </a:p>
        </p:txBody>
      </p:sp>
      <p:sp>
        <p:nvSpPr>
          <p:cNvPr id="11" name="a3u_22"/>
          <p:cNvSpPr/>
          <p:nvPr/>
        </p:nvSpPr>
        <p:spPr>
          <a:xfrm>
            <a:off x="457200" y="2423160"/>
            <a:ext cx="3977640" cy="9144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2" name="a3u_23"/>
          <p:cNvSpPr/>
          <p:nvPr/>
        </p:nvSpPr>
        <p:spPr>
          <a:xfrm>
            <a:off x="640080" y="2606040"/>
            <a:ext cx="548640" cy="548640"/>
          </a:xfrm>
          <a:prstGeom prst="roundRect">
            <a:avLst>
              <a:gd name="adj" fmla="val 16667"/>
            </a:avLst>
          </a:prstGeom>
          <a:solidFill>
            <a:srgbClr val="00B4D8"/>
          </a:solidFill>
          <a:ln w="12700">
            <a:solidFill>
              <a:srgbClr val="1E2A78"/>
            </a:solidFill>
            <a:prstDash val="solid"/>
          </a:ln>
        </p:spPr>
      </p:sp>
      <p:sp>
        <p:nvSpPr>
          <p:cNvPr id="13" name="a3u_24"/>
          <p:cNvSpPr txBox="1"/>
          <p:nvPr/>
        </p:nvSpPr>
        <p:spPr>
          <a:xfrm>
            <a:off x="640080" y="2606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02</a:t>
            </a:r>
            <a:endParaRPr lang="en-US" sz="1800" dirty="0"/>
          </a:p>
        </p:txBody>
      </p:sp>
      <p:sp>
        <p:nvSpPr>
          <p:cNvPr id="14" name="a3u_25"/>
          <p:cNvSpPr txBox="1"/>
          <p:nvPr/>
        </p:nvSpPr>
        <p:spPr>
          <a:xfrm>
            <a:off x="1371600" y="2606040"/>
            <a:ext cx="2926080" cy="292608"/>
          </a:xfrm>
          <a:prstGeom prst="rect">
            <a:avLst/>
          </a:prstGeom>
          <a:noFill/>
          <a:ln/>
        </p:spPr>
        <p:txBody>
          <a:bodyPr wrap="square" lIns="0" tIns="0" rIns="0" bIns="0" rtlCol="0" anchor="t"/>
          <a:lstStyle/>
          <a:p>
            <a:pPr indent="0" marL="0">
              <a:buNone/>
            </a:pPr>
            <a:r>
              <a:rPr lang="en-US" sz="1500" b="1" dirty="0">
                <a:solidFill>
                  <a:srgbClr val="1E2A78"/>
                </a:solidFill>
                <a:latin typeface="Arial" pitchFamily="34" charset="0"/>
                <a:ea typeface="Arial" pitchFamily="34" charset="-122"/>
                <a:cs typeface="Arial" pitchFamily="34" charset="-120"/>
              </a:rPr>
              <a:t>La solution</a:t>
            </a:r>
            <a:endParaRPr lang="en-US" sz="1500" dirty="0"/>
          </a:p>
        </p:txBody>
      </p:sp>
      <p:sp>
        <p:nvSpPr>
          <p:cNvPr id="15" name="a3u_26"/>
          <p:cNvSpPr txBox="1"/>
          <p:nvPr/>
        </p:nvSpPr>
        <p:spPr>
          <a:xfrm>
            <a:off x="1371600" y="2916936"/>
            <a:ext cx="2926080" cy="274320"/>
          </a:xfrm>
          <a:prstGeom prst="rect">
            <a:avLst/>
          </a:prstGeom>
          <a:noFill/>
          <a:ln/>
        </p:spPr>
        <p:txBody>
          <a:bodyPr wrap="square" lIns="0" tIns="0" rIns="0" bIns="0" rtlCol="0" anchor="t"/>
          <a:lstStyle/>
          <a:p>
            <a:pPr indent="0" marL="0">
              <a:buNone/>
            </a:pPr>
            <a:r>
              <a:rPr lang="en-US" sz="1100" dirty="0">
                <a:solidFill>
                  <a:srgbClr val="5C6685"/>
                </a:solidFill>
                <a:latin typeface="Arial" pitchFamily="34" charset="0"/>
                <a:ea typeface="Arial" pitchFamily="34" charset="-122"/>
                <a:cs typeface="Arial" pitchFamily="34" charset="-120"/>
              </a:rPr>
              <a:t>Application, serveur, administration</a:t>
            </a:r>
            <a:endParaRPr lang="en-US" sz="1100" dirty="0"/>
          </a:p>
        </p:txBody>
      </p:sp>
      <p:sp>
        <p:nvSpPr>
          <p:cNvPr id="16" name="a4u_27"/>
          <p:cNvSpPr/>
          <p:nvPr/>
        </p:nvSpPr>
        <p:spPr>
          <a:xfrm>
            <a:off x="457200" y="3520440"/>
            <a:ext cx="3977640" cy="9144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7" name="a4u_28"/>
          <p:cNvSpPr/>
          <p:nvPr/>
        </p:nvSpPr>
        <p:spPr>
          <a:xfrm>
            <a:off x="640080" y="3703320"/>
            <a:ext cx="548640" cy="548640"/>
          </a:xfrm>
          <a:prstGeom prst="roundRect">
            <a:avLst>
              <a:gd name="adj" fmla="val 16667"/>
            </a:avLst>
          </a:prstGeom>
          <a:solidFill>
            <a:srgbClr val="1E2A78"/>
          </a:solidFill>
          <a:ln w="12700">
            <a:solidFill>
              <a:srgbClr val="1E2A78"/>
            </a:solidFill>
            <a:prstDash val="solid"/>
          </a:ln>
        </p:spPr>
      </p:sp>
      <p:sp>
        <p:nvSpPr>
          <p:cNvPr id="18" name="a4u_29"/>
          <p:cNvSpPr txBox="1"/>
          <p:nvPr/>
        </p:nvSpPr>
        <p:spPr>
          <a:xfrm>
            <a:off x="640080" y="3703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03</a:t>
            </a:r>
            <a:endParaRPr lang="en-US" sz="1800" dirty="0"/>
          </a:p>
        </p:txBody>
      </p:sp>
      <p:sp>
        <p:nvSpPr>
          <p:cNvPr id="19" name="a4u_30"/>
          <p:cNvSpPr txBox="1"/>
          <p:nvPr/>
        </p:nvSpPr>
        <p:spPr>
          <a:xfrm>
            <a:off x="1371600" y="3703320"/>
            <a:ext cx="2926080" cy="292608"/>
          </a:xfrm>
          <a:prstGeom prst="rect">
            <a:avLst/>
          </a:prstGeom>
          <a:noFill/>
          <a:ln/>
        </p:spPr>
        <p:txBody>
          <a:bodyPr wrap="square" lIns="0" tIns="0" rIns="0" bIns="0" rtlCol="0" anchor="t"/>
          <a:lstStyle/>
          <a:p>
            <a:pPr indent="0" marL="0">
              <a:buNone/>
            </a:pPr>
            <a:r>
              <a:rPr lang="en-US" sz="1500" b="1" dirty="0">
                <a:solidFill>
                  <a:srgbClr val="1E2A78"/>
                </a:solidFill>
                <a:latin typeface="Arial" pitchFamily="34" charset="0"/>
                <a:ea typeface="Arial" pitchFamily="34" charset="-122"/>
                <a:cs typeface="Arial" pitchFamily="34" charset="-120"/>
              </a:rPr>
              <a:t>L'application mobile</a:t>
            </a:r>
            <a:endParaRPr lang="en-US" sz="1500" dirty="0"/>
          </a:p>
        </p:txBody>
      </p:sp>
      <p:sp>
        <p:nvSpPr>
          <p:cNvPr id="20" name="a4u_31"/>
          <p:cNvSpPr txBox="1"/>
          <p:nvPr/>
        </p:nvSpPr>
        <p:spPr>
          <a:xfrm>
            <a:off x="1371600" y="4014216"/>
            <a:ext cx="2926080" cy="274320"/>
          </a:xfrm>
          <a:prstGeom prst="rect">
            <a:avLst/>
          </a:prstGeom>
          <a:noFill/>
          <a:ln/>
        </p:spPr>
        <p:txBody>
          <a:bodyPr wrap="square" lIns="0" tIns="0" rIns="0" bIns="0" rtlCol="0" anchor="t"/>
          <a:lstStyle/>
          <a:p>
            <a:pPr indent="0" marL="0">
              <a:buNone/>
            </a:pPr>
            <a:r>
              <a:rPr lang="en-US" sz="1100" dirty="0">
                <a:solidFill>
                  <a:srgbClr val="5C6685"/>
                </a:solidFill>
                <a:latin typeface="Arial" pitchFamily="34" charset="0"/>
                <a:ea typeface="Arial" pitchFamily="34" charset="-122"/>
                <a:cs typeface="Arial" pitchFamily="34" charset="-120"/>
              </a:rPr>
              <a:t>Compte, inscription, reconnaissance</a:t>
            </a:r>
            <a:endParaRPr lang="en-US" sz="1100" dirty="0"/>
          </a:p>
        </p:txBody>
      </p:sp>
      <p:sp>
        <p:nvSpPr>
          <p:cNvPr id="21" name="a5u_32"/>
          <p:cNvSpPr/>
          <p:nvPr/>
        </p:nvSpPr>
        <p:spPr>
          <a:xfrm>
            <a:off x="4709160" y="1325880"/>
            <a:ext cx="3977640" cy="9144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2" name="a5u_33"/>
          <p:cNvSpPr/>
          <p:nvPr/>
        </p:nvSpPr>
        <p:spPr>
          <a:xfrm>
            <a:off x="4892040" y="1508760"/>
            <a:ext cx="548640" cy="548640"/>
          </a:xfrm>
          <a:prstGeom prst="roundRect">
            <a:avLst>
              <a:gd name="adj" fmla="val 16667"/>
            </a:avLst>
          </a:prstGeom>
          <a:solidFill>
            <a:srgbClr val="00B4D8"/>
          </a:solidFill>
          <a:ln w="12700">
            <a:solidFill>
              <a:srgbClr val="1E2A78"/>
            </a:solidFill>
            <a:prstDash val="solid"/>
          </a:ln>
        </p:spPr>
      </p:sp>
      <p:sp>
        <p:nvSpPr>
          <p:cNvPr id="23" name="a5u_34"/>
          <p:cNvSpPr txBox="1"/>
          <p:nvPr/>
        </p:nvSpPr>
        <p:spPr>
          <a:xfrm>
            <a:off x="4892040" y="15087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04</a:t>
            </a:r>
            <a:endParaRPr lang="en-US" sz="1800" dirty="0"/>
          </a:p>
        </p:txBody>
      </p:sp>
      <p:sp>
        <p:nvSpPr>
          <p:cNvPr id="24" name="a5u_35"/>
          <p:cNvSpPr txBox="1"/>
          <p:nvPr/>
        </p:nvSpPr>
        <p:spPr>
          <a:xfrm>
            <a:off x="5623560" y="1508760"/>
            <a:ext cx="2926080" cy="292608"/>
          </a:xfrm>
          <a:prstGeom prst="rect">
            <a:avLst/>
          </a:prstGeom>
          <a:noFill/>
          <a:ln/>
        </p:spPr>
        <p:txBody>
          <a:bodyPr wrap="square" lIns="0" tIns="0" rIns="0" bIns="0" rtlCol="0" anchor="t"/>
          <a:lstStyle/>
          <a:p>
            <a:pPr indent="0" marL="0">
              <a:buNone/>
            </a:pPr>
            <a:r>
              <a:rPr lang="en-US" sz="1500" b="1" dirty="0">
                <a:solidFill>
                  <a:srgbClr val="1E2A78"/>
                </a:solidFill>
                <a:latin typeface="Arial" pitchFamily="34" charset="0"/>
                <a:ea typeface="Arial" pitchFamily="34" charset="-122"/>
                <a:cs typeface="Arial" pitchFamily="34" charset="-120"/>
              </a:rPr>
              <a:t>La technologie</a:t>
            </a:r>
            <a:endParaRPr lang="en-US" sz="1500" dirty="0"/>
          </a:p>
        </p:txBody>
      </p:sp>
      <p:sp>
        <p:nvSpPr>
          <p:cNvPr id="25" name="a5u_36"/>
          <p:cNvSpPr txBox="1"/>
          <p:nvPr/>
        </p:nvSpPr>
        <p:spPr>
          <a:xfrm>
            <a:off x="5623560" y="1819656"/>
            <a:ext cx="2926080" cy="274320"/>
          </a:xfrm>
          <a:prstGeom prst="rect">
            <a:avLst/>
          </a:prstGeom>
          <a:noFill/>
          <a:ln/>
        </p:spPr>
        <p:txBody>
          <a:bodyPr wrap="square" lIns="0" tIns="0" rIns="0" bIns="0" rtlCol="0" anchor="t"/>
          <a:lstStyle/>
          <a:p>
            <a:pPr indent="0" marL="0">
              <a:buNone/>
            </a:pPr>
            <a:r>
              <a:rPr lang="en-US" sz="1100" dirty="0">
                <a:solidFill>
                  <a:srgbClr val="5C6685"/>
                </a:solidFill>
                <a:latin typeface="Arial" pitchFamily="34" charset="0"/>
                <a:ea typeface="Arial" pitchFamily="34" charset="-122"/>
                <a:cs typeface="Arial" pitchFamily="34" charset="-120"/>
              </a:rPr>
              <a:t>Comment un visage est reconnu</a:t>
            </a:r>
            <a:endParaRPr lang="en-US" sz="1100" dirty="0"/>
          </a:p>
        </p:txBody>
      </p:sp>
      <p:sp>
        <p:nvSpPr>
          <p:cNvPr id="26" name="a6u_37"/>
          <p:cNvSpPr/>
          <p:nvPr/>
        </p:nvSpPr>
        <p:spPr>
          <a:xfrm>
            <a:off x="4709160" y="2423160"/>
            <a:ext cx="3977640" cy="9144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7" name="a6u_38"/>
          <p:cNvSpPr/>
          <p:nvPr/>
        </p:nvSpPr>
        <p:spPr>
          <a:xfrm>
            <a:off x="4892040" y="2606040"/>
            <a:ext cx="548640" cy="548640"/>
          </a:xfrm>
          <a:prstGeom prst="roundRect">
            <a:avLst>
              <a:gd name="adj" fmla="val 16667"/>
            </a:avLst>
          </a:prstGeom>
          <a:solidFill>
            <a:srgbClr val="1E2A78"/>
          </a:solidFill>
          <a:ln w="12700">
            <a:solidFill>
              <a:srgbClr val="1E2A78"/>
            </a:solidFill>
            <a:prstDash val="solid"/>
          </a:ln>
        </p:spPr>
      </p:sp>
      <p:sp>
        <p:nvSpPr>
          <p:cNvPr id="28" name="a6u_39"/>
          <p:cNvSpPr txBox="1"/>
          <p:nvPr/>
        </p:nvSpPr>
        <p:spPr>
          <a:xfrm>
            <a:off x="4892040" y="2606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05</a:t>
            </a:r>
            <a:endParaRPr lang="en-US" sz="1800" dirty="0"/>
          </a:p>
        </p:txBody>
      </p:sp>
      <p:sp>
        <p:nvSpPr>
          <p:cNvPr id="29" name="a6u_40"/>
          <p:cNvSpPr txBox="1"/>
          <p:nvPr/>
        </p:nvSpPr>
        <p:spPr>
          <a:xfrm>
            <a:off x="5623560" y="2606040"/>
            <a:ext cx="2926080" cy="292608"/>
          </a:xfrm>
          <a:prstGeom prst="rect">
            <a:avLst/>
          </a:prstGeom>
          <a:noFill/>
          <a:ln/>
        </p:spPr>
        <p:txBody>
          <a:bodyPr wrap="square" lIns="0" tIns="0" rIns="0" bIns="0" rtlCol="0" anchor="t"/>
          <a:lstStyle/>
          <a:p>
            <a:pPr indent="0" marL="0">
              <a:buNone/>
            </a:pPr>
            <a:r>
              <a:rPr lang="en-US" sz="1500" b="1" dirty="0">
                <a:solidFill>
                  <a:srgbClr val="1E2A78"/>
                </a:solidFill>
                <a:latin typeface="Arial" pitchFamily="34" charset="0"/>
                <a:ea typeface="Arial" pitchFamily="34" charset="-122"/>
                <a:cs typeface="Arial" pitchFamily="34" charset="-120"/>
              </a:rPr>
              <a:t>L'administration web</a:t>
            </a:r>
            <a:endParaRPr lang="en-US" sz="1500" dirty="0"/>
          </a:p>
        </p:txBody>
      </p:sp>
      <p:sp>
        <p:nvSpPr>
          <p:cNvPr id="30" name="a6u_41"/>
          <p:cNvSpPr txBox="1"/>
          <p:nvPr/>
        </p:nvSpPr>
        <p:spPr>
          <a:xfrm>
            <a:off x="5623560" y="2916936"/>
            <a:ext cx="2926080" cy="274320"/>
          </a:xfrm>
          <a:prstGeom prst="rect">
            <a:avLst/>
          </a:prstGeom>
          <a:noFill/>
          <a:ln/>
        </p:spPr>
        <p:txBody>
          <a:bodyPr wrap="square" lIns="0" tIns="0" rIns="0" bIns="0" rtlCol="0" anchor="t"/>
          <a:lstStyle/>
          <a:p>
            <a:pPr indent="0" marL="0">
              <a:buNone/>
            </a:pPr>
            <a:r>
              <a:rPr lang="en-US" sz="1100" dirty="0">
                <a:solidFill>
                  <a:srgbClr val="5C6685"/>
                </a:solidFill>
                <a:latin typeface="Arial" pitchFamily="34" charset="0"/>
                <a:ea typeface="Arial" pitchFamily="34" charset="-122"/>
                <a:cs typeface="Arial" pitchFamily="34" charset="-120"/>
              </a:rPr>
              <a:t>Écoles, comptes, permissions, fiches</a:t>
            </a:r>
            <a:endParaRPr lang="en-US" sz="1100" dirty="0"/>
          </a:p>
        </p:txBody>
      </p:sp>
      <p:sp>
        <p:nvSpPr>
          <p:cNvPr id="31" name="a7u_42"/>
          <p:cNvSpPr/>
          <p:nvPr/>
        </p:nvSpPr>
        <p:spPr>
          <a:xfrm>
            <a:off x="4709160" y="3520440"/>
            <a:ext cx="3977640" cy="9144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32" name="a7u_43"/>
          <p:cNvSpPr/>
          <p:nvPr/>
        </p:nvSpPr>
        <p:spPr>
          <a:xfrm>
            <a:off x="4892040" y="3703320"/>
            <a:ext cx="548640" cy="548640"/>
          </a:xfrm>
          <a:prstGeom prst="roundRect">
            <a:avLst>
              <a:gd name="adj" fmla="val 16667"/>
            </a:avLst>
          </a:prstGeom>
          <a:solidFill>
            <a:srgbClr val="00B4D8"/>
          </a:solidFill>
          <a:ln w="12700">
            <a:solidFill>
              <a:srgbClr val="1E2A78"/>
            </a:solidFill>
            <a:prstDash val="solid"/>
          </a:ln>
        </p:spPr>
      </p:sp>
      <p:sp>
        <p:nvSpPr>
          <p:cNvPr id="33" name="a7u_44"/>
          <p:cNvSpPr txBox="1"/>
          <p:nvPr/>
        </p:nvSpPr>
        <p:spPr>
          <a:xfrm>
            <a:off x="4892040" y="3703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06</a:t>
            </a:r>
            <a:endParaRPr lang="en-US" sz="1800" dirty="0"/>
          </a:p>
        </p:txBody>
      </p:sp>
      <p:sp>
        <p:nvSpPr>
          <p:cNvPr id="34" name="a7u_45"/>
          <p:cNvSpPr txBox="1"/>
          <p:nvPr/>
        </p:nvSpPr>
        <p:spPr>
          <a:xfrm>
            <a:off x="5623560" y="3703320"/>
            <a:ext cx="2926080" cy="292608"/>
          </a:xfrm>
          <a:prstGeom prst="rect">
            <a:avLst/>
          </a:prstGeom>
          <a:noFill/>
          <a:ln/>
        </p:spPr>
        <p:txBody>
          <a:bodyPr wrap="square" lIns="0" tIns="0" rIns="0" bIns="0" rtlCol="0" anchor="t"/>
          <a:lstStyle/>
          <a:p>
            <a:pPr indent="0" marL="0">
              <a:buNone/>
            </a:pPr>
            <a:r>
              <a:rPr lang="en-US" sz="1500" b="1" dirty="0">
                <a:solidFill>
                  <a:srgbClr val="1E2A78"/>
                </a:solidFill>
                <a:latin typeface="Arial" pitchFamily="34" charset="0"/>
                <a:ea typeface="Arial" pitchFamily="34" charset="-122"/>
                <a:cs typeface="Arial" pitchFamily="34" charset="-120"/>
              </a:rPr>
              <a:t>Sécurité &amp; mise en place</a:t>
            </a:r>
            <a:endParaRPr lang="en-US" sz="1500" dirty="0"/>
          </a:p>
        </p:txBody>
      </p:sp>
      <p:sp>
        <p:nvSpPr>
          <p:cNvPr id="35" name="a7u_46"/>
          <p:cNvSpPr txBox="1"/>
          <p:nvPr/>
        </p:nvSpPr>
        <p:spPr>
          <a:xfrm>
            <a:off x="5623560" y="4014216"/>
            <a:ext cx="2926080" cy="274320"/>
          </a:xfrm>
          <a:prstGeom prst="rect">
            <a:avLst/>
          </a:prstGeom>
          <a:noFill/>
          <a:ln/>
        </p:spPr>
        <p:txBody>
          <a:bodyPr wrap="square" lIns="0" tIns="0" rIns="0" bIns="0" rtlCol="0" anchor="t"/>
          <a:lstStyle/>
          <a:p>
            <a:pPr indent="0" marL="0">
              <a:buNone/>
            </a:pPr>
            <a:r>
              <a:rPr lang="en-US" sz="1100" dirty="0">
                <a:solidFill>
                  <a:srgbClr val="5C6685"/>
                </a:solidFill>
                <a:latin typeface="Arial" pitchFamily="34" charset="0"/>
                <a:ea typeface="Arial" pitchFamily="34" charset="-122"/>
                <a:cs typeface="Arial" pitchFamily="34" charset="-120"/>
              </a:rPr>
              <a:t>Données protégées, déploiement, avantages</a:t>
            </a:r>
            <a:endParaRPr lang="en-US" sz="11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childTnLst>
                          </p:cTn>
                        </p:par>
                        <p:par>
                          <p:cTn id="62" fill="hold">
                            <p:stCondLst>
                              <p:cond delay="1100"/>
                            </p:stCondLst>
                            <p:childTnLst>
                              <p:par>
                                <p:cTn id="37" presetID="42"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600"/>
                                        <p:tgtEl>
                                          <p:spTgt spid="11"/>
                                        </p:tgtEl>
                                      </p:cBhvr>
                                    </p:animEffect>
                                    <p:anim calcmode="lin" valueType="num">
                                      <p:cBhvr additive="base">
                                        <p:cTn id="40" dur="600" fill="hold"/>
                                        <p:tgtEl>
                                          <p:spTgt spid="11"/>
                                        </p:tgtEl>
                                        <p:attrNameLst>
                                          <p:attrName>ppt_x</p:attrName>
                                        </p:attrNameLst>
                                      </p:cBhvr>
                                      <p:tavLst>
                                        <p:tav tm="0">
                                          <p:val>
                                            <p:strVal val="#ppt_x"/>
                                          </p:val>
                                        </p:tav>
                                        <p:tav tm="100000">
                                          <p:val>
                                            <p:strVal val="#ppt_x"/>
                                          </p:val>
                                        </p:tav>
                                      </p:tavLst>
                                    </p:anim>
                                    <p:anim calcmode="lin" valueType="num">
                                      <p:cBhvr additive="base">
                                        <p:cTn id="41" dur="6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600"/>
                                        <p:tgtEl>
                                          <p:spTgt spid="12"/>
                                        </p:tgtEl>
                                      </p:cBhvr>
                                    </p:animEffect>
                                    <p:anim calcmode="lin" valueType="num">
                                      <p:cBhvr additive="base">
                                        <p:cTn id="45" dur="600" fill="hold"/>
                                        <p:tgtEl>
                                          <p:spTgt spid="12"/>
                                        </p:tgtEl>
                                        <p:attrNameLst>
                                          <p:attrName>ppt_x</p:attrName>
                                        </p:attrNameLst>
                                      </p:cBhvr>
                                      <p:tavLst>
                                        <p:tav tm="0">
                                          <p:val>
                                            <p:strVal val="#ppt_x"/>
                                          </p:val>
                                        </p:tav>
                                        <p:tav tm="100000">
                                          <p:val>
                                            <p:strVal val="#ppt_x"/>
                                          </p:val>
                                        </p:tav>
                                      </p:tavLst>
                                    </p:anim>
                                    <p:anim calcmode="lin" valueType="num">
                                      <p:cBhvr additive="base">
                                        <p:cTn id="46" dur="600" fill="hold"/>
                                        <p:tgtEl>
                                          <p:spTgt spid="1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00"/>
                                        <p:tgtEl>
                                          <p:spTgt spid="13"/>
                                        </p:tgtEl>
                                      </p:cBhvr>
                                    </p:animEffect>
                                    <p:anim calcmode="lin" valueType="num">
                                      <p:cBhvr additive="base">
                                        <p:cTn id="50" dur="600" fill="hold"/>
                                        <p:tgtEl>
                                          <p:spTgt spid="13"/>
                                        </p:tgtEl>
                                        <p:attrNameLst>
                                          <p:attrName>ppt_x</p:attrName>
                                        </p:attrNameLst>
                                      </p:cBhvr>
                                      <p:tavLst>
                                        <p:tav tm="0">
                                          <p:val>
                                            <p:strVal val="#ppt_x"/>
                                          </p:val>
                                        </p:tav>
                                        <p:tav tm="100000">
                                          <p:val>
                                            <p:strVal val="#ppt_x"/>
                                          </p:val>
                                        </p:tav>
                                      </p:tavLst>
                                    </p:anim>
                                    <p:anim calcmode="lin" valueType="num">
                                      <p:cBhvr additive="base">
                                        <p:cTn id="51" dur="600" fill="hold"/>
                                        <p:tgtEl>
                                          <p:spTgt spid="1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600"/>
                                        <p:tgtEl>
                                          <p:spTgt spid="14"/>
                                        </p:tgtEl>
                                      </p:cBhvr>
                                    </p:animEffect>
                                    <p:anim calcmode="lin" valueType="num">
                                      <p:cBhvr additive="base">
                                        <p:cTn id="55" dur="600" fill="hold"/>
                                        <p:tgtEl>
                                          <p:spTgt spid="14"/>
                                        </p:tgtEl>
                                        <p:attrNameLst>
                                          <p:attrName>ppt_x</p:attrName>
                                        </p:attrNameLst>
                                      </p:cBhvr>
                                      <p:tavLst>
                                        <p:tav tm="0">
                                          <p:val>
                                            <p:strVal val="#ppt_x"/>
                                          </p:val>
                                        </p:tav>
                                        <p:tav tm="100000">
                                          <p:val>
                                            <p:strVal val="#ppt_x"/>
                                          </p:val>
                                        </p:tav>
                                      </p:tavLst>
                                    </p:anim>
                                    <p:anim calcmode="lin" valueType="num">
                                      <p:cBhvr additive="base">
                                        <p:cTn id="56" dur="600" fill="hold"/>
                                        <p:tgtEl>
                                          <p:spTgt spid="14"/>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600"/>
                                        <p:tgtEl>
                                          <p:spTgt spid="15"/>
                                        </p:tgtEl>
                                      </p:cBhvr>
                                    </p:animEffect>
                                    <p:anim calcmode="lin" valueType="num">
                                      <p:cBhvr additive="base">
                                        <p:cTn id="60" dur="600" fill="hold"/>
                                        <p:tgtEl>
                                          <p:spTgt spid="15"/>
                                        </p:tgtEl>
                                        <p:attrNameLst>
                                          <p:attrName>ppt_x</p:attrName>
                                        </p:attrNameLst>
                                      </p:cBhvr>
                                      <p:tavLst>
                                        <p:tav tm="0">
                                          <p:val>
                                            <p:strVal val="#ppt_x"/>
                                          </p:val>
                                        </p:tav>
                                        <p:tav tm="100000">
                                          <p:val>
                                            <p:strVal val="#ppt_x"/>
                                          </p:val>
                                        </p:tav>
                                      </p:tavLst>
                                    </p:anim>
                                    <p:anim calcmode="lin" valueType="num">
                                      <p:cBhvr additive="base">
                                        <p:cTn id="61" dur="600" fill="hold"/>
                                        <p:tgtEl>
                                          <p:spTgt spid="15"/>
                                        </p:tgtEl>
                                        <p:attrNameLst>
                                          <p:attrName>ppt_y</p:attrName>
                                        </p:attrNameLst>
                                      </p:cBhvr>
                                      <p:tavLst>
                                        <p:tav tm="0">
                                          <p:val>
                                            <p:strVal val="#ppt_y+.1"/>
                                          </p:val>
                                        </p:tav>
                                        <p:tav tm="100000">
                                          <p:val>
                                            <p:strVal val="#ppt_y"/>
                                          </p:val>
                                        </p:tav>
                                      </p:tavLst>
                                    </p:anim>
                                  </p:childTnLst>
                                </p:cTn>
                              </p:par>
                            </p:childTnLst>
                          </p:cTn>
                        </p:par>
                        <p:par>
                          <p:cTn id="88" fill="hold">
                            <p:stCondLst>
                              <p:cond delay="1700"/>
                            </p:stCondLst>
                            <p:childTnLst>
                              <p:par>
                                <p:cTn id="63" presetID="42" presetClass="entr" presetSubtype="0" fill="hold" grpId="0" nodeType="after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additive="base">
                                        <p:cTn id="66" dur="600" fill="hold"/>
                                        <p:tgtEl>
                                          <p:spTgt spid="16"/>
                                        </p:tgtEl>
                                        <p:attrNameLst>
                                          <p:attrName>ppt_x</p:attrName>
                                        </p:attrNameLst>
                                      </p:cBhvr>
                                      <p:tavLst>
                                        <p:tav tm="0">
                                          <p:val>
                                            <p:strVal val="#ppt_x"/>
                                          </p:val>
                                        </p:tav>
                                        <p:tav tm="100000">
                                          <p:val>
                                            <p:strVal val="#ppt_x"/>
                                          </p:val>
                                        </p:tav>
                                      </p:tavLst>
                                    </p:anim>
                                    <p:anim calcmode="lin" valueType="num">
                                      <p:cBhvr additive="base">
                                        <p:cTn id="67" dur="60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600"/>
                                        <p:tgtEl>
                                          <p:spTgt spid="17"/>
                                        </p:tgtEl>
                                      </p:cBhvr>
                                    </p:animEffect>
                                    <p:anim calcmode="lin" valueType="num">
                                      <p:cBhvr additive="base">
                                        <p:cTn id="71" dur="600" fill="hold"/>
                                        <p:tgtEl>
                                          <p:spTgt spid="17"/>
                                        </p:tgtEl>
                                        <p:attrNameLst>
                                          <p:attrName>ppt_x</p:attrName>
                                        </p:attrNameLst>
                                      </p:cBhvr>
                                      <p:tavLst>
                                        <p:tav tm="0">
                                          <p:val>
                                            <p:strVal val="#ppt_x"/>
                                          </p:val>
                                        </p:tav>
                                        <p:tav tm="100000">
                                          <p:val>
                                            <p:strVal val="#ppt_x"/>
                                          </p:val>
                                        </p:tav>
                                      </p:tavLst>
                                    </p:anim>
                                    <p:anim calcmode="lin" valueType="num">
                                      <p:cBhvr additive="base">
                                        <p:cTn id="72" dur="60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600"/>
                                        <p:tgtEl>
                                          <p:spTgt spid="18"/>
                                        </p:tgtEl>
                                      </p:cBhvr>
                                    </p:animEffect>
                                    <p:anim calcmode="lin" valueType="num">
                                      <p:cBhvr additive="base">
                                        <p:cTn id="76" dur="600" fill="hold"/>
                                        <p:tgtEl>
                                          <p:spTgt spid="18"/>
                                        </p:tgtEl>
                                        <p:attrNameLst>
                                          <p:attrName>ppt_x</p:attrName>
                                        </p:attrNameLst>
                                      </p:cBhvr>
                                      <p:tavLst>
                                        <p:tav tm="0">
                                          <p:val>
                                            <p:strVal val="#ppt_x"/>
                                          </p:val>
                                        </p:tav>
                                        <p:tav tm="100000">
                                          <p:val>
                                            <p:strVal val="#ppt_x"/>
                                          </p:val>
                                        </p:tav>
                                      </p:tavLst>
                                    </p:anim>
                                    <p:anim calcmode="lin" valueType="num">
                                      <p:cBhvr additive="base">
                                        <p:cTn id="77" dur="600" fill="hold"/>
                                        <p:tgtEl>
                                          <p:spTgt spid="1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600"/>
                                        <p:tgtEl>
                                          <p:spTgt spid="19"/>
                                        </p:tgtEl>
                                      </p:cBhvr>
                                    </p:animEffect>
                                    <p:anim calcmode="lin" valueType="num">
                                      <p:cBhvr additive="base">
                                        <p:cTn id="81" dur="600" fill="hold"/>
                                        <p:tgtEl>
                                          <p:spTgt spid="19"/>
                                        </p:tgtEl>
                                        <p:attrNameLst>
                                          <p:attrName>ppt_x</p:attrName>
                                        </p:attrNameLst>
                                      </p:cBhvr>
                                      <p:tavLst>
                                        <p:tav tm="0">
                                          <p:val>
                                            <p:strVal val="#ppt_x"/>
                                          </p:val>
                                        </p:tav>
                                        <p:tav tm="100000">
                                          <p:val>
                                            <p:strVal val="#ppt_x"/>
                                          </p:val>
                                        </p:tav>
                                      </p:tavLst>
                                    </p:anim>
                                    <p:anim calcmode="lin" valueType="num">
                                      <p:cBhvr additive="base">
                                        <p:cTn id="82" dur="600" fill="hold"/>
                                        <p:tgtEl>
                                          <p:spTgt spid="1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00"/>
                                        <p:tgtEl>
                                          <p:spTgt spid="20"/>
                                        </p:tgtEl>
                                      </p:cBhvr>
                                    </p:animEffect>
                                    <p:anim calcmode="lin" valueType="num">
                                      <p:cBhvr additive="base">
                                        <p:cTn id="86" dur="600" fill="hold"/>
                                        <p:tgtEl>
                                          <p:spTgt spid="20"/>
                                        </p:tgtEl>
                                        <p:attrNameLst>
                                          <p:attrName>ppt_x</p:attrName>
                                        </p:attrNameLst>
                                      </p:cBhvr>
                                      <p:tavLst>
                                        <p:tav tm="0">
                                          <p:val>
                                            <p:strVal val="#ppt_x"/>
                                          </p:val>
                                        </p:tav>
                                        <p:tav tm="100000">
                                          <p:val>
                                            <p:strVal val="#ppt_x"/>
                                          </p:val>
                                        </p:tav>
                                      </p:tavLst>
                                    </p:anim>
                                    <p:anim calcmode="lin" valueType="num">
                                      <p:cBhvr additive="base">
                                        <p:cTn id="87" dur="600" fill="hold"/>
                                        <p:tgtEl>
                                          <p:spTgt spid="20"/>
                                        </p:tgtEl>
                                        <p:attrNameLst>
                                          <p:attrName>ppt_y</p:attrName>
                                        </p:attrNameLst>
                                      </p:cBhvr>
                                      <p:tavLst>
                                        <p:tav tm="0">
                                          <p:val>
                                            <p:strVal val="#ppt_y+.1"/>
                                          </p:val>
                                        </p:tav>
                                        <p:tav tm="100000">
                                          <p:val>
                                            <p:strVal val="#ppt_y"/>
                                          </p:val>
                                        </p:tav>
                                      </p:tavLst>
                                    </p:anim>
                                  </p:childTnLst>
                                </p:cTn>
                              </p:par>
                            </p:childTnLst>
                          </p:cTn>
                        </p:par>
                        <p:par>
                          <p:cTn id="114" fill="hold">
                            <p:stCondLst>
                              <p:cond delay="2300"/>
                            </p:stCondLst>
                            <p:childTnLst>
                              <p:par>
                                <p:cTn id="89" presetID="42" presetClass="entr" presetSubtype="0" fill="hold" grpId="0" nodeType="after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600"/>
                                        <p:tgtEl>
                                          <p:spTgt spid="21"/>
                                        </p:tgtEl>
                                      </p:cBhvr>
                                    </p:animEffect>
                                    <p:anim calcmode="lin" valueType="num">
                                      <p:cBhvr additive="base">
                                        <p:cTn id="92" dur="600" fill="hold"/>
                                        <p:tgtEl>
                                          <p:spTgt spid="21"/>
                                        </p:tgtEl>
                                        <p:attrNameLst>
                                          <p:attrName>ppt_x</p:attrName>
                                        </p:attrNameLst>
                                      </p:cBhvr>
                                      <p:tavLst>
                                        <p:tav tm="0">
                                          <p:val>
                                            <p:strVal val="#ppt_x"/>
                                          </p:val>
                                        </p:tav>
                                        <p:tav tm="100000">
                                          <p:val>
                                            <p:strVal val="#ppt_x"/>
                                          </p:val>
                                        </p:tav>
                                      </p:tavLst>
                                    </p:anim>
                                    <p:anim calcmode="lin" valueType="num">
                                      <p:cBhvr additive="base">
                                        <p:cTn id="93" dur="600" fill="hold"/>
                                        <p:tgtEl>
                                          <p:spTgt spid="21"/>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fade">
                                      <p:cBhvr>
                                        <p:cTn id="96" dur="600"/>
                                        <p:tgtEl>
                                          <p:spTgt spid="22"/>
                                        </p:tgtEl>
                                      </p:cBhvr>
                                    </p:animEffect>
                                    <p:anim calcmode="lin" valueType="num">
                                      <p:cBhvr additive="base">
                                        <p:cTn id="97" dur="600" fill="hold"/>
                                        <p:tgtEl>
                                          <p:spTgt spid="22"/>
                                        </p:tgtEl>
                                        <p:attrNameLst>
                                          <p:attrName>ppt_x</p:attrName>
                                        </p:attrNameLst>
                                      </p:cBhvr>
                                      <p:tavLst>
                                        <p:tav tm="0">
                                          <p:val>
                                            <p:strVal val="#ppt_x"/>
                                          </p:val>
                                        </p:tav>
                                        <p:tav tm="100000">
                                          <p:val>
                                            <p:strVal val="#ppt_x"/>
                                          </p:val>
                                        </p:tav>
                                      </p:tavLst>
                                    </p:anim>
                                    <p:anim calcmode="lin" valueType="num">
                                      <p:cBhvr additive="base">
                                        <p:cTn id="98" dur="600" fill="hold"/>
                                        <p:tgtEl>
                                          <p:spTgt spid="22"/>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fade">
                                      <p:cBhvr>
                                        <p:cTn id="101" dur="600"/>
                                        <p:tgtEl>
                                          <p:spTgt spid="23"/>
                                        </p:tgtEl>
                                      </p:cBhvr>
                                    </p:animEffect>
                                    <p:anim calcmode="lin" valueType="num">
                                      <p:cBhvr additive="base">
                                        <p:cTn id="102" dur="600" fill="hold"/>
                                        <p:tgtEl>
                                          <p:spTgt spid="23"/>
                                        </p:tgtEl>
                                        <p:attrNameLst>
                                          <p:attrName>ppt_x</p:attrName>
                                        </p:attrNameLst>
                                      </p:cBhvr>
                                      <p:tavLst>
                                        <p:tav tm="0">
                                          <p:val>
                                            <p:strVal val="#ppt_x"/>
                                          </p:val>
                                        </p:tav>
                                        <p:tav tm="100000">
                                          <p:val>
                                            <p:strVal val="#ppt_x"/>
                                          </p:val>
                                        </p:tav>
                                      </p:tavLst>
                                    </p:anim>
                                    <p:anim calcmode="lin" valueType="num">
                                      <p:cBhvr additive="base">
                                        <p:cTn id="103" dur="600" fill="hold"/>
                                        <p:tgtEl>
                                          <p:spTgt spid="23"/>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600"/>
                                        <p:tgtEl>
                                          <p:spTgt spid="24"/>
                                        </p:tgtEl>
                                      </p:cBhvr>
                                    </p:animEffect>
                                    <p:anim calcmode="lin" valueType="num">
                                      <p:cBhvr additive="base">
                                        <p:cTn id="107" dur="600" fill="hold"/>
                                        <p:tgtEl>
                                          <p:spTgt spid="24"/>
                                        </p:tgtEl>
                                        <p:attrNameLst>
                                          <p:attrName>ppt_x</p:attrName>
                                        </p:attrNameLst>
                                      </p:cBhvr>
                                      <p:tavLst>
                                        <p:tav tm="0">
                                          <p:val>
                                            <p:strVal val="#ppt_x"/>
                                          </p:val>
                                        </p:tav>
                                        <p:tav tm="100000">
                                          <p:val>
                                            <p:strVal val="#ppt_x"/>
                                          </p:val>
                                        </p:tav>
                                      </p:tavLst>
                                    </p:anim>
                                    <p:anim calcmode="lin" valueType="num">
                                      <p:cBhvr additive="base">
                                        <p:cTn id="108" dur="600" fill="hold"/>
                                        <p:tgtEl>
                                          <p:spTgt spid="24"/>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fade">
                                      <p:cBhvr>
                                        <p:cTn id="111" dur="600"/>
                                        <p:tgtEl>
                                          <p:spTgt spid="25"/>
                                        </p:tgtEl>
                                      </p:cBhvr>
                                    </p:animEffect>
                                    <p:anim calcmode="lin" valueType="num">
                                      <p:cBhvr additive="base">
                                        <p:cTn id="112" dur="600" fill="hold"/>
                                        <p:tgtEl>
                                          <p:spTgt spid="25"/>
                                        </p:tgtEl>
                                        <p:attrNameLst>
                                          <p:attrName>ppt_x</p:attrName>
                                        </p:attrNameLst>
                                      </p:cBhvr>
                                      <p:tavLst>
                                        <p:tav tm="0">
                                          <p:val>
                                            <p:strVal val="#ppt_x"/>
                                          </p:val>
                                        </p:tav>
                                        <p:tav tm="100000">
                                          <p:val>
                                            <p:strVal val="#ppt_x"/>
                                          </p:val>
                                        </p:tav>
                                      </p:tavLst>
                                    </p:anim>
                                    <p:anim calcmode="lin" valueType="num">
                                      <p:cBhvr additive="base">
                                        <p:cTn id="113" dur="600" fill="hold"/>
                                        <p:tgtEl>
                                          <p:spTgt spid="25"/>
                                        </p:tgtEl>
                                        <p:attrNameLst>
                                          <p:attrName>ppt_y</p:attrName>
                                        </p:attrNameLst>
                                      </p:cBhvr>
                                      <p:tavLst>
                                        <p:tav tm="0">
                                          <p:val>
                                            <p:strVal val="#ppt_y+.1"/>
                                          </p:val>
                                        </p:tav>
                                        <p:tav tm="100000">
                                          <p:val>
                                            <p:strVal val="#ppt_y"/>
                                          </p:val>
                                        </p:tav>
                                      </p:tavLst>
                                    </p:anim>
                                  </p:childTnLst>
                                </p:cTn>
                              </p:par>
                            </p:childTnLst>
                          </p:cTn>
                        </p:par>
                        <p:par>
                          <p:cTn id="140" fill="hold">
                            <p:stCondLst>
                              <p:cond delay="2900"/>
                            </p:stCondLst>
                            <p:childTnLst>
                              <p:par>
                                <p:cTn id="115" presetID="42" presetClass="entr" presetSubtype="0" fill="hold" grpId="0" nodeType="after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600"/>
                                        <p:tgtEl>
                                          <p:spTgt spid="26"/>
                                        </p:tgtEl>
                                      </p:cBhvr>
                                    </p:animEffect>
                                    <p:anim calcmode="lin" valueType="num">
                                      <p:cBhvr additive="base">
                                        <p:cTn id="118" dur="600" fill="hold"/>
                                        <p:tgtEl>
                                          <p:spTgt spid="26"/>
                                        </p:tgtEl>
                                        <p:attrNameLst>
                                          <p:attrName>ppt_x</p:attrName>
                                        </p:attrNameLst>
                                      </p:cBhvr>
                                      <p:tavLst>
                                        <p:tav tm="0">
                                          <p:val>
                                            <p:strVal val="#ppt_x"/>
                                          </p:val>
                                        </p:tav>
                                        <p:tav tm="100000">
                                          <p:val>
                                            <p:strVal val="#ppt_x"/>
                                          </p:val>
                                        </p:tav>
                                      </p:tavLst>
                                    </p:anim>
                                    <p:anim calcmode="lin" valueType="num">
                                      <p:cBhvr additive="base">
                                        <p:cTn id="119" dur="600" fill="hold"/>
                                        <p:tgtEl>
                                          <p:spTgt spid="26"/>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600"/>
                                        <p:tgtEl>
                                          <p:spTgt spid="27"/>
                                        </p:tgtEl>
                                      </p:cBhvr>
                                    </p:animEffect>
                                    <p:anim calcmode="lin" valueType="num">
                                      <p:cBhvr additive="base">
                                        <p:cTn id="123" dur="600" fill="hold"/>
                                        <p:tgtEl>
                                          <p:spTgt spid="27"/>
                                        </p:tgtEl>
                                        <p:attrNameLst>
                                          <p:attrName>ppt_x</p:attrName>
                                        </p:attrNameLst>
                                      </p:cBhvr>
                                      <p:tavLst>
                                        <p:tav tm="0">
                                          <p:val>
                                            <p:strVal val="#ppt_x"/>
                                          </p:val>
                                        </p:tav>
                                        <p:tav tm="100000">
                                          <p:val>
                                            <p:strVal val="#ppt_x"/>
                                          </p:val>
                                        </p:tav>
                                      </p:tavLst>
                                    </p:anim>
                                    <p:anim calcmode="lin" valueType="num">
                                      <p:cBhvr additive="base">
                                        <p:cTn id="124" dur="600" fill="hold"/>
                                        <p:tgtEl>
                                          <p:spTgt spid="27"/>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600"/>
                                        <p:tgtEl>
                                          <p:spTgt spid="28"/>
                                        </p:tgtEl>
                                      </p:cBhvr>
                                    </p:animEffect>
                                    <p:anim calcmode="lin" valueType="num">
                                      <p:cBhvr additive="base">
                                        <p:cTn id="128" dur="600" fill="hold"/>
                                        <p:tgtEl>
                                          <p:spTgt spid="28"/>
                                        </p:tgtEl>
                                        <p:attrNameLst>
                                          <p:attrName>ppt_x</p:attrName>
                                        </p:attrNameLst>
                                      </p:cBhvr>
                                      <p:tavLst>
                                        <p:tav tm="0">
                                          <p:val>
                                            <p:strVal val="#ppt_x"/>
                                          </p:val>
                                        </p:tav>
                                        <p:tav tm="100000">
                                          <p:val>
                                            <p:strVal val="#ppt_x"/>
                                          </p:val>
                                        </p:tav>
                                      </p:tavLst>
                                    </p:anim>
                                    <p:anim calcmode="lin" valueType="num">
                                      <p:cBhvr additive="base">
                                        <p:cTn id="129" dur="600" fill="hold"/>
                                        <p:tgtEl>
                                          <p:spTgt spid="28"/>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600"/>
                                        <p:tgtEl>
                                          <p:spTgt spid="29"/>
                                        </p:tgtEl>
                                      </p:cBhvr>
                                    </p:animEffect>
                                    <p:anim calcmode="lin" valueType="num">
                                      <p:cBhvr additive="base">
                                        <p:cTn id="133" dur="600" fill="hold"/>
                                        <p:tgtEl>
                                          <p:spTgt spid="29"/>
                                        </p:tgtEl>
                                        <p:attrNameLst>
                                          <p:attrName>ppt_x</p:attrName>
                                        </p:attrNameLst>
                                      </p:cBhvr>
                                      <p:tavLst>
                                        <p:tav tm="0">
                                          <p:val>
                                            <p:strVal val="#ppt_x"/>
                                          </p:val>
                                        </p:tav>
                                        <p:tav tm="100000">
                                          <p:val>
                                            <p:strVal val="#ppt_x"/>
                                          </p:val>
                                        </p:tav>
                                      </p:tavLst>
                                    </p:anim>
                                    <p:anim calcmode="lin" valueType="num">
                                      <p:cBhvr additive="base">
                                        <p:cTn id="134" dur="600" fill="hold"/>
                                        <p:tgtEl>
                                          <p:spTgt spid="29"/>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600"/>
                                        <p:tgtEl>
                                          <p:spTgt spid="30"/>
                                        </p:tgtEl>
                                      </p:cBhvr>
                                    </p:animEffect>
                                    <p:anim calcmode="lin" valueType="num">
                                      <p:cBhvr additive="base">
                                        <p:cTn id="138" dur="600" fill="hold"/>
                                        <p:tgtEl>
                                          <p:spTgt spid="30"/>
                                        </p:tgtEl>
                                        <p:attrNameLst>
                                          <p:attrName>ppt_x</p:attrName>
                                        </p:attrNameLst>
                                      </p:cBhvr>
                                      <p:tavLst>
                                        <p:tav tm="0">
                                          <p:val>
                                            <p:strVal val="#ppt_x"/>
                                          </p:val>
                                        </p:tav>
                                        <p:tav tm="100000">
                                          <p:val>
                                            <p:strVal val="#ppt_x"/>
                                          </p:val>
                                        </p:tav>
                                      </p:tavLst>
                                    </p:anim>
                                    <p:anim calcmode="lin" valueType="num">
                                      <p:cBhvr additive="base">
                                        <p:cTn id="139" dur="600" fill="hold"/>
                                        <p:tgtEl>
                                          <p:spTgt spid="30"/>
                                        </p:tgtEl>
                                        <p:attrNameLst>
                                          <p:attrName>ppt_y</p:attrName>
                                        </p:attrNameLst>
                                      </p:cBhvr>
                                      <p:tavLst>
                                        <p:tav tm="0">
                                          <p:val>
                                            <p:strVal val="#ppt_y+.1"/>
                                          </p:val>
                                        </p:tav>
                                        <p:tav tm="100000">
                                          <p:val>
                                            <p:strVal val="#ppt_y"/>
                                          </p:val>
                                        </p:tav>
                                      </p:tavLst>
                                    </p:anim>
                                  </p:childTnLst>
                                </p:cTn>
                              </p:par>
                            </p:childTnLst>
                          </p:cTn>
                        </p:par>
                        <p:par>
                          <p:cTn id="166" fill="hold">
                            <p:stCondLst>
                              <p:cond delay="3500"/>
                            </p:stCondLst>
                            <p:childTnLst>
                              <p:par>
                                <p:cTn id="141" presetID="42" presetClass="entr" presetSubtype="0" fill="hold" grpId="0" nodeType="afterEffect">
                                  <p:stCondLst>
                                    <p:cond delay="0"/>
                                  </p:stCondLst>
                                  <p:childTnLst>
                                    <p:set>
                                      <p:cBhvr>
                                        <p:cTn id="142" dur="1" fill="hold">
                                          <p:stCondLst>
                                            <p:cond delay="0"/>
                                          </p:stCondLst>
                                        </p:cTn>
                                        <p:tgtEl>
                                          <p:spTgt spid="31"/>
                                        </p:tgtEl>
                                        <p:attrNameLst>
                                          <p:attrName>style.visibility</p:attrName>
                                        </p:attrNameLst>
                                      </p:cBhvr>
                                      <p:to>
                                        <p:strVal val="visible"/>
                                      </p:to>
                                    </p:set>
                                    <p:animEffect transition="in" filter="fade">
                                      <p:cBhvr>
                                        <p:cTn id="143" dur="600"/>
                                        <p:tgtEl>
                                          <p:spTgt spid="31"/>
                                        </p:tgtEl>
                                      </p:cBhvr>
                                    </p:animEffect>
                                    <p:anim calcmode="lin" valueType="num">
                                      <p:cBhvr additive="base">
                                        <p:cTn id="144" dur="600" fill="hold"/>
                                        <p:tgtEl>
                                          <p:spTgt spid="31"/>
                                        </p:tgtEl>
                                        <p:attrNameLst>
                                          <p:attrName>ppt_x</p:attrName>
                                        </p:attrNameLst>
                                      </p:cBhvr>
                                      <p:tavLst>
                                        <p:tav tm="0">
                                          <p:val>
                                            <p:strVal val="#ppt_x"/>
                                          </p:val>
                                        </p:tav>
                                        <p:tav tm="100000">
                                          <p:val>
                                            <p:strVal val="#ppt_x"/>
                                          </p:val>
                                        </p:tav>
                                      </p:tavLst>
                                    </p:anim>
                                    <p:anim calcmode="lin" valueType="num">
                                      <p:cBhvr additive="base">
                                        <p:cTn id="145" dur="600" fill="hold"/>
                                        <p:tgtEl>
                                          <p:spTgt spid="31"/>
                                        </p:tgtEl>
                                        <p:attrNameLst>
                                          <p:attrName>ppt_y</p:attrName>
                                        </p:attrNameLst>
                                      </p:cBhvr>
                                      <p:tavLst>
                                        <p:tav tm="0">
                                          <p:val>
                                            <p:strVal val="#ppt_y+.1"/>
                                          </p:val>
                                        </p:tav>
                                        <p:tav tm="100000">
                                          <p:val>
                                            <p:strVal val="#ppt_y"/>
                                          </p:val>
                                        </p:tav>
                                      </p:tavLst>
                                    </p:anim>
                                  </p:childTnLst>
                                </p:cTn>
                              </p:par>
                              <p:par>
                                <p:cTn id="146" presetID="42" presetClass="entr" presetSubtype="0" fill="hold" grpId="0" nodeType="withEffect">
                                  <p:stCondLst>
                                    <p:cond delay="0"/>
                                  </p:stCondLst>
                                  <p:childTnLst>
                                    <p:set>
                                      <p:cBhvr>
                                        <p:cTn id="147" dur="1" fill="hold">
                                          <p:stCondLst>
                                            <p:cond delay="0"/>
                                          </p:stCondLst>
                                        </p:cTn>
                                        <p:tgtEl>
                                          <p:spTgt spid="32"/>
                                        </p:tgtEl>
                                        <p:attrNameLst>
                                          <p:attrName>style.visibility</p:attrName>
                                        </p:attrNameLst>
                                      </p:cBhvr>
                                      <p:to>
                                        <p:strVal val="visible"/>
                                      </p:to>
                                    </p:set>
                                    <p:animEffect transition="in" filter="fade">
                                      <p:cBhvr>
                                        <p:cTn id="148" dur="600"/>
                                        <p:tgtEl>
                                          <p:spTgt spid="32"/>
                                        </p:tgtEl>
                                      </p:cBhvr>
                                    </p:animEffect>
                                    <p:anim calcmode="lin" valueType="num">
                                      <p:cBhvr additive="base">
                                        <p:cTn id="149" dur="600" fill="hold"/>
                                        <p:tgtEl>
                                          <p:spTgt spid="32"/>
                                        </p:tgtEl>
                                        <p:attrNameLst>
                                          <p:attrName>ppt_x</p:attrName>
                                        </p:attrNameLst>
                                      </p:cBhvr>
                                      <p:tavLst>
                                        <p:tav tm="0">
                                          <p:val>
                                            <p:strVal val="#ppt_x"/>
                                          </p:val>
                                        </p:tav>
                                        <p:tav tm="100000">
                                          <p:val>
                                            <p:strVal val="#ppt_x"/>
                                          </p:val>
                                        </p:tav>
                                      </p:tavLst>
                                    </p:anim>
                                    <p:anim calcmode="lin" valueType="num">
                                      <p:cBhvr additive="base">
                                        <p:cTn id="150" dur="600" fill="hold"/>
                                        <p:tgtEl>
                                          <p:spTgt spid="32"/>
                                        </p:tgtEl>
                                        <p:attrNameLst>
                                          <p:attrName>ppt_y</p:attrName>
                                        </p:attrNameLst>
                                      </p:cBhvr>
                                      <p:tavLst>
                                        <p:tav tm="0">
                                          <p:val>
                                            <p:strVal val="#ppt_y+.1"/>
                                          </p:val>
                                        </p:tav>
                                        <p:tav tm="100000">
                                          <p:val>
                                            <p:strVal val="#ppt_y"/>
                                          </p:val>
                                        </p:tav>
                                      </p:tavLst>
                                    </p:anim>
                                  </p:childTnLst>
                                </p:cTn>
                              </p:par>
                              <p:par>
                                <p:cTn id="151" presetID="42" presetClass="entr" presetSubtype="0" fill="hold" grpId="0" nodeType="withEffect">
                                  <p:stCondLst>
                                    <p:cond delay="0"/>
                                  </p:stCondLst>
                                  <p:childTnLst>
                                    <p:set>
                                      <p:cBhvr>
                                        <p:cTn id="152" dur="1" fill="hold">
                                          <p:stCondLst>
                                            <p:cond delay="0"/>
                                          </p:stCondLst>
                                        </p:cTn>
                                        <p:tgtEl>
                                          <p:spTgt spid="33"/>
                                        </p:tgtEl>
                                        <p:attrNameLst>
                                          <p:attrName>style.visibility</p:attrName>
                                        </p:attrNameLst>
                                      </p:cBhvr>
                                      <p:to>
                                        <p:strVal val="visible"/>
                                      </p:to>
                                    </p:set>
                                    <p:animEffect transition="in" filter="fade">
                                      <p:cBhvr>
                                        <p:cTn id="153" dur="600"/>
                                        <p:tgtEl>
                                          <p:spTgt spid="33"/>
                                        </p:tgtEl>
                                      </p:cBhvr>
                                    </p:animEffect>
                                    <p:anim calcmode="lin" valueType="num">
                                      <p:cBhvr additive="base">
                                        <p:cTn id="154" dur="600" fill="hold"/>
                                        <p:tgtEl>
                                          <p:spTgt spid="33"/>
                                        </p:tgtEl>
                                        <p:attrNameLst>
                                          <p:attrName>ppt_x</p:attrName>
                                        </p:attrNameLst>
                                      </p:cBhvr>
                                      <p:tavLst>
                                        <p:tav tm="0">
                                          <p:val>
                                            <p:strVal val="#ppt_x"/>
                                          </p:val>
                                        </p:tav>
                                        <p:tav tm="100000">
                                          <p:val>
                                            <p:strVal val="#ppt_x"/>
                                          </p:val>
                                        </p:tav>
                                      </p:tavLst>
                                    </p:anim>
                                    <p:anim calcmode="lin" valueType="num">
                                      <p:cBhvr additive="base">
                                        <p:cTn id="155" dur="600" fill="hold"/>
                                        <p:tgtEl>
                                          <p:spTgt spid="33"/>
                                        </p:tgtEl>
                                        <p:attrNameLst>
                                          <p:attrName>ppt_y</p:attrName>
                                        </p:attrNameLst>
                                      </p:cBhvr>
                                      <p:tavLst>
                                        <p:tav tm="0">
                                          <p:val>
                                            <p:strVal val="#ppt_y+.1"/>
                                          </p:val>
                                        </p:tav>
                                        <p:tav tm="100000">
                                          <p:val>
                                            <p:strVal val="#ppt_y"/>
                                          </p:val>
                                        </p:tav>
                                      </p:tavLst>
                                    </p:anim>
                                  </p:childTnLst>
                                </p:cTn>
                              </p:par>
                              <p:par>
                                <p:cTn id="156" presetID="42" presetClass="entr" presetSubtype="0" fill="hold" grpId="0" nodeType="withEffect">
                                  <p:stCondLst>
                                    <p:cond delay="0"/>
                                  </p:stCondLst>
                                  <p:childTnLst>
                                    <p:set>
                                      <p:cBhvr>
                                        <p:cTn id="157" dur="1" fill="hold">
                                          <p:stCondLst>
                                            <p:cond delay="0"/>
                                          </p:stCondLst>
                                        </p:cTn>
                                        <p:tgtEl>
                                          <p:spTgt spid="34"/>
                                        </p:tgtEl>
                                        <p:attrNameLst>
                                          <p:attrName>style.visibility</p:attrName>
                                        </p:attrNameLst>
                                      </p:cBhvr>
                                      <p:to>
                                        <p:strVal val="visible"/>
                                      </p:to>
                                    </p:set>
                                    <p:animEffect transition="in" filter="fade">
                                      <p:cBhvr>
                                        <p:cTn id="158" dur="600"/>
                                        <p:tgtEl>
                                          <p:spTgt spid="34"/>
                                        </p:tgtEl>
                                      </p:cBhvr>
                                    </p:animEffect>
                                    <p:anim calcmode="lin" valueType="num">
                                      <p:cBhvr additive="base">
                                        <p:cTn id="159" dur="600" fill="hold"/>
                                        <p:tgtEl>
                                          <p:spTgt spid="34"/>
                                        </p:tgtEl>
                                        <p:attrNameLst>
                                          <p:attrName>ppt_x</p:attrName>
                                        </p:attrNameLst>
                                      </p:cBhvr>
                                      <p:tavLst>
                                        <p:tav tm="0">
                                          <p:val>
                                            <p:strVal val="#ppt_x"/>
                                          </p:val>
                                        </p:tav>
                                        <p:tav tm="100000">
                                          <p:val>
                                            <p:strVal val="#ppt_x"/>
                                          </p:val>
                                        </p:tav>
                                      </p:tavLst>
                                    </p:anim>
                                    <p:anim calcmode="lin" valueType="num">
                                      <p:cBhvr additive="base">
                                        <p:cTn id="160" dur="600" fill="hold"/>
                                        <p:tgtEl>
                                          <p:spTgt spid="34"/>
                                        </p:tgtEl>
                                        <p:attrNameLst>
                                          <p:attrName>ppt_y</p:attrName>
                                        </p:attrNameLst>
                                      </p:cBhvr>
                                      <p:tavLst>
                                        <p:tav tm="0">
                                          <p:val>
                                            <p:strVal val="#ppt_y+.1"/>
                                          </p:val>
                                        </p:tav>
                                        <p:tav tm="100000">
                                          <p:val>
                                            <p:strVal val="#ppt_y"/>
                                          </p:val>
                                        </p:tav>
                                      </p:tavLst>
                                    </p:anim>
                                  </p:childTnLst>
                                </p:cTn>
                              </p:par>
                              <p:par>
                                <p:cTn id="161" presetID="42" presetClass="entr" presetSubtype="0" fill="hold" grpId="0" nodeType="withEffect">
                                  <p:stCondLst>
                                    <p:cond delay="0"/>
                                  </p:stCondLst>
                                  <p:childTnLst>
                                    <p:set>
                                      <p:cBhvr>
                                        <p:cTn id="162" dur="1" fill="hold">
                                          <p:stCondLst>
                                            <p:cond delay="0"/>
                                          </p:stCondLst>
                                        </p:cTn>
                                        <p:tgtEl>
                                          <p:spTgt spid="35"/>
                                        </p:tgtEl>
                                        <p:attrNameLst>
                                          <p:attrName>style.visibility</p:attrName>
                                        </p:attrNameLst>
                                      </p:cBhvr>
                                      <p:to>
                                        <p:strVal val="visible"/>
                                      </p:to>
                                    </p:set>
                                    <p:animEffect transition="in" filter="fade">
                                      <p:cBhvr>
                                        <p:cTn id="163" dur="600"/>
                                        <p:tgtEl>
                                          <p:spTgt spid="35"/>
                                        </p:tgtEl>
                                      </p:cBhvr>
                                    </p:animEffect>
                                    <p:anim calcmode="lin" valueType="num">
                                      <p:cBhvr additive="base">
                                        <p:cTn id="164" dur="600" fill="hold"/>
                                        <p:tgtEl>
                                          <p:spTgt spid="35"/>
                                        </p:tgtEl>
                                        <p:attrNameLst>
                                          <p:attrName>ppt_x</p:attrName>
                                        </p:attrNameLst>
                                      </p:cBhvr>
                                      <p:tavLst>
                                        <p:tav tm="0">
                                          <p:val>
                                            <p:strVal val="#ppt_x"/>
                                          </p:val>
                                        </p:tav>
                                        <p:tav tm="100000">
                                          <p:val>
                                            <p:strVal val="#ppt_x"/>
                                          </p:val>
                                        </p:tav>
                                      </p:tavLst>
                                    </p:anim>
                                    <p:anim calcmode="lin" valueType="num">
                                      <p:cBhvr additive="base">
                                        <p:cTn id="165" dur="6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3</a:t>
            </a:r>
            <a:endParaRPr lang="en-US" sz="800" dirty="0"/>
          </a:p>
        </p:txBody>
      </p:sp>
      <p:sp>
        <p:nvSpPr>
          <p:cNvPr id="4" name="a1f_47"/>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01 · LES ENJEUX</a:t>
            </a:r>
            <a:endParaRPr lang="en-US" sz="1100" dirty="0"/>
          </a:p>
        </p:txBody>
      </p:sp>
      <p:sp>
        <p:nvSpPr>
          <p:cNvPr id="5" name="a1f_48"/>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Les défis quotidiens des écoles</a:t>
            </a:r>
            <a:endParaRPr lang="en-US" sz="2700" dirty="0"/>
          </a:p>
        </p:txBody>
      </p:sp>
      <p:sp>
        <p:nvSpPr>
          <p:cNvPr id="6" name="a2u_49"/>
          <p:cNvSpPr/>
          <p:nvPr/>
        </p:nvSpPr>
        <p:spPr>
          <a:xfrm>
            <a:off x="457200" y="1280160"/>
            <a:ext cx="24231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u_50"/>
          <p:cNvSpPr/>
          <p:nvPr/>
        </p:nvSpPr>
        <p:spPr>
          <a:xfrm>
            <a:off x="640080" y="1463040"/>
            <a:ext cx="502920" cy="502920"/>
          </a:xfrm>
          <a:prstGeom prst="ellipse">
            <a:avLst/>
          </a:prstGeom>
          <a:solidFill>
            <a:srgbClr val="E4F6FB"/>
          </a:solidFill>
          <a:ln w="12700">
            <a:solidFill>
              <a:srgbClr val="E4F6FB"/>
            </a:solidFill>
            <a:prstDash val="solid"/>
          </a:ln>
        </p:spPr>
      </p:sp>
      <p:pic>
        <p:nvPicPr>
          <p:cNvPr id="8" name="a2u_50i" descr="preencoded.png">    </p:cNvPr>
          <p:cNvPicPr>
            <a:picLocks noChangeAspect="1"/>
          </p:cNvPicPr>
          <p:nvPr/>
        </p:nvPicPr>
        <p:blipFill>
          <a:blip r:embed="rId1"/>
          <a:stretch>
            <a:fillRect/>
          </a:stretch>
        </p:blipFill>
        <p:spPr>
          <a:xfrm>
            <a:off x="760781" y="1583741"/>
            <a:ext cx="261518" cy="261518"/>
          </a:xfrm>
          <a:prstGeom prst="rect">
            <a:avLst/>
          </a:prstGeom>
        </p:spPr>
      </p:pic>
      <p:sp>
        <p:nvSpPr>
          <p:cNvPr id="9" name="a2u_51"/>
          <p:cNvSpPr txBox="1"/>
          <p:nvPr/>
        </p:nvSpPr>
        <p:spPr>
          <a:xfrm>
            <a:off x="640080" y="2084832"/>
            <a:ext cx="2103120" cy="274320"/>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Identifier rapidement</a:t>
            </a:r>
            <a:endParaRPr lang="en-US" sz="1300" dirty="0"/>
          </a:p>
        </p:txBody>
      </p:sp>
      <p:sp>
        <p:nvSpPr>
          <p:cNvPr id="10" name="a2u_52"/>
          <p:cNvSpPr txBox="1"/>
          <p:nvPr/>
        </p:nvSpPr>
        <p:spPr>
          <a:xfrm>
            <a:off x="640080" y="2350008"/>
            <a:ext cx="2103120" cy="457200"/>
          </a:xfrm>
          <a:prstGeom prst="rect">
            <a:avLst/>
          </a:prstGeom>
          <a:noFill/>
          <a:ln/>
        </p:spPr>
        <p:txBody>
          <a:bodyPr wrap="square" lIns="0" tIns="0" rIns="0" bIns="0" rtlCol="0" anchor="t"/>
          <a:lstStyle/>
          <a:p>
            <a:pPr indent="0" marL="0">
              <a:buNone/>
            </a:pPr>
            <a:r>
              <a:rPr lang="en-US" sz="1000" dirty="0">
                <a:solidFill>
                  <a:srgbClr val="5C6685"/>
                </a:solidFill>
                <a:latin typeface="Arial" pitchFamily="34" charset="0"/>
                <a:ea typeface="Arial" pitchFamily="34" charset="-122"/>
                <a:cs typeface="Arial" pitchFamily="34" charset="-120"/>
              </a:rPr>
              <a:t>Savoir qui est un élève, un enseignant ou un agent, même en début d’année.</a:t>
            </a:r>
            <a:endParaRPr lang="en-US" sz="1000" dirty="0"/>
          </a:p>
        </p:txBody>
      </p:sp>
      <p:sp>
        <p:nvSpPr>
          <p:cNvPr id="11" name="a3u_53"/>
          <p:cNvSpPr/>
          <p:nvPr/>
        </p:nvSpPr>
        <p:spPr>
          <a:xfrm>
            <a:off x="3063240" y="1280160"/>
            <a:ext cx="24231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2" name="a3u_54"/>
          <p:cNvSpPr/>
          <p:nvPr/>
        </p:nvSpPr>
        <p:spPr>
          <a:xfrm>
            <a:off x="3246120" y="1463040"/>
            <a:ext cx="502920" cy="502920"/>
          </a:xfrm>
          <a:prstGeom prst="ellipse">
            <a:avLst/>
          </a:prstGeom>
          <a:solidFill>
            <a:srgbClr val="E4F6FB"/>
          </a:solidFill>
          <a:ln w="12700">
            <a:solidFill>
              <a:srgbClr val="E4F6FB"/>
            </a:solidFill>
            <a:prstDash val="solid"/>
          </a:ln>
        </p:spPr>
      </p:sp>
      <p:pic>
        <p:nvPicPr>
          <p:cNvPr id="13" name="a3u_54i" descr="preencoded.png">    </p:cNvPr>
          <p:cNvPicPr>
            <a:picLocks noChangeAspect="1"/>
          </p:cNvPicPr>
          <p:nvPr/>
        </p:nvPicPr>
        <p:blipFill>
          <a:blip r:embed="rId2"/>
          <a:stretch>
            <a:fillRect/>
          </a:stretch>
        </p:blipFill>
        <p:spPr>
          <a:xfrm>
            <a:off x="3366821" y="1583741"/>
            <a:ext cx="261518" cy="261518"/>
          </a:xfrm>
          <a:prstGeom prst="rect">
            <a:avLst/>
          </a:prstGeom>
        </p:spPr>
      </p:pic>
      <p:sp>
        <p:nvSpPr>
          <p:cNvPr id="14" name="a3u_55"/>
          <p:cNvSpPr txBox="1"/>
          <p:nvPr/>
        </p:nvSpPr>
        <p:spPr>
          <a:xfrm>
            <a:off x="3246120" y="2084832"/>
            <a:ext cx="2103120" cy="274320"/>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Contrôler les entrées</a:t>
            </a:r>
            <a:endParaRPr lang="en-US" sz="1300" dirty="0"/>
          </a:p>
        </p:txBody>
      </p:sp>
      <p:sp>
        <p:nvSpPr>
          <p:cNvPr id="15" name="a3u_56"/>
          <p:cNvSpPr txBox="1"/>
          <p:nvPr/>
        </p:nvSpPr>
        <p:spPr>
          <a:xfrm>
            <a:off x="3246120" y="2350008"/>
            <a:ext cx="2103120" cy="457200"/>
          </a:xfrm>
          <a:prstGeom prst="rect">
            <a:avLst/>
          </a:prstGeom>
          <a:noFill/>
          <a:ln/>
        </p:spPr>
        <p:txBody>
          <a:bodyPr wrap="square" lIns="0" tIns="0" rIns="0" bIns="0" rtlCol="0" anchor="t"/>
          <a:lstStyle/>
          <a:p>
            <a:pPr indent="0" marL="0">
              <a:buNone/>
            </a:pPr>
            <a:r>
              <a:rPr lang="en-US" sz="1000" dirty="0">
                <a:solidFill>
                  <a:srgbClr val="5C6685"/>
                </a:solidFill>
                <a:latin typeface="Arial" pitchFamily="34" charset="0"/>
                <a:ea typeface="Arial" pitchFamily="34" charset="-122"/>
                <a:cs typeface="Arial" pitchFamily="34" charset="-120"/>
              </a:rPr>
              <a:t>Repérer immédiatement une personne extérieure à l’établissement.</a:t>
            </a:r>
            <a:endParaRPr lang="en-US" sz="1000" dirty="0"/>
          </a:p>
        </p:txBody>
      </p:sp>
      <p:sp>
        <p:nvSpPr>
          <p:cNvPr id="16" name="a4u_57"/>
          <p:cNvSpPr/>
          <p:nvPr/>
        </p:nvSpPr>
        <p:spPr>
          <a:xfrm>
            <a:off x="457200" y="3017520"/>
            <a:ext cx="24231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7" name="a4u_58"/>
          <p:cNvSpPr/>
          <p:nvPr/>
        </p:nvSpPr>
        <p:spPr>
          <a:xfrm>
            <a:off x="640080" y="3200400"/>
            <a:ext cx="502920" cy="502920"/>
          </a:xfrm>
          <a:prstGeom prst="ellipse">
            <a:avLst/>
          </a:prstGeom>
          <a:solidFill>
            <a:srgbClr val="E4F6FB"/>
          </a:solidFill>
          <a:ln w="12700">
            <a:solidFill>
              <a:srgbClr val="E4F6FB"/>
            </a:solidFill>
            <a:prstDash val="solid"/>
          </a:ln>
        </p:spPr>
      </p:sp>
      <p:pic>
        <p:nvPicPr>
          <p:cNvPr id="18" name="a4u_58i" descr="preencoded.png">    </p:cNvPr>
          <p:cNvPicPr>
            <a:picLocks noChangeAspect="1"/>
          </p:cNvPicPr>
          <p:nvPr/>
        </p:nvPicPr>
        <p:blipFill>
          <a:blip r:embed="rId3"/>
          <a:stretch>
            <a:fillRect/>
          </a:stretch>
        </p:blipFill>
        <p:spPr>
          <a:xfrm>
            <a:off x="760781" y="3321101"/>
            <a:ext cx="261518" cy="261518"/>
          </a:xfrm>
          <a:prstGeom prst="rect">
            <a:avLst/>
          </a:prstGeom>
        </p:spPr>
      </p:pic>
      <p:sp>
        <p:nvSpPr>
          <p:cNvPr id="19" name="a4u_59"/>
          <p:cNvSpPr txBox="1"/>
          <p:nvPr/>
        </p:nvSpPr>
        <p:spPr>
          <a:xfrm>
            <a:off x="640080" y="3822192"/>
            <a:ext cx="2103120" cy="274320"/>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Infos dispersées</a:t>
            </a:r>
            <a:endParaRPr lang="en-US" sz="1300" dirty="0"/>
          </a:p>
        </p:txBody>
      </p:sp>
      <p:sp>
        <p:nvSpPr>
          <p:cNvPr id="20" name="a4u_60"/>
          <p:cNvSpPr txBox="1"/>
          <p:nvPr/>
        </p:nvSpPr>
        <p:spPr>
          <a:xfrm>
            <a:off x="640080" y="4087368"/>
            <a:ext cx="2103120" cy="457200"/>
          </a:xfrm>
          <a:prstGeom prst="rect">
            <a:avLst/>
          </a:prstGeom>
          <a:noFill/>
          <a:ln/>
        </p:spPr>
        <p:txBody>
          <a:bodyPr wrap="square" lIns="0" tIns="0" rIns="0" bIns="0" rtlCol="0" anchor="t"/>
          <a:lstStyle/>
          <a:p>
            <a:pPr indent="0" marL="0">
              <a:buNone/>
            </a:pPr>
            <a:r>
              <a:rPr lang="en-US" sz="1000" dirty="0">
                <a:solidFill>
                  <a:srgbClr val="5C6685"/>
                </a:solidFill>
                <a:latin typeface="Arial" pitchFamily="34" charset="0"/>
                <a:ea typeface="Arial" pitchFamily="34" charset="-122"/>
                <a:cs typeface="Arial" pitchFamily="34" charset="-120"/>
              </a:rPr>
              <a:t>Classe, parents, santé : souvent sur papier ou dans plusieurs outils.</a:t>
            </a:r>
            <a:endParaRPr lang="en-US" sz="1000" dirty="0"/>
          </a:p>
        </p:txBody>
      </p:sp>
      <p:sp>
        <p:nvSpPr>
          <p:cNvPr id="21" name="a5u_61"/>
          <p:cNvSpPr/>
          <p:nvPr/>
        </p:nvSpPr>
        <p:spPr>
          <a:xfrm>
            <a:off x="3063240" y="3017520"/>
            <a:ext cx="24231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2" name="a5u_62"/>
          <p:cNvSpPr/>
          <p:nvPr/>
        </p:nvSpPr>
        <p:spPr>
          <a:xfrm>
            <a:off x="3246120" y="3200400"/>
            <a:ext cx="502920" cy="502920"/>
          </a:xfrm>
          <a:prstGeom prst="ellipse">
            <a:avLst/>
          </a:prstGeom>
          <a:solidFill>
            <a:srgbClr val="E4F6FB"/>
          </a:solidFill>
          <a:ln w="12700">
            <a:solidFill>
              <a:srgbClr val="E4F6FB"/>
            </a:solidFill>
            <a:prstDash val="solid"/>
          </a:ln>
        </p:spPr>
      </p:sp>
      <p:pic>
        <p:nvPicPr>
          <p:cNvPr id="23" name="a5u_62i" descr="preencoded.png">    </p:cNvPr>
          <p:cNvPicPr>
            <a:picLocks noChangeAspect="1"/>
          </p:cNvPicPr>
          <p:nvPr/>
        </p:nvPicPr>
        <p:blipFill>
          <a:blip r:embed="rId4"/>
          <a:stretch>
            <a:fillRect/>
          </a:stretch>
        </p:blipFill>
        <p:spPr>
          <a:xfrm>
            <a:off x="3366821" y="3321101"/>
            <a:ext cx="261518" cy="261518"/>
          </a:xfrm>
          <a:prstGeom prst="rect">
            <a:avLst/>
          </a:prstGeom>
        </p:spPr>
      </p:pic>
      <p:sp>
        <p:nvSpPr>
          <p:cNvPr id="24" name="a5u_63"/>
          <p:cNvSpPr txBox="1"/>
          <p:nvPr/>
        </p:nvSpPr>
        <p:spPr>
          <a:xfrm>
            <a:off x="3246120" y="3822192"/>
            <a:ext cx="2103120" cy="274320"/>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Protéger les données</a:t>
            </a:r>
            <a:endParaRPr lang="en-US" sz="1300" dirty="0"/>
          </a:p>
        </p:txBody>
      </p:sp>
      <p:sp>
        <p:nvSpPr>
          <p:cNvPr id="25" name="a5u_64"/>
          <p:cNvSpPr txBox="1"/>
          <p:nvPr/>
        </p:nvSpPr>
        <p:spPr>
          <a:xfrm>
            <a:off x="3246120" y="4087368"/>
            <a:ext cx="2103120" cy="457200"/>
          </a:xfrm>
          <a:prstGeom prst="rect">
            <a:avLst/>
          </a:prstGeom>
          <a:noFill/>
          <a:ln/>
        </p:spPr>
        <p:txBody>
          <a:bodyPr wrap="square" lIns="0" tIns="0" rIns="0" bIns="0" rtlCol="0" anchor="t"/>
          <a:lstStyle/>
          <a:p>
            <a:pPr indent="0" marL="0">
              <a:buNone/>
            </a:pPr>
            <a:r>
              <a:rPr lang="en-US" sz="1000" dirty="0">
                <a:solidFill>
                  <a:srgbClr val="5C6685"/>
                </a:solidFill>
                <a:latin typeface="Arial" pitchFamily="34" charset="0"/>
                <a:ea typeface="Arial" pitchFamily="34" charset="-122"/>
                <a:cs typeface="Arial" pitchFamily="34" charset="-120"/>
              </a:rPr>
              <a:t>Des informations sur des enfants, qui doivent rester confidentielles.</a:t>
            </a:r>
            <a:endParaRPr lang="en-US" sz="1000" dirty="0"/>
          </a:p>
        </p:txBody>
      </p:sp>
      <p:sp>
        <p:nvSpPr>
          <p:cNvPr id="26" name="a6z_65"/>
          <p:cNvSpPr/>
          <p:nvPr/>
        </p:nvSpPr>
        <p:spPr>
          <a:xfrm>
            <a:off x="5806440" y="1280160"/>
            <a:ext cx="2880360" cy="3291840"/>
          </a:xfrm>
          <a:prstGeom prst="roundRect">
            <a:avLst>
              <a:gd name="adj" fmla="val 2540"/>
            </a:avLst>
          </a:prstGeom>
          <a:solidFill>
            <a:srgbClr val="1E2A78"/>
          </a:solidFill>
          <a:ln w="12700">
            <a:solidFill>
              <a:srgbClr val="1E2A78"/>
            </a:solidFill>
            <a:prstDash val="solid"/>
          </a:ln>
          <a:effectLst>
            <a:outerShdw sx="100000" sy="100000" kx="0" ky="0" algn="bl" rotWithShape="0" blurRad="127000" dist="25400" dir="5400000">
              <a:srgbClr val="000000">
                <a:alpha val="10000"/>
              </a:srgbClr>
            </a:outerShdw>
          </a:effectLst>
        </p:spPr>
      </p:sp>
      <p:sp>
        <p:nvSpPr>
          <p:cNvPr id="27" name="a7z_66"/>
          <p:cNvSpPr/>
          <p:nvPr/>
        </p:nvSpPr>
        <p:spPr>
          <a:xfrm>
            <a:off x="6080760" y="1554480"/>
            <a:ext cx="548640" cy="548640"/>
          </a:xfrm>
          <a:prstGeom prst="ellipse">
            <a:avLst/>
          </a:prstGeom>
          <a:solidFill>
            <a:srgbClr val="00B4D8"/>
          </a:solidFill>
          <a:ln w="12700">
            <a:solidFill>
              <a:srgbClr val="00B4D8"/>
            </a:solidFill>
            <a:prstDash val="solid"/>
          </a:ln>
        </p:spPr>
      </p:sp>
      <p:pic>
        <p:nvPicPr>
          <p:cNvPr id="28" name="a7z_66i" descr="preencoded.png">    </p:cNvPr>
          <p:cNvPicPr>
            <a:picLocks noChangeAspect="1"/>
          </p:cNvPicPr>
          <p:nvPr/>
        </p:nvPicPr>
        <p:blipFill>
          <a:blip r:embed="rId5"/>
          <a:stretch>
            <a:fillRect/>
          </a:stretch>
        </p:blipFill>
        <p:spPr>
          <a:xfrm>
            <a:off x="6212434" y="1686154"/>
            <a:ext cx="285293" cy="285293"/>
          </a:xfrm>
          <a:prstGeom prst="rect">
            <a:avLst/>
          </a:prstGeom>
        </p:spPr>
      </p:pic>
      <p:sp>
        <p:nvSpPr>
          <p:cNvPr id="29" name="a7u_67"/>
          <p:cNvSpPr txBox="1"/>
          <p:nvPr/>
        </p:nvSpPr>
        <p:spPr>
          <a:xfrm>
            <a:off x="6080760" y="2286000"/>
            <a:ext cx="2377440" cy="73152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 Qui est cette personne ? »</a:t>
            </a:r>
            <a:endParaRPr lang="en-US" sz="1900" dirty="0"/>
          </a:p>
        </p:txBody>
      </p:sp>
      <p:sp>
        <p:nvSpPr>
          <p:cNvPr id="30" name="a8f_68"/>
          <p:cNvSpPr txBox="1"/>
          <p:nvPr/>
        </p:nvSpPr>
        <p:spPr>
          <a:xfrm>
            <a:off x="6080760" y="3108960"/>
            <a:ext cx="2377440" cy="1188720"/>
          </a:xfrm>
          <a:prstGeom prst="rect">
            <a:avLst/>
          </a:prstGeom>
          <a:noFill/>
          <a:ln/>
        </p:spPr>
        <p:txBody>
          <a:bodyPr wrap="square" lIns="0" tIns="0" rIns="0" bIns="0" rtlCol="0" anchor="t"/>
          <a:lstStyle/>
          <a:p>
            <a:pPr indent="0" marL="0">
              <a:buNone/>
            </a:pPr>
            <a:r>
              <a:rPr lang="en-US" sz="1150" dirty="0">
                <a:solidFill>
                  <a:srgbClr val="C7E9F5"/>
                </a:solidFill>
                <a:latin typeface="Arial" pitchFamily="34" charset="0"/>
                <a:ea typeface="Arial" pitchFamily="34" charset="-122"/>
                <a:cs typeface="Arial" pitchFamily="34" charset="-120"/>
              </a:rPr>
              <a:t>Avec FaceID École, la réponse s’affiche sur le téléphone en quelques secondes : nom, classe ou fonction, statut… et les informations utiles.</a:t>
            </a:r>
            <a:endParaRPr lang="en-US" sz="11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childTnLst>
                          </p:cTn>
                        </p:par>
                        <p:par>
                          <p:cTn id="62" fill="hold">
                            <p:stCondLst>
                              <p:cond delay="1100"/>
                            </p:stCondLst>
                            <p:childTnLst>
                              <p:par>
                                <p:cTn id="37" presetID="42"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600"/>
                                        <p:tgtEl>
                                          <p:spTgt spid="11"/>
                                        </p:tgtEl>
                                      </p:cBhvr>
                                    </p:animEffect>
                                    <p:anim calcmode="lin" valueType="num">
                                      <p:cBhvr additive="base">
                                        <p:cTn id="40" dur="600" fill="hold"/>
                                        <p:tgtEl>
                                          <p:spTgt spid="11"/>
                                        </p:tgtEl>
                                        <p:attrNameLst>
                                          <p:attrName>ppt_x</p:attrName>
                                        </p:attrNameLst>
                                      </p:cBhvr>
                                      <p:tavLst>
                                        <p:tav tm="0">
                                          <p:val>
                                            <p:strVal val="#ppt_x"/>
                                          </p:val>
                                        </p:tav>
                                        <p:tav tm="100000">
                                          <p:val>
                                            <p:strVal val="#ppt_x"/>
                                          </p:val>
                                        </p:tav>
                                      </p:tavLst>
                                    </p:anim>
                                    <p:anim calcmode="lin" valueType="num">
                                      <p:cBhvr additive="base">
                                        <p:cTn id="41" dur="6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600"/>
                                        <p:tgtEl>
                                          <p:spTgt spid="12"/>
                                        </p:tgtEl>
                                      </p:cBhvr>
                                    </p:animEffect>
                                    <p:anim calcmode="lin" valueType="num">
                                      <p:cBhvr additive="base">
                                        <p:cTn id="45" dur="600" fill="hold"/>
                                        <p:tgtEl>
                                          <p:spTgt spid="12"/>
                                        </p:tgtEl>
                                        <p:attrNameLst>
                                          <p:attrName>ppt_x</p:attrName>
                                        </p:attrNameLst>
                                      </p:cBhvr>
                                      <p:tavLst>
                                        <p:tav tm="0">
                                          <p:val>
                                            <p:strVal val="#ppt_x"/>
                                          </p:val>
                                        </p:tav>
                                        <p:tav tm="100000">
                                          <p:val>
                                            <p:strVal val="#ppt_x"/>
                                          </p:val>
                                        </p:tav>
                                      </p:tavLst>
                                    </p:anim>
                                    <p:anim calcmode="lin" valueType="num">
                                      <p:cBhvr additive="base">
                                        <p:cTn id="46" dur="600" fill="hold"/>
                                        <p:tgtEl>
                                          <p:spTgt spid="1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00"/>
                                        <p:tgtEl>
                                          <p:spTgt spid="13"/>
                                        </p:tgtEl>
                                      </p:cBhvr>
                                    </p:animEffect>
                                    <p:anim calcmode="lin" valueType="num">
                                      <p:cBhvr additive="base">
                                        <p:cTn id="50" dur="600" fill="hold"/>
                                        <p:tgtEl>
                                          <p:spTgt spid="13"/>
                                        </p:tgtEl>
                                        <p:attrNameLst>
                                          <p:attrName>ppt_x</p:attrName>
                                        </p:attrNameLst>
                                      </p:cBhvr>
                                      <p:tavLst>
                                        <p:tav tm="0">
                                          <p:val>
                                            <p:strVal val="#ppt_x"/>
                                          </p:val>
                                        </p:tav>
                                        <p:tav tm="100000">
                                          <p:val>
                                            <p:strVal val="#ppt_x"/>
                                          </p:val>
                                        </p:tav>
                                      </p:tavLst>
                                    </p:anim>
                                    <p:anim calcmode="lin" valueType="num">
                                      <p:cBhvr additive="base">
                                        <p:cTn id="51" dur="600" fill="hold"/>
                                        <p:tgtEl>
                                          <p:spTgt spid="1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600"/>
                                        <p:tgtEl>
                                          <p:spTgt spid="14"/>
                                        </p:tgtEl>
                                      </p:cBhvr>
                                    </p:animEffect>
                                    <p:anim calcmode="lin" valueType="num">
                                      <p:cBhvr additive="base">
                                        <p:cTn id="55" dur="600" fill="hold"/>
                                        <p:tgtEl>
                                          <p:spTgt spid="14"/>
                                        </p:tgtEl>
                                        <p:attrNameLst>
                                          <p:attrName>ppt_x</p:attrName>
                                        </p:attrNameLst>
                                      </p:cBhvr>
                                      <p:tavLst>
                                        <p:tav tm="0">
                                          <p:val>
                                            <p:strVal val="#ppt_x"/>
                                          </p:val>
                                        </p:tav>
                                        <p:tav tm="100000">
                                          <p:val>
                                            <p:strVal val="#ppt_x"/>
                                          </p:val>
                                        </p:tav>
                                      </p:tavLst>
                                    </p:anim>
                                    <p:anim calcmode="lin" valueType="num">
                                      <p:cBhvr additive="base">
                                        <p:cTn id="56" dur="600" fill="hold"/>
                                        <p:tgtEl>
                                          <p:spTgt spid="14"/>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600"/>
                                        <p:tgtEl>
                                          <p:spTgt spid="15"/>
                                        </p:tgtEl>
                                      </p:cBhvr>
                                    </p:animEffect>
                                    <p:anim calcmode="lin" valueType="num">
                                      <p:cBhvr additive="base">
                                        <p:cTn id="60" dur="600" fill="hold"/>
                                        <p:tgtEl>
                                          <p:spTgt spid="15"/>
                                        </p:tgtEl>
                                        <p:attrNameLst>
                                          <p:attrName>ppt_x</p:attrName>
                                        </p:attrNameLst>
                                      </p:cBhvr>
                                      <p:tavLst>
                                        <p:tav tm="0">
                                          <p:val>
                                            <p:strVal val="#ppt_x"/>
                                          </p:val>
                                        </p:tav>
                                        <p:tav tm="100000">
                                          <p:val>
                                            <p:strVal val="#ppt_x"/>
                                          </p:val>
                                        </p:tav>
                                      </p:tavLst>
                                    </p:anim>
                                    <p:anim calcmode="lin" valueType="num">
                                      <p:cBhvr additive="base">
                                        <p:cTn id="61" dur="600" fill="hold"/>
                                        <p:tgtEl>
                                          <p:spTgt spid="15"/>
                                        </p:tgtEl>
                                        <p:attrNameLst>
                                          <p:attrName>ppt_y</p:attrName>
                                        </p:attrNameLst>
                                      </p:cBhvr>
                                      <p:tavLst>
                                        <p:tav tm="0">
                                          <p:val>
                                            <p:strVal val="#ppt_y+.1"/>
                                          </p:val>
                                        </p:tav>
                                        <p:tav tm="100000">
                                          <p:val>
                                            <p:strVal val="#ppt_y"/>
                                          </p:val>
                                        </p:tav>
                                      </p:tavLst>
                                    </p:anim>
                                  </p:childTnLst>
                                </p:cTn>
                              </p:par>
                            </p:childTnLst>
                          </p:cTn>
                        </p:par>
                        <p:par>
                          <p:cTn id="88" fill="hold">
                            <p:stCondLst>
                              <p:cond delay="1700"/>
                            </p:stCondLst>
                            <p:childTnLst>
                              <p:par>
                                <p:cTn id="63" presetID="42" presetClass="entr" presetSubtype="0" fill="hold" grpId="0" nodeType="after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additive="base">
                                        <p:cTn id="66" dur="600" fill="hold"/>
                                        <p:tgtEl>
                                          <p:spTgt spid="16"/>
                                        </p:tgtEl>
                                        <p:attrNameLst>
                                          <p:attrName>ppt_x</p:attrName>
                                        </p:attrNameLst>
                                      </p:cBhvr>
                                      <p:tavLst>
                                        <p:tav tm="0">
                                          <p:val>
                                            <p:strVal val="#ppt_x"/>
                                          </p:val>
                                        </p:tav>
                                        <p:tav tm="100000">
                                          <p:val>
                                            <p:strVal val="#ppt_x"/>
                                          </p:val>
                                        </p:tav>
                                      </p:tavLst>
                                    </p:anim>
                                    <p:anim calcmode="lin" valueType="num">
                                      <p:cBhvr additive="base">
                                        <p:cTn id="67" dur="60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600"/>
                                        <p:tgtEl>
                                          <p:spTgt spid="17"/>
                                        </p:tgtEl>
                                      </p:cBhvr>
                                    </p:animEffect>
                                    <p:anim calcmode="lin" valueType="num">
                                      <p:cBhvr additive="base">
                                        <p:cTn id="71" dur="600" fill="hold"/>
                                        <p:tgtEl>
                                          <p:spTgt spid="17"/>
                                        </p:tgtEl>
                                        <p:attrNameLst>
                                          <p:attrName>ppt_x</p:attrName>
                                        </p:attrNameLst>
                                      </p:cBhvr>
                                      <p:tavLst>
                                        <p:tav tm="0">
                                          <p:val>
                                            <p:strVal val="#ppt_x"/>
                                          </p:val>
                                        </p:tav>
                                        <p:tav tm="100000">
                                          <p:val>
                                            <p:strVal val="#ppt_x"/>
                                          </p:val>
                                        </p:tav>
                                      </p:tavLst>
                                    </p:anim>
                                    <p:anim calcmode="lin" valueType="num">
                                      <p:cBhvr additive="base">
                                        <p:cTn id="72" dur="60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600"/>
                                        <p:tgtEl>
                                          <p:spTgt spid="18"/>
                                        </p:tgtEl>
                                      </p:cBhvr>
                                    </p:animEffect>
                                    <p:anim calcmode="lin" valueType="num">
                                      <p:cBhvr additive="base">
                                        <p:cTn id="76" dur="600" fill="hold"/>
                                        <p:tgtEl>
                                          <p:spTgt spid="18"/>
                                        </p:tgtEl>
                                        <p:attrNameLst>
                                          <p:attrName>ppt_x</p:attrName>
                                        </p:attrNameLst>
                                      </p:cBhvr>
                                      <p:tavLst>
                                        <p:tav tm="0">
                                          <p:val>
                                            <p:strVal val="#ppt_x"/>
                                          </p:val>
                                        </p:tav>
                                        <p:tav tm="100000">
                                          <p:val>
                                            <p:strVal val="#ppt_x"/>
                                          </p:val>
                                        </p:tav>
                                      </p:tavLst>
                                    </p:anim>
                                    <p:anim calcmode="lin" valueType="num">
                                      <p:cBhvr additive="base">
                                        <p:cTn id="77" dur="600" fill="hold"/>
                                        <p:tgtEl>
                                          <p:spTgt spid="1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600"/>
                                        <p:tgtEl>
                                          <p:spTgt spid="19"/>
                                        </p:tgtEl>
                                      </p:cBhvr>
                                    </p:animEffect>
                                    <p:anim calcmode="lin" valueType="num">
                                      <p:cBhvr additive="base">
                                        <p:cTn id="81" dur="600" fill="hold"/>
                                        <p:tgtEl>
                                          <p:spTgt spid="19"/>
                                        </p:tgtEl>
                                        <p:attrNameLst>
                                          <p:attrName>ppt_x</p:attrName>
                                        </p:attrNameLst>
                                      </p:cBhvr>
                                      <p:tavLst>
                                        <p:tav tm="0">
                                          <p:val>
                                            <p:strVal val="#ppt_x"/>
                                          </p:val>
                                        </p:tav>
                                        <p:tav tm="100000">
                                          <p:val>
                                            <p:strVal val="#ppt_x"/>
                                          </p:val>
                                        </p:tav>
                                      </p:tavLst>
                                    </p:anim>
                                    <p:anim calcmode="lin" valueType="num">
                                      <p:cBhvr additive="base">
                                        <p:cTn id="82" dur="600" fill="hold"/>
                                        <p:tgtEl>
                                          <p:spTgt spid="1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00"/>
                                        <p:tgtEl>
                                          <p:spTgt spid="20"/>
                                        </p:tgtEl>
                                      </p:cBhvr>
                                    </p:animEffect>
                                    <p:anim calcmode="lin" valueType="num">
                                      <p:cBhvr additive="base">
                                        <p:cTn id="86" dur="600" fill="hold"/>
                                        <p:tgtEl>
                                          <p:spTgt spid="20"/>
                                        </p:tgtEl>
                                        <p:attrNameLst>
                                          <p:attrName>ppt_x</p:attrName>
                                        </p:attrNameLst>
                                      </p:cBhvr>
                                      <p:tavLst>
                                        <p:tav tm="0">
                                          <p:val>
                                            <p:strVal val="#ppt_x"/>
                                          </p:val>
                                        </p:tav>
                                        <p:tav tm="100000">
                                          <p:val>
                                            <p:strVal val="#ppt_x"/>
                                          </p:val>
                                        </p:tav>
                                      </p:tavLst>
                                    </p:anim>
                                    <p:anim calcmode="lin" valueType="num">
                                      <p:cBhvr additive="base">
                                        <p:cTn id="87" dur="600" fill="hold"/>
                                        <p:tgtEl>
                                          <p:spTgt spid="20"/>
                                        </p:tgtEl>
                                        <p:attrNameLst>
                                          <p:attrName>ppt_y</p:attrName>
                                        </p:attrNameLst>
                                      </p:cBhvr>
                                      <p:tavLst>
                                        <p:tav tm="0">
                                          <p:val>
                                            <p:strVal val="#ppt_y+.1"/>
                                          </p:val>
                                        </p:tav>
                                        <p:tav tm="100000">
                                          <p:val>
                                            <p:strVal val="#ppt_y"/>
                                          </p:val>
                                        </p:tav>
                                      </p:tavLst>
                                    </p:anim>
                                  </p:childTnLst>
                                </p:cTn>
                              </p:par>
                            </p:childTnLst>
                          </p:cTn>
                        </p:par>
                        <p:par>
                          <p:cTn id="114" fill="hold">
                            <p:stCondLst>
                              <p:cond delay="2300"/>
                            </p:stCondLst>
                            <p:childTnLst>
                              <p:par>
                                <p:cTn id="89" presetID="42" presetClass="entr" presetSubtype="0" fill="hold" grpId="0" nodeType="after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600"/>
                                        <p:tgtEl>
                                          <p:spTgt spid="21"/>
                                        </p:tgtEl>
                                      </p:cBhvr>
                                    </p:animEffect>
                                    <p:anim calcmode="lin" valueType="num">
                                      <p:cBhvr additive="base">
                                        <p:cTn id="92" dur="600" fill="hold"/>
                                        <p:tgtEl>
                                          <p:spTgt spid="21"/>
                                        </p:tgtEl>
                                        <p:attrNameLst>
                                          <p:attrName>ppt_x</p:attrName>
                                        </p:attrNameLst>
                                      </p:cBhvr>
                                      <p:tavLst>
                                        <p:tav tm="0">
                                          <p:val>
                                            <p:strVal val="#ppt_x"/>
                                          </p:val>
                                        </p:tav>
                                        <p:tav tm="100000">
                                          <p:val>
                                            <p:strVal val="#ppt_x"/>
                                          </p:val>
                                        </p:tav>
                                      </p:tavLst>
                                    </p:anim>
                                    <p:anim calcmode="lin" valueType="num">
                                      <p:cBhvr additive="base">
                                        <p:cTn id="93" dur="600" fill="hold"/>
                                        <p:tgtEl>
                                          <p:spTgt spid="21"/>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fade">
                                      <p:cBhvr>
                                        <p:cTn id="96" dur="600"/>
                                        <p:tgtEl>
                                          <p:spTgt spid="22"/>
                                        </p:tgtEl>
                                      </p:cBhvr>
                                    </p:animEffect>
                                    <p:anim calcmode="lin" valueType="num">
                                      <p:cBhvr additive="base">
                                        <p:cTn id="97" dur="600" fill="hold"/>
                                        <p:tgtEl>
                                          <p:spTgt spid="22"/>
                                        </p:tgtEl>
                                        <p:attrNameLst>
                                          <p:attrName>ppt_x</p:attrName>
                                        </p:attrNameLst>
                                      </p:cBhvr>
                                      <p:tavLst>
                                        <p:tav tm="0">
                                          <p:val>
                                            <p:strVal val="#ppt_x"/>
                                          </p:val>
                                        </p:tav>
                                        <p:tav tm="100000">
                                          <p:val>
                                            <p:strVal val="#ppt_x"/>
                                          </p:val>
                                        </p:tav>
                                      </p:tavLst>
                                    </p:anim>
                                    <p:anim calcmode="lin" valueType="num">
                                      <p:cBhvr additive="base">
                                        <p:cTn id="98" dur="600" fill="hold"/>
                                        <p:tgtEl>
                                          <p:spTgt spid="22"/>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fade">
                                      <p:cBhvr>
                                        <p:cTn id="101" dur="600"/>
                                        <p:tgtEl>
                                          <p:spTgt spid="23"/>
                                        </p:tgtEl>
                                      </p:cBhvr>
                                    </p:animEffect>
                                    <p:anim calcmode="lin" valueType="num">
                                      <p:cBhvr additive="base">
                                        <p:cTn id="102" dur="600" fill="hold"/>
                                        <p:tgtEl>
                                          <p:spTgt spid="23"/>
                                        </p:tgtEl>
                                        <p:attrNameLst>
                                          <p:attrName>ppt_x</p:attrName>
                                        </p:attrNameLst>
                                      </p:cBhvr>
                                      <p:tavLst>
                                        <p:tav tm="0">
                                          <p:val>
                                            <p:strVal val="#ppt_x"/>
                                          </p:val>
                                        </p:tav>
                                        <p:tav tm="100000">
                                          <p:val>
                                            <p:strVal val="#ppt_x"/>
                                          </p:val>
                                        </p:tav>
                                      </p:tavLst>
                                    </p:anim>
                                    <p:anim calcmode="lin" valueType="num">
                                      <p:cBhvr additive="base">
                                        <p:cTn id="103" dur="600" fill="hold"/>
                                        <p:tgtEl>
                                          <p:spTgt spid="23"/>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600"/>
                                        <p:tgtEl>
                                          <p:spTgt spid="24"/>
                                        </p:tgtEl>
                                      </p:cBhvr>
                                    </p:animEffect>
                                    <p:anim calcmode="lin" valueType="num">
                                      <p:cBhvr additive="base">
                                        <p:cTn id="107" dur="600" fill="hold"/>
                                        <p:tgtEl>
                                          <p:spTgt spid="24"/>
                                        </p:tgtEl>
                                        <p:attrNameLst>
                                          <p:attrName>ppt_x</p:attrName>
                                        </p:attrNameLst>
                                      </p:cBhvr>
                                      <p:tavLst>
                                        <p:tav tm="0">
                                          <p:val>
                                            <p:strVal val="#ppt_x"/>
                                          </p:val>
                                        </p:tav>
                                        <p:tav tm="100000">
                                          <p:val>
                                            <p:strVal val="#ppt_x"/>
                                          </p:val>
                                        </p:tav>
                                      </p:tavLst>
                                    </p:anim>
                                    <p:anim calcmode="lin" valueType="num">
                                      <p:cBhvr additive="base">
                                        <p:cTn id="108" dur="600" fill="hold"/>
                                        <p:tgtEl>
                                          <p:spTgt spid="24"/>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fade">
                                      <p:cBhvr>
                                        <p:cTn id="111" dur="600"/>
                                        <p:tgtEl>
                                          <p:spTgt spid="25"/>
                                        </p:tgtEl>
                                      </p:cBhvr>
                                    </p:animEffect>
                                    <p:anim calcmode="lin" valueType="num">
                                      <p:cBhvr additive="base">
                                        <p:cTn id="112" dur="600" fill="hold"/>
                                        <p:tgtEl>
                                          <p:spTgt spid="25"/>
                                        </p:tgtEl>
                                        <p:attrNameLst>
                                          <p:attrName>ppt_x</p:attrName>
                                        </p:attrNameLst>
                                      </p:cBhvr>
                                      <p:tavLst>
                                        <p:tav tm="0">
                                          <p:val>
                                            <p:strVal val="#ppt_x"/>
                                          </p:val>
                                        </p:tav>
                                        <p:tav tm="100000">
                                          <p:val>
                                            <p:strVal val="#ppt_x"/>
                                          </p:val>
                                        </p:tav>
                                      </p:tavLst>
                                    </p:anim>
                                    <p:anim calcmode="lin" valueType="num">
                                      <p:cBhvr additive="base">
                                        <p:cTn id="113" dur="600" fill="hold"/>
                                        <p:tgtEl>
                                          <p:spTgt spid="25"/>
                                        </p:tgtEl>
                                        <p:attrNameLst>
                                          <p:attrName>ppt_y</p:attrName>
                                        </p:attrNameLst>
                                      </p:cBhvr>
                                      <p:tavLst>
                                        <p:tav tm="0">
                                          <p:val>
                                            <p:strVal val="#ppt_y+.1"/>
                                          </p:val>
                                        </p:tav>
                                        <p:tav tm="100000">
                                          <p:val>
                                            <p:strVal val="#ppt_y"/>
                                          </p:val>
                                        </p:tav>
                                      </p:tavLst>
                                    </p:anim>
                                  </p:childTnLst>
                                </p:cTn>
                              </p:par>
                            </p:childTnLst>
                          </p:cTn>
                        </p:par>
                        <p:par>
                          <p:cTn id="120" fill="hold">
                            <p:stCondLst>
                              <p:cond delay="2900"/>
                            </p:stCondLst>
                            <p:childTnLst>
                              <p:par>
                                <p:cTn id="115" presetID="53" presetClass="entr" presetSubtype="16" fill="hold" grpId="0" nodeType="afterEffect">
                                  <p:stCondLst>
                                    <p:cond delay="0"/>
                                  </p:stCondLst>
                                  <p:childTnLst>
                                    <p:set>
                                      <p:cBhvr>
                                        <p:cTn id="116" dur="1" fill="hold">
                                          <p:stCondLst>
                                            <p:cond delay="0"/>
                                          </p:stCondLst>
                                        </p:cTn>
                                        <p:tgtEl>
                                          <p:spTgt spid="26"/>
                                        </p:tgtEl>
                                        <p:attrNameLst>
                                          <p:attrName>style.visibility</p:attrName>
                                        </p:attrNameLst>
                                      </p:cBhvr>
                                      <p:to>
                                        <p:strVal val="visible"/>
                                      </p:to>
                                    </p:set>
                                    <p:anim calcmode="lin" valueType="num">
                                      <p:cBhvr>
                                        <p:cTn id="117" dur="450" fill="hold"/>
                                        <p:tgtEl>
                                          <p:spTgt spid="26"/>
                                        </p:tgtEl>
                                        <p:attrNameLst>
                                          <p:attrName>ppt_w</p:attrName>
                                        </p:attrNameLst>
                                      </p:cBhvr>
                                      <p:tavLst>
                                        <p:tav tm="0">
                                          <p:val>
                                            <p:fltVal val="0"/>
                                          </p:val>
                                        </p:tav>
                                        <p:tav tm="100000">
                                          <p:val>
                                            <p:strVal val="#ppt_w"/>
                                          </p:val>
                                        </p:tav>
                                      </p:tavLst>
                                    </p:anim>
                                    <p:anim calcmode="lin" valueType="num">
                                      <p:cBhvr>
                                        <p:cTn id="118" dur="450" fill="hold"/>
                                        <p:tgtEl>
                                          <p:spTgt spid="26"/>
                                        </p:tgtEl>
                                        <p:attrNameLst>
                                          <p:attrName>ppt_h</p:attrName>
                                        </p:attrNameLst>
                                      </p:cBhvr>
                                      <p:tavLst>
                                        <p:tav tm="0">
                                          <p:val>
                                            <p:fltVal val="0"/>
                                          </p:val>
                                        </p:tav>
                                        <p:tav tm="100000">
                                          <p:val>
                                            <p:strVal val="#ppt_h"/>
                                          </p:val>
                                        </p:tav>
                                      </p:tavLst>
                                    </p:anim>
                                    <p:animEffect transition="in" filter="fade">
                                      <p:cBhvr>
                                        <p:cTn id="119" dur="450"/>
                                        <p:tgtEl>
                                          <p:spTgt spid="26"/>
                                        </p:tgtEl>
                                      </p:cBhvr>
                                    </p:animEffect>
                                  </p:childTnLst>
                                </p:cTn>
                              </p:par>
                            </p:childTnLst>
                          </p:cTn>
                        </p:par>
                        <p:par>
                          <p:cTn id="136" fill="hold">
                            <p:stCondLst>
                              <p:cond delay="3350"/>
                            </p:stCondLst>
                            <p:childTnLst>
                              <p:par>
                                <p:cTn id="121" presetID="53" presetClass="entr" presetSubtype="16" fill="hold" grpId="0" nodeType="afterEffect">
                                  <p:stCondLst>
                                    <p:cond delay="0"/>
                                  </p:stCondLst>
                                  <p:childTnLst>
                                    <p:set>
                                      <p:cBhvr>
                                        <p:cTn id="122" dur="1" fill="hold">
                                          <p:stCondLst>
                                            <p:cond delay="0"/>
                                          </p:stCondLst>
                                        </p:cTn>
                                        <p:tgtEl>
                                          <p:spTgt spid="27"/>
                                        </p:tgtEl>
                                        <p:attrNameLst>
                                          <p:attrName>style.visibility</p:attrName>
                                        </p:attrNameLst>
                                      </p:cBhvr>
                                      <p:to>
                                        <p:strVal val="visible"/>
                                      </p:to>
                                    </p:set>
                                    <p:anim calcmode="lin" valueType="num">
                                      <p:cBhvr>
                                        <p:cTn id="123" dur="450" fill="hold"/>
                                        <p:tgtEl>
                                          <p:spTgt spid="27"/>
                                        </p:tgtEl>
                                        <p:attrNameLst>
                                          <p:attrName>ppt_w</p:attrName>
                                        </p:attrNameLst>
                                      </p:cBhvr>
                                      <p:tavLst>
                                        <p:tav tm="0">
                                          <p:val>
                                            <p:fltVal val="0"/>
                                          </p:val>
                                        </p:tav>
                                        <p:tav tm="100000">
                                          <p:val>
                                            <p:strVal val="#ppt_w"/>
                                          </p:val>
                                        </p:tav>
                                      </p:tavLst>
                                    </p:anim>
                                    <p:anim calcmode="lin" valueType="num">
                                      <p:cBhvr>
                                        <p:cTn id="124" dur="450" fill="hold"/>
                                        <p:tgtEl>
                                          <p:spTgt spid="27"/>
                                        </p:tgtEl>
                                        <p:attrNameLst>
                                          <p:attrName>ppt_h</p:attrName>
                                        </p:attrNameLst>
                                      </p:cBhvr>
                                      <p:tavLst>
                                        <p:tav tm="0">
                                          <p:val>
                                            <p:fltVal val="0"/>
                                          </p:val>
                                        </p:tav>
                                        <p:tav tm="100000">
                                          <p:val>
                                            <p:strVal val="#ppt_h"/>
                                          </p:val>
                                        </p:tav>
                                      </p:tavLst>
                                    </p:anim>
                                    <p:animEffect transition="in" filter="fade">
                                      <p:cBhvr>
                                        <p:cTn id="125" dur="450"/>
                                        <p:tgtEl>
                                          <p:spTgt spid="27"/>
                                        </p:tgtEl>
                                      </p:cBhvr>
                                    </p:animEffect>
                                  </p:childTnLst>
                                </p:cTn>
                              </p:par>
                              <p:par>
                                <p:cTn id="126" presetID="53" presetClass="entr" presetSubtype="16" fill="hold" grpId="0" nodeType="withEffect">
                                  <p:stCondLst>
                                    <p:cond delay="0"/>
                                  </p:stCondLst>
                                  <p:childTnLst>
                                    <p:set>
                                      <p:cBhvr>
                                        <p:cTn id="127" dur="1" fill="hold">
                                          <p:stCondLst>
                                            <p:cond delay="0"/>
                                          </p:stCondLst>
                                        </p:cTn>
                                        <p:tgtEl>
                                          <p:spTgt spid="28"/>
                                        </p:tgtEl>
                                        <p:attrNameLst>
                                          <p:attrName>style.visibility</p:attrName>
                                        </p:attrNameLst>
                                      </p:cBhvr>
                                      <p:to>
                                        <p:strVal val="visible"/>
                                      </p:to>
                                    </p:set>
                                    <p:anim calcmode="lin" valueType="num">
                                      <p:cBhvr>
                                        <p:cTn id="128" dur="450" fill="hold"/>
                                        <p:tgtEl>
                                          <p:spTgt spid="28"/>
                                        </p:tgtEl>
                                        <p:attrNameLst>
                                          <p:attrName>ppt_w</p:attrName>
                                        </p:attrNameLst>
                                      </p:cBhvr>
                                      <p:tavLst>
                                        <p:tav tm="0">
                                          <p:val>
                                            <p:fltVal val="0"/>
                                          </p:val>
                                        </p:tav>
                                        <p:tav tm="100000">
                                          <p:val>
                                            <p:strVal val="#ppt_w"/>
                                          </p:val>
                                        </p:tav>
                                      </p:tavLst>
                                    </p:anim>
                                    <p:anim calcmode="lin" valueType="num">
                                      <p:cBhvr>
                                        <p:cTn id="129" dur="450" fill="hold"/>
                                        <p:tgtEl>
                                          <p:spTgt spid="28"/>
                                        </p:tgtEl>
                                        <p:attrNameLst>
                                          <p:attrName>ppt_h</p:attrName>
                                        </p:attrNameLst>
                                      </p:cBhvr>
                                      <p:tavLst>
                                        <p:tav tm="0">
                                          <p:val>
                                            <p:fltVal val="0"/>
                                          </p:val>
                                        </p:tav>
                                        <p:tav tm="100000">
                                          <p:val>
                                            <p:strVal val="#ppt_h"/>
                                          </p:val>
                                        </p:tav>
                                      </p:tavLst>
                                    </p:anim>
                                    <p:animEffect transition="in" filter="fade">
                                      <p:cBhvr>
                                        <p:cTn id="130" dur="450"/>
                                        <p:tgtEl>
                                          <p:spTgt spid="28"/>
                                        </p:tgtEl>
                                      </p:cBhvr>
                                    </p:animEffect>
                                  </p:childTnLst>
                                </p:cTn>
                              </p:par>
                              <p:par>
                                <p:cTn id="131" presetID="42" presetClass="entr" presetSubtype="0" fill="hold" grpId="0" nodeType="withEffect">
                                  <p:stCondLst>
                                    <p:cond delay="0"/>
                                  </p:stCondLst>
                                  <p:childTnLst>
                                    <p:set>
                                      <p:cBhvr>
                                        <p:cTn id="132" dur="1" fill="hold">
                                          <p:stCondLst>
                                            <p:cond delay="0"/>
                                          </p:stCondLst>
                                        </p:cTn>
                                        <p:tgtEl>
                                          <p:spTgt spid="29"/>
                                        </p:tgtEl>
                                        <p:attrNameLst>
                                          <p:attrName>style.visibility</p:attrName>
                                        </p:attrNameLst>
                                      </p:cBhvr>
                                      <p:to>
                                        <p:strVal val="visible"/>
                                      </p:to>
                                    </p:set>
                                    <p:animEffect transition="in" filter="fade">
                                      <p:cBhvr>
                                        <p:cTn id="133" dur="600"/>
                                        <p:tgtEl>
                                          <p:spTgt spid="29"/>
                                        </p:tgtEl>
                                      </p:cBhvr>
                                    </p:animEffect>
                                    <p:anim calcmode="lin" valueType="num">
                                      <p:cBhvr additive="base">
                                        <p:cTn id="134" dur="600" fill="hold"/>
                                        <p:tgtEl>
                                          <p:spTgt spid="29"/>
                                        </p:tgtEl>
                                        <p:attrNameLst>
                                          <p:attrName>ppt_x</p:attrName>
                                        </p:attrNameLst>
                                      </p:cBhvr>
                                      <p:tavLst>
                                        <p:tav tm="0">
                                          <p:val>
                                            <p:strVal val="#ppt_x"/>
                                          </p:val>
                                        </p:tav>
                                        <p:tav tm="100000">
                                          <p:val>
                                            <p:strVal val="#ppt_x"/>
                                          </p:val>
                                        </p:tav>
                                      </p:tavLst>
                                    </p:anim>
                                    <p:anim calcmode="lin" valueType="num">
                                      <p:cBhvr additive="base">
                                        <p:cTn id="135" dur="600" fill="hold"/>
                                        <p:tgtEl>
                                          <p:spTgt spid="29"/>
                                        </p:tgtEl>
                                        <p:attrNameLst>
                                          <p:attrName>ppt_y</p:attrName>
                                        </p:attrNameLst>
                                      </p:cBhvr>
                                      <p:tavLst>
                                        <p:tav tm="0">
                                          <p:val>
                                            <p:strVal val="#ppt_y+.1"/>
                                          </p:val>
                                        </p:tav>
                                        <p:tav tm="100000">
                                          <p:val>
                                            <p:strVal val="#ppt_y"/>
                                          </p:val>
                                        </p:tav>
                                      </p:tavLst>
                                    </p:anim>
                                  </p:childTnLst>
                                </p:cTn>
                              </p:par>
                            </p:childTnLst>
                          </p:cTn>
                        </p:par>
                        <p:par>
                          <p:cTn id="140" fill="hold">
                            <p:stCondLst>
                              <p:cond delay="3950"/>
                            </p:stCondLst>
                            <p:childTnLst>
                              <p:par>
                                <p:cTn id="137" presetID="10" presetClass="entr" presetSubtype="0" fill="hold" grpId="0" nodeType="afterEffect">
                                  <p:stCondLst>
                                    <p:cond delay="0"/>
                                  </p:stCondLst>
                                  <p:childTnLst>
                                    <p:set>
                                      <p:cBhvr>
                                        <p:cTn id="138" dur="1" fill="hold">
                                          <p:stCondLst>
                                            <p:cond delay="0"/>
                                          </p:stCondLst>
                                        </p:cTn>
                                        <p:tgtEl>
                                          <p:spTgt spid="30"/>
                                        </p:tgtEl>
                                        <p:attrNameLst>
                                          <p:attrName>style.visibility</p:attrName>
                                        </p:attrNameLst>
                                      </p:cBhvr>
                                      <p:to>
                                        <p:strVal val="visible"/>
                                      </p:to>
                                    </p:set>
                                    <p:animEffect transition="in" filter="fade">
                                      <p:cBhvr>
                                        <p:cTn id="13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4</a:t>
            </a:r>
            <a:endParaRPr lang="en-US" sz="800" dirty="0"/>
          </a:p>
        </p:txBody>
      </p:sp>
      <p:sp>
        <p:nvSpPr>
          <p:cNvPr id="4" name="a1f_69"/>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02 · LA SOLUTION</a:t>
            </a:r>
            <a:endParaRPr lang="en-US" sz="1100" dirty="0"/>
          </a:p>
        </p:txBody>
      </p:sp>
      <p:sp>
        <p:nvSpPr>
          <p:cNvPr id="5" name="a1f_70"/>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Trois briques qui travaillent ensemble</a:t>
            </a:r>
            <a:endParaRPr lang="en-US" sz="2700" dirty="0"/>
          </a:p>
        </p:txBody>
      </p:sp>
      <p:sp>
        <p:nvSpPr>
          <p:cNvPr id="6" name="a2u_71"/>
          <p:cNvSpPr/>
          <p:nvPr/>
        </p:nvSpPr>
        <p:spPr>
          <a:xfrm>
            <a:off x="502920" y="1325880"/>
            <a:ext cx="2377440" cy="2057400"/>
          </a:xfrm>
          <a:prstGeom prst="roundRect">
            <a:avLst>
              <a:gd name="adj" fmla="val 355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u_72"/>
          <p:cNvSpPr/>
          <p:nvPr/>
        </p:nvSpPr>
        <p:spPr>
          <a:xfrm>
            <a:off x="1325880" y="1527048"/>
            <a:ext cx="731520" cy="731520"/>
          </a:xfrm>
          <a:prstGeom prst="ellipse">
            <a:avLst/>
          </a:prstGeom>
          <a:solidFill>
            <a:srgbClr val="00B4D8"/>
          </a:solidFill>
          <a:ln w="12700">
            <a:solidFill>
              <a:srgbClr val="00B4D8"/>
            </a:solidFill>
            <a:prstDash val="solid"/>
          </a:ln>
        </p:spPr>
      </p:sp>
      <p:pic>
        <p:nvPicPr>
          <p:cNvPr id="8" name="a2u_72i" descr="preencoded.png">    </p:cNvPr>
          <p:cNvPicPr>
            <a:picLocks noChangeAspect="1"/>
          </p:cNvPicPr>
          <p:nvPr/>
        </p:nvPicPr>
        <p:blipFill>
          <a:blip r:embed="rId1"/>
          <a:stretch>
            <a:fillRect/>
          </a:stretch>
        </p:blipFill>
        <p:spPr>
          <a:xfrm>
            <a:off x="1501445" y="1702613"/>
            <a:ext cx="380390" cy="380390"/>
          </a:xfrm>
          <a:prstGeom prst="rect">
            <a:avLst/>
          </a:prstGeom>
        </p:spPr>
      </p:pic>
      <p:sp>
        <p:nvSpPr>
          <p:cNvPr id="9" name="a2u_73"/>
          <p:cNvSpPr txBox="1"/>
          <p:nvPr/>
        </p:nvSpPr>
        <p:spPr>
          <a:xfrm>
            <a:off x="594360" y="2331720"/>
            <a:ext cx="2194560" cy="274320"/>
          </a:xfrm>
          <a:prstGeom prst="rect">
            <a:avLst/>
          </a:prstGeom>
          <a:noFill/>
          <a:ln/>
        </p:spPr>
        <p:txBody>
          <a:bodyPr wrap="square" lIns="0" tIns="0" rIns="0" bIns="0" rtlCol="0" anchor="t"/>
          <a:lstStyle/>
          <a:p>
            <a:pPr algn="ctr" indent="0" marL="0">
              <a:buNone/>
            </a:pPr>
            <a:r>
              <a:rPr lang="en-US" sz="1400" b="1" dirty="0">
                <a:solidFill>
                  <a:srgbClr val="1E2A78"/>
                </a:solidFill>
                <a:latin typeface="Arial" pitchFamily="34" charset="0"/>
                <a:ea typeface="Arial" pitchFamily="34" charset="-122"/>
                <a:cs typeface="Arial" pitchFamily="34" charset="-120"/>
              </a:rPr>
              <a:t>Application mobile</a:t>
            </a:r>
            <a:endParaRPr lang="en-US" sz="1400" dirty="0"/>
          </a:p>
        </p:txBody>
      </p:sp>
      <p:sp>
        <p:nvSpPr>
          <p:cNvPr id="10" name="a2u_74"/>
          <p:cNvSpPr txBox="1"/>
          <p:nvPr/>
        </p:nvSpPr>
        <p:spPr>
          <a:xfrm>
            <a:off x="594360" y="2606040"/>
            <a:ext cx="2194560" cy="228600"/>
          </a:xfrm>
          <a:prstGeom prst="rect">
            <a:avLst/>
          </a:prstGeom>
          <a:noFill/>
          <a:ln/>
        </p:spPr>
        <p:txBody>
          <a:bodyPr wrap="square" lIns="0" tIns="0" rIns="0" bIns="0" rtlCol="0" anchor="t"/>
          <a:lstStyle/>
          <a:p>
            <a:pPr algn="ctr" indent="0" marL="0">
              <a:buNone/>
            </a:pPr>
            <a:r>
              <a:rPr lang="en-US" sz="1000" b="1" dirty="0">
                <a:solidFill>
                  <a:srgbClr val="00B4D8"/>
                </a:solidFill>
                <a:latin typeface="Arial" pitchFamily="34" charset="0"/>
                <a:ea typeface="Arial" pitchFamily="34" charset="-122"/>
                <a:cs typeface="Arial" pitchFamily="34" charset="-120"/>
              </a:rPr>
              <a:t>Agents : accueil, surveillance</a:t>
            </a:r>
            <a:endParaRPr lang="en-US" sz="1000" dirty="0"/>
          </a:p>
        </p:txBody>
      </p:sp>
      <p:sp>
        <p:nvSpPr>
          <p:cNvPr id="11" name="a2u_75"/>
          <p:cNvSpPr txBox="1"/>
          <p:nvPr/>
        </p:nvSpPr>
        <p:spPr>
          <a:xfrm>
            <a:off x="685800" y="2862072"/>
            <a:ext cx="2011680" cy="457200"/>
          </a:xfrm>
          <a:prstGeom prst="rect">
            <a:avLst/>
          </a:prstGeom>
          <a:noFill/>
          <a:ln/>
        </p:spPr>
        <p:txBody>
          <a:bodyPr wrap="square" lIns="0" tIns="0" rIns="0" bIns="0" rtlCol="0" anchor="t"/>
          <a:lstStyle/>
          <a:p>
            <a:pPr algn="ctr" indent="0" marL="0">
              <a:buNone/>
            </a:pPr>
            <a:r>
              <a:rPr lang="en-US" sz="1000" dirty="0">
                <a:solidFill>
                  <a:srgbClr val="5C6685"/>
                </a:solidFill>
                <a:latin typeface="Arial" pitchFamily="34" charset="0"/>
                <a:ea typeface="Arial" pitchFamily="34" charset="-122"/>
                <a:cs typeface="Arial" pitchFamily="34" charset="-120"/>
              </a:rPr>
              <a:t>Scanner, inscrire, consulter — même hors ligne.</a:t>
            </a:r>
            <a:endParaRPr lang="en-US" sz="1000" dirty="0"/>
          </a:p>
        </p:txBody>
      </p:sp>
      <p:sp>
        <p:nvSpPr>
          <p:cNvPr id="12" name="a3w_76"/>
          <p:cNvSpPr/>
          <p:nvPr/>
        </p:nvSpPr>
        <p:spPr>
          <a:xfrm>
            <a:off x="2953512" y="2103120"/>
            <a:ext cx="493776" cy="365760"/>
          </a:xfrm>
          <a:prstGeom prst="leftRightArrow">
            <a:avLst/>
          </a:prstGeom>
          <a:solidFill>
            <a:srgbClr val="C7E9F5"/>
          </a:solidFill>
          <a:ln w="12700">
            <a:solidFill>
              <a:srgbClr val="C7E9F5"/>
            </a:solidFill>
            <a:prstDash val="solid"/>
          </a:ln>
        </p:spPr>
      </p:sp>
      <p:sp>
        <p:nvSpPr>
          <p:cNvPr id="13" name="a4u_77"/>
          <p:cNvSpPr/>
          <p:nvPr/>
        </p:nvSpPr>
        <p:spPr>
          <a:xfrm>
            <a:off x="3520440" y="1325880"/>
            <a:ext cx="2377440" cy="2057400"/>
          </a:xfrm>
          <a:prstGeom prst="roundRect">
            <a:avLst>
              <a:gd name="adj" fmla="val 355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4" name="a4u_78"/>
          <p:cNvSpPr/>
          <p:nvPr/>
        </p:nvSpPr>
        <p:spPr>
          <a:xfrm>
            <a:off x="4343400" y="1527048"/>
            <a:ext cx="731520" cy="731520"/>
          </a:xfrm>
          <a:prstGeom prst="ellipse">
            <a:avLst/>
          </a:prstGeom>
          <a:solidFill>
            <a:srgbClr val="1E2A78"/>
          </a:solidFill>
          <a:ln w="12700">
            <a:solidFill>
              <a:srgbClr val="1E2A78"/>
            </a:solidFill>
            <a:prstDash val="solid"/>
          </a:ln>
        </p:spPr>
      </p:sp>
      <p:pic>
        <p:nvPicPr>
          <p:cNvPr id="15" name="a4u_78i" descr="preencoded.png">    </p:cNvPr>
          <p:cNvPicPr>
            <a:picLocks noChangeAspect="1"/>
          </p:cNvPicPr>
          <p:nvPr/>
        </p:nvPicPr>
        <p:blipFill>
          <a:blip r:embed="rId2"/>
          <a:stretch>
            <a:fillRect/>
          </a:stretch>
        </p:blipFill>
        <p:spPr>
          <a:xfrm>
            <a:off x="4518965" y="1702613"/>
            <a:ext cx="380390" cy="380390"/>
          </a:xfrm>
          <a:prstGeom prst="rect">
            <a:avLst/>
          </a:prstGeom>
        </p:spPr>
      </p:pic>
      <p:sp>
        <p:nvSpPr>
          <p:cNvPr id="16" name="a4u_79"/>
          <p:cNvSpPr txBox="1"/>
          <p:nvPr/>
        </p:nvSpPr>
        <p:spPr>
          <a:xfrm>
            <a:off x="3611880" y="2331720"/>
            <a:ext cx="2194560" cy="274320"/>
          </a:xfrm>
          <a:prstGeom prst="rect">
            <a:avLst/>
          </a:prstGeom>
          <a:noFill/>
          <a:ln/>
        </p:spPr>
        <p:txBody>
          <a:bodyPr wrap="square" lIns="0" tIns="0" rIns="0" bIns="0" rtlCol="0" anchor="t"/>
          <a:lstStyle/>
          <a:p>
            <a:pPr algn="ctr" indent="0" marL="0">
              <a:buNone/>
            </a:pPr>
            <a:r>
              <a:rPr lang="en-US" sz="1400" b="1" dirty="0">
                <a:solidFill>
                  <a:srgbClr val="1E2A78"/>
                </a:solidFill>
                <a:latin typeface="Arial" pitchFamily="34" charset="0"/>
                <a:ea typeface="Arial" pitchFamily="34" charset="-122"/>
                <a:cs typeface="Arial" pitchFamily="34" charset="-120"/>
              </a:rPr>
              <a:t>Serveur FaceID</a:t>
            </a:r>
            <a:endParaRPr lang="en-US" sz="1400" dirty="0"/>
          </a:p>
        </p:txBody>
      </p:sp>
      <p:sp>
        <p:nvSpPr>
          <p:cNvPr id="17" name="a4u_80"/>
          <p:cNvSpPr txBox="1"/>
          <p:nvPr/>
        </p:nvSpPr>
        <p:spPr>
          <a:xfrm>
            <a:off x="3611880" y="2606040"/>
            <a:ext cx="2194560" cy="228600"/>
          </a:xfrm>
          <a:prstGeom prst="rect">
            <a:avLst/>
          </a:prstGeom>
          <a:noFill/>
          <a:ln/>
        </p:spPr>
        <p:txBody>
          <a:bodyPr wrap="square" lIns="0" tIns="0" rIns="0" bIns="0" rtlCol="0" anchor="t"/>
          <a:lstStyle/>
          <a:p>
            <a:pPr algn="ctr" indent="0" marL="0">
              <a:buNone/>
            </a:pPr>
            <a:r>
              <a:rPr lang="en-US" sz="1000" b="1" dirty="0">
                <a:solidFill>
                  <a:srgbClr val="1E2A78"/>
                </a:solidFill>
                <a:latin typeface="Arial" pitchFamily="34" charset="0"/>
                <a:ea typeface="Arial" pitchFamily="34" charset="-122"/>
                <a:cs typeface="Arial" pitchFamily="34" charset="-120"/>
              </a:rPr>
              <a:t>PHP + MySQL</a:t>
            </a:r>
            <a:endParaRPr lang="en-US" sz="1000" dirty="0"/>
          </a:p>
        </p:txBody>
      </p:sp>
      <p:sp>
        <p:nvSpPr>
          <p:cNvPr id="18" name="a4u_81"/>
          <p:cNvSpPr txBox="1"/>
          <p:nvPr/>
        </p:nvSpPr>
        <p:spPr>
          <a:xfrm>
            <a:off x="3703320" y="2862072"/>
            <a:ext cx="2011680" cy="457200"/>
          </a:xfrm>
          <a:prstGeom prst="rect">
            <a:avLst/>
          </a:prstGeom>
          <a:noFill/>
          <a:ln/>
        </p:spPr>
        <p:txBody>
          <a:bodyPr wrap="square" lIns="0" tIns="0" rIns="0" bIns="0" rtlCol="0" anchor="t"/>
          <a:lstStyle/>
          <a:p>
            <a:pPr algn="ctr" indent="0" marL="0">
              <a:buNone/>
            </a:pPr>
            <a:r>
              <a:rPr lang="en-US" sz="1000" dirty="0">
                <a:solidFill>
                  <a:srgbClr val="5C6685"/>
                </a:solidFill>
                <a:latin typeface="Arial" pitchFamily="34" charset="0"/>
                <a:ea typeface="Arial" pitchFamily="34" charset="-122"/>
                <a:cs typeface="Arial" pitchFamily="34" charset="-120"/>
              </a:rPr>
              <a:t>Comptes, fiches, empreintes des visages de chaque école.</a:t>
            </a:r>
            <a:endParaRPr lang="en-US" sz="1000" dirty="0"/>
          </a:p>
        </p:txBody>
      </p:sp>
      <p:sp>
        <p:nvSpPr>
          <p:cNvPr id="19" name="a5w_82"/>
          <p:cNvSpPr/>
          <p:nvPr/>
        </p:nvSpPr>
        <p:spPr>
          <a:xfrm>
            <a:off x="5971032" y="2103120"/>
            <a:ext cx="493776" cy="365760"/>
          </a:xfrm>
          <a:prstGeom prst="leftRightArrow">
            <a:avLst/>
          </a:prstGeom>
          <a:solidFill>
            <a:srgbClr val="C7E9F5"/>
          </a:solidFill>
          <a:ln w="12700">
            <a:solidFill>
              <a:srgbClr val="C7E9F5"/>
            </a:solidFill>
            <a:prstDash val="solid"/>
          </a:ln>
        </p:spPr>
      </p:sp>
      <p:sp>
        <p:nvSpPr>
          <p:cNvPr id="20" name="a6u_83"/>
          <p:cNvSpPr/>
          <p:nvPr/>
        </p:nvSpPr>
        <p:spPr>
          <a:xfrm>
            <a:off x="6537960" y="1325880"/>
            <a:ext cx="2377440" cy="2057400"/>
          </a:xfrm>
          <a:prstGeom prst="roundRect">
            <a:avLst>
              <a:gd name="adj" fmla="val 355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1" name="a6u_84"/>
          <p:cNvSpPr/>
          <p:nvPr/>
        </p:nvSpPr>
        <p:spPr>
          <a:xfrm>
            <a:off x="7360920" y="1527048"/>
            <a:ext cx="731520" cy="731520"/>
          </a:xfrm>
          <a:prstGeom prst="ellipse">
            <a:avLst/>
          </a:prstGeom>
          <a:solidFill>
            <a:srgbClr val="1B5FA8"/>
          </a:solidFill>
          <a:ln w="12700">
            <a:solidFill>
              <a:srgbClr val="1B5FA8"/>
            </a:solidFill>
            <a:prstDash val="solid"/>
          </a:ln>
        </p:spPr>
      </p:sp>
      <p:pic>
        <p:nvPicPr>
          <p:cNvPr id="22" name="a6u_84i" descr="preencoded.png">    </p:cNvPr>
          <p:cNvPicPr>
            <a:picLocks noChangeAspect="1"/>
          </p:cNvPicPr>
          <p:nvPr/>
        </p:nvPicPr>
        <p:blipFill>
          <a:blip r:embed="rId3"/>
          <a:stretch>
            <a:fillRect/>
          </a:stretch>
        </p:blipFill>
        <p:spPr>
          <a:xfrm>
            <a:off x="7536485" y="1702613"/>
            <a:ext cx="380390" cy="380390"/>
          </a:xfrm>
          <a:prstGeom prst="rect">
            <a:avLst/>
          </a:prstGeom>
        </p:spPr>
      </p:pic>
      <p:sp>
        <p:nvSpPr>
          <p:cNvPr id="23" name="a6u_85"/>
          <p:cNvSpPr txBox="1"/>
          <p:nvPr/>
        </p:nvSpPr>
        <p:spPr>
          <a:xfrm>
            <a:off x="6629400" y="2331720"/>
            <a:ext cx="2194560" cy="274320"/>
          </a:xfrm>
          <a:prstGeom prst="rect">
            <a:avLst/>
          </a:prstGeom>
          <a:noFill/>
          <a:ln/>
        </p:spPr>
        <p:txBody>
          <a:bodyPr wrap="square" lIns="0" tIns="0" rIns="0" bIns="0" rtlCol="0" anchor="t"/>
          <a:lstStyle/>
          <a:p>
            <a:pPr algn="ctr" indent="0" marL="0">
              <a:buNone/>
            </a:pPr>
            <a:r>
              <a:rPr lang="en-US" sz="1400" b="1" dirty="0">
                <a:solidFill>
                  <a:srgbClr val="1E2A78"/>
                </a:solidFill>
                <a:latin typeface="Arial" pitchFamily="34" charset="0"/>
                <a:ea typeface="Arial" pitchFamily="34" charset="-122"/>
                <a:cs typeface="Arial" pitchFamily="34" charset="-120"/>
              </a:rPr>
              <a:t>Administration web</a:t>
            </a:r>
            <a:endParaRPr lang="en-US" sz="1400" dirty="0"/>
          </a:p>
        </p:txBody>
      </p:sp>
      <p:sp>
        <p:nvSpPr>
          <p:cNvPr id="24" name="a6u_86"/>
          <p:cNvSpPr txBox="1"/>
          <p:nvPr/>
        </p:nvSpPr>
        <p:spPr>
          <a:xfrm>
            <a:off x="6629400" y="2606040"/>
            <a:ext cx="2194560" cy="228600"/>
          </a:xfrm>
          <a:prstGeom prst="rect">
            <a:avLst/>
          </a:prstGeom>
          <a:noFill/>
          <a:ln/>
        </p:spPr>
        <p:txBody>
          <a:bodyPr wrap="square" lIns="0" tIns="0" rIns="0" bIns="0" rtlCol="0" anchor="t"/>
          <a:lstStyle/>
          <a:p>
            <a:pPr algn="ctr" indent="0" marL="0">
              <a:buNone/>
            </a:pPr>
            <a:r>
              <a:rPr lang="en-US" sz="1000" b="1" dirty="0">
                <a:solidFill>
                  <a:srgbClr val="1B5FA8"/>
                </a:solidFill>
                <a:latin typeface="Arial" pitchFamily="34" charset="0"/>
                <a:ea typeface="Arial" pitchFamily="34" charset="-122"/>
                <a:cs typeface="Arial" pitchFamily="34" charset="-120"/>
              </a:rPr>
              <a:t>Direction de l’école</a:t>
            </a:r>
            <a:endParaRPr lang="en-US" sz="1000" dirty="0"/>
          </a:p>
        </p:txBody>
      </p:sp>
      <p:sp>
        <p:nvSpPr>
          <p:cNvPr id="25" name="a6u_87"/>
          <p:cNvSpPr txBox="1"/>
          <p:nvPr/>
        </p:nvSpPr>
        <p:spPr>
          <a:xfrm>
            <a:off x="6720840" y="2862072"/>
            <a:ext cx="2011680" cy="457200"/>
          </a:xfrm>
          <a:prstGeom prst="rect">
            <a:avLst/>
          </a:prstGeom>
          <a:noFill/>
          <a:ln/>
        </p:spPr>
        <p:txBody>
          <a:bodyPr wrap="square" lIns="0" tIns="0" rIns="0" bIns="0" rtlCol="0" anchor="t"/>
          <a:lstStyle/>
          <a:p>
            <a:pPr algn="ctr" indent="0" marL="0">
              <a:buNone/>
            </a:pPr>
            <a:r>
              <a:rPr lang="en-US" sz="1000" dirty="0">
                <a:solidFill>
                  <a:srgbClr val="5C6685"/>
                </a:solidFill>
                <a:latin typeface="Arial" pitchFamily="34" charset="0"/>
                <a:ea typeface="Arial" pitchFamily="34" charset="-122"/>
                <a:cs typeface="Arial" pitchFamily="34" charset="-120"/>
              </a:rPr>
              <a:t>Autoriser les agents, régler les permissions, gérer les fiches.</a:t>
            </a:r>
            <a:endParaRPr lang="en-US" sz="1000" dirty="0"/>
          </a:p>
        </p:txBody>
      </p:sp>
      <p:sp>
        <p:nvSpPr>
          <p:cNvPr id="26" name="a8u_88"/>
          <p:cNvSpPr/>
          <p:nvPr/>
        </p:nvSpPr>
        <p:spPr>
          <a:xfrm>
            <a:off x="502920" y="3657600"/>
            <a:ext cx="8138160" cy="868680"/>
          </a:xfrm>
          <a:prstGeom prst="roundRect">
            <a:avLst>
              <a:gd name="adj" fmla="val 8421"/>
            </a:avLst>
          </a:prstGeom>
          <a:solidFill>
            <a:srgbClr val="E4F6FB"/>
          </a:solidFill>
          <a:ln w="12700">
            <a:solidFill>
              <a:srgbClr val="E4F6FB"/>
            </a:solidFill>
            <a:prstDash val="solid"/>
          </a:ln>
        </p:spPr>
      </p:sp>
      <p:sp>
        <p:nvSpPr>
          <p:cNvPr id="27" name="a8u_89"/>
          <p:cNvSpPr/>
          <p:nvPr/>
        </p:nvSpPr>
        <p:spPr>
          <a:xfrm>
            <a:off x="685800" y="3822192"/>
            <a:ext cx="530352" cy="530352"/>
          </a:xfrm>
          <a:prstGeom prst="ellipse">
            <a:avLst/>
          </a:prstGeom>
          <a:solidFill>
            <a:srgbClr val="FFFFFF"/>
          </a:solidFill>
          <a:ln w="12700">
            <a:solidFill>
              <a:srgbClr val="FFFFFF"/>
            </a:solidFill>
            <a:prstDash val="solid"/>
          </a:ln>
        </p:spPr>
      </p:sp>
      <p:pic>
        <p:nvPicPr>
          <p:cNvPr id="28" name="a8u_89i" descr="preencoded.png">    </p:cNvPr>
          <p:cNvPicPr>
            <a:picLocks noChangeAspect="1"/>
          </p:cNvPicPr>
          <p:nvPr/>
        </p:nvPicPr>
        <p:blipFill>
          <a:blip r:embed="rId4"/>
          <a:stretch>
            <a:fillRect/>
          </a:stretch>
        </p:blipFill>
        <p:spPr>
          <a:xfrm>
            <a:off x="813084" y="3949476"/>
            <a:ext cx="275783" cy="275783"/>
          </a:xfrm>
          <a:prstGeom prst="rect">
            <a:avLst/>
          </a:prstGeom>
        </p:spPr>
      </p:pic>
      <p:sp>
        <p:nvSpPr>
          <p:cNvPr id="29" name="a8u_90"/>
          <p:cNvSpPr txBox="1"/>
          <p:nvPr/>
        </p:nvSpPr>
        <p:spPr>
          <a:xfrm>
            <a:off x="1371600" y="3721608"/>
            <a:ext cx="7132320" cy="731520"/>
          </a:xfrm>
          <a:prstGeom prst="rect">
            <a:avLst/>
          </a:prstGeom>
          <a:noFill/>
          <a:ln/>
        </p:spPr>
        <p:txBody>
          <a:bodyPr wrap="square" lIns="0" tIns="0" rIns="0" bIns="0" rtlCol="0" anchor="ctr"/>
          <a:lstStyle/>
          <a:p>
            <a:pPr indent="0" marL="0">
              <a:buNone/>
            </a:pPr>
            <a:r>
              <a:rPr lang="en-US" sz="1100" b="1" dirty="0">
                <a:solidFill>
                  <a:srgbClr val="1E2A78"/>
                </a:solidFill>
                <a:latin typeface="Arial" pitchFamily="34" charset="0"/>
                <a:ea typeface="Arial" pitchFamily="34" charset="-122"/>
                <a:cs typeface="Arial" pitchFamily="34" charset="-120"/>
              </a:rPr>
              <a:t>Facultatif : liaison avec le système de gestion de l’école. </a:t>
            </a:r>
            <a:pPr indent="0" marL="0">
              <a:buNone/>
            </a:pPr>
            <a:r>
              <a:rPr lang="en-US" sz="1100" dirty="0">
                <a:solidFill>
                  <a:srgbClr val="1B2240"/>
                </a:solidFill>
                <a:latin typeface="Arial" pitchFamily="34" charset="0"/>
                <a:ea typeface="Arial" pitchFamily="34" charset="-122"/>
                <a:cs typeface="Arial" pitchFamily="34" charset="-120"/>
              </a:rPr>
              <a:t>En tapant un matricule, la fiche se remplit automatiquement ; après une reconnaissance, un lien ouvre le dossier de l’élève.</a:t>
            </a:r>
            <a:endParaRPr lang="en-US" sz="11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41"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anim calcmode="lin" valueType="num">
                                      <p:cBhvr additive="base">
                                        <p:cTn id="39" dur="600" fill="hold"/>
                                        <p:tgtEl>
                                          <p:spTgt spid="11"/>
                                        </p:tgtEl>
                                        <p:attrNameLst>
                                          <p:attrName>ppt_x</p:attrName>
                                        </p:attrNameLst>
                                      </p:cBhvr>
                                      <p:tavLst>
                                        <p:tav tm="0">
                                          <p:val>
                                            <p:strVal val="#ppt_x"/>
                                          </p:val>
                                        </p:tav>
                                        <p:tav tm="100000">
                                          <p:val>
                                            <p:strVal val="#ppt_x"/>
                                          </p:val>
                                        </p:tav>
                                      </p:tavLst>
                                    </p:anim>
                                    <p:anim calcmode="lin" valueType="num">
                                      <p:cBhvr additive="base">
                                        <p:cTn id="40" dur="600" fill="hold"/>
                                        <p:tgtEl>
                                          <p:spTgt spid="11"/>
                                        </p:tgtEl>
                                        <p:attrNameLst>
                                          <p:attrName>ppt_y</p:attrName>
                                        </p:attrNameLst>
                                      </p:cBhvr>
                                      <p:tavLst>
                                        <p:tav tm="0">
                                          <p:val>
                                            <p:strVal val="#ppt_y+.1"/>
                                          </p:val>
                                        </p:tav>
                                        <p:tav tm="100000">
                                          <p:val>
                                            <p:strVal val="#ppt_y"/>
                                          </p:val>
                                        </p:tav>
                                      </p:tavLst>
                                    </p:anim>
                                  </p:childTnLst>
                                </p:cTn>
                              </p:par>
                            </p:childTnLst>
                          </p:cTn>
                        </p:par>
                        <p:par>
                          <p:cTn id="45" fill="hold">
                            <p:stCondLst>
                              <p:cond delay="1100"/>
                            </p:stCondLst>
                            <p:childTnLst>
                              <p:par>
                                <p:cTn id="42" presetID="22" presetClass="entr" presetSubtype="8"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left)">
                                      <p:cBhvr>
                                        <p:cTn id="44" dur="500"/>
                                        <p:tgtEl>
                                          <p:spTgt spid="12"/>
                                        </p:tgtEl>
                                      </p:cBhvr>
                                    </p:animEffect>
                                  </p:childTnLst>
                                </p:cTn>
                              </p:par>
                            </p:childTnLst>
                          </p:cTn>
                        </p:par>
                        <p:par>
                          <p:cTn id="76" fill="hold">
                            <p:stCondLst>
                              <p:cond delay="1600"/>
                            </p:stCondLst>
                            <p:childTnLst>
                              <p:par>
                                <p:cTn id="46" presetID="42" presetClass="entr" presetSubtype="0" fill="hold" grpId="0" nodeType="after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600"/>
                                        <p:tgtEl>
                                          <p:spTgt spid="13"/>
                                        </p:tgtEl>
                                      </p:cBhvr>
                                    </p:animEffect>
                                    <p:anim calcmode="lin" valueType="num">
                                      <p:cBhvr additive="base">
                                        <p:cTn id="49" dur="600" fill="hold"/>
                                        <p:tgtEl>
                                          <p:spTgt spid="13"/>
                                        </p:tgtEl>
                                        <p:attrNameLst>
                                          <p:attrName>ppt_x</p:attrName>
                                        </p:attrNameLst>
                                      </p:cBhvr>
                                      <p:tavLst>
                                        <p:tav tm="0">
                                          <p:val>
                                            <p:strVal val="#ppt_x"/>
                                          </p:val>
                                        </p:tav>
                                        <p:tav tm="100000">
                                          <p:val>
                                            <p:strVal val="#ppt_x"/>
                                          </p:val>
                                        </p:tav>
                                      </p:tavLst>
                                    </p:anim>
                                    <p:anim calcmode="lin" valueType="num">
                                      <p:cBhvr additive="base">
                                        <p:cTn id="50" dur="600" fill="hold"/>
                                        <p:tgtEl>
                                          <p:spTgt spid="13"/>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600"/>
                                        <p:tgtEl>
                                          <p:spTgt spid="14"/>
                                        </p:tgtEl>
                                      </p:cBhvr>
                                    </p:animEffect>
                                    <p:anim calcmode="lin" valueType="num">
                                      <p:cBhvr additive="base">
                                        <p:cTn id="54" dur="600" fill="hold"/>
                                        <p:tgtEl>
                                          <p:spTgt spid="14"/>
                                        </p:tgtEl>
                                        <p:attrNameLst>
                                          <p:attrName>ppt_x</p:attrName>
                                        </p:attrNameLst>
                                      </p:cBhvr>
                                      <p:tavLst>
                                        <p:tav tm="0">
                                          <p:val>
                                            <p:strVal val="#ppt_x"/>
                                          </p:val>
                                        </p:tav>
                                        <p:tav tm="100000">
                                          <p:val>
                                            <p:strVal val="#ppt_x"/>
                                          </p:val>
                                        </p:tav>
                                      </p:tavLst>
                                    </p:anim>
                                    <p:anim calcmode="lin" valueType="num">
                                      <p:cBhvr additive="base">
                                        <p:cTn id="55" dur="600" fill="hold"/>
                                        <p:tgtEl>
                                          <p:spTgt spid="14"/>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600"/>
                                        <p:tgtEl>
                                          <p:spTgt spid="15"/>
                                        </p:tgtEl>
                                      </p:cBhvr>
                                    </p:animEffect>
                                    <p:anim calcmode="lin" valueType="num">
                                      <p:cBhvr additive="base">
                                        <p:cTn id="59" dur="600" fill="hold"/>
                                        <p:tgtEl>
                                          <p:spTgt spid="15"/>
                                        </p:tgtEl>
                                        <p:attrNameLst>
                                          <p:attrName>ppt_x</p:attrName>
                                        </p:attrNameLst>
                                      </p:cBhvr>
                                      <p:tavLst>
                                        <p:tav tm="0">
                                          <p:val>
                                            <p:strVal val="#ppt_x"/>
                                          </p:val>
                                        </p:tav>
                                        <p:tav tm="100000">
                                          <p:val>
                                            <p:strVal val="#ppt_x"/>
                                          </p:val>
                                        </p:tav>
                                      </p:tavLst>
                                    </p:anim>
                                    <p:anim calcmode="lin" valueType="num">
                                      <p:cBhvr additive="base">
                                        <p:cTn id="60" dur="600" fill="hold"/>
                                        <p:tgtEl>
                                          <p:spTgt spid="15"/>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600"/>
                                        <p:tgtEl>
                                          <p:spTgt spid="16"/>
                                        </p:tgtEl>
                                      </p:cBhvr>
                                    </p:animEffect>
                                    <p:anim calcmode="lin" valueType="num">
                                      <p:cBhvr additive="base">
                                        <p:cTn id="64" dur="600" fill="hold"/>
                                        <p:tgtEl>
                                          <p:spTgt spid="16"/>
                                        </p:tgtEl>
                                        <p:attrNameLst>
                                          <p:attrName>ppt_x</p:attrName>
                                        </p:attrNameLst>
                                      </p:cBhvr>
                                      <p:tavLst>
                                        <p:tav tm="0">
                                          <p:val>
                                            <p:strVal val="#ppt_x"/>
                                          </p:val>
                                        </p:tav>
                                        <p:tav tm="100000">
                                          <p:val>
                                            <p:strVal val="#ppt_x"/>
                                          </p:val>
                                        </p:tav>
                                      </p:tavLst>
                                    </p:anim>
                                    <p:anim calcmode="lin" valueType="num">
                                      <p:cBhvr additive="base">
                                        <p:cTn id="65" dur="600" fill="hold"/>
                                        <p:tgtEl>
                                          <p:spTgt spid="16"/>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600"/>
                                        <p:tgtEl>
                                          <p:spTgt spid="17"/>
                                        </p:tgtEl>
                                      </p:cBhvr>
                                    </p:animEffect>
                                    <p:anim calcmode="lin" valueType="num">
                                      <p:cBhvr additive="base">
                                        <p:cTn id="69" dur="600" fill="hold"/>
                                        <p:tgtEl>
                                          <p:spTgt spid="17"/>
                                        </p:tgtEl>
                                        <p:attrNameLst>
                                          <p:attrName>ppt_x</p:attrName>
                                        </p:attrNameLst>
                                      </p:cBhvr>
                                      <p:tavLst>
                                        <p:tav tm="0">
                                          <p:val>
                                            <p:strVal val="#ppt_x"/>
                                          </p:val>
                                        </p:tav>
                                        <p:tav tm="100000">
                                          <p:val>
                                            <p:strVal val="#ppt_x"/>
                                          </p:val>
                                        </p:tav>
                                      </p:tavLst>
                                    </p:anim>
                                    <p:anim calcmode="lin" valueType="num">
                                      <p:cBhvr additive="base">
                                        <p:cTn id="70" dur="600" fill="hold"/>
                                        <p:tgtEl>
                                          <p:spTgt spid="17"/>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600"/>
                                        <p:tgtEl>
                                          <p:spTgt spid="18"/>
                                        </p:tgtEl>
                                      </p:cBhvr>
                                    </p:animEffect>
                                    <p:anim calcmode="lin" valueType="num">
                                      <p:cBhvr additive="base">
                                        <p:cTn id="74" dur="600" fill="hold"/>
                                        <p:tgtEl>
                                          <p:spTgt spid="18"/>
                                        </p:tgtEl>
                                        <p:attrNameLst>
                                          <p:attrName>ppt_x</p:attrName>
                                        </p:attrNameLst>
                                      </p:cBhvr>
                                      <p:tavLst>
                                        <p:tav tm="0">
                                          <p:val>
                                            <p:strVal val="#ppt_x"/>
                                          </p:val>
                                        </p:tav>
                                        <p:tav tm="100000">
                                          <p:val>
                                            <p:strVal val="#ppt_x"/>
                                          </p:val>
                                        </p:tav>
                                      </p:tavLst>
                                    </p:anim>
                                    <p:anim calcmode="lin" valueType="num">
                                      <p:cBhvr additive="base">
                                        <p:cTn id="75" dur="600" fill="hold"/>
                                        <p:tgtEl>
                                          <p:spTgt spid="18"/>
                                        </p:tgtEl>
                                        <p:attrNameLst>
                                          <p:attrName>ppt_y</p:attrName>
                                        </p:attrNameLst>
                                      </p:cBhvr>
                                      <p:tavLst>
                                        <p:tav tm="0">
                                          <p:val>
                                            <p:strVal val="#ppt_y+.1"/>
                                          </p:val>
                                        </p:tav>
                                        <p:tav tm="100000">
                                          <p:val>
                                            <p:strVal val="#ppt_y"/>
                                          </p:val>
                                        </p:tav>
                                      </p:tavLst>
                                    </p:anim>
                                  </p:childTnLst>
                                </p:cTn>
                              </p:par>
                            </p:childTnLst>
                          </p:cTn>
                        </p:par>
                        <p:par>
                          <p:cTn id="80" fill="hold">
                            <p:stCondLst>
                              <p:cond delay="2200"/>
                            </p:stCondLst>
                            <p:childTnLst>
                              <p:par>
                                <p:cTn id="77" presetID="22" presetClass="entr" presetSubtype="8" fill="hold" grpId="0" nodeType="after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wipe(left)">
                                      <p:cBhvr>
                                        <p:cTn id="79" dur="500"/>
                                        <p:tgtEl>
                                          <p:spTgt spid="19"/>
                                        </p:tgtEl>
                                      </p:cBhvr>
                                    </p:animEffect>
                                  </p:childTnLst>
                                </p:cTn>
                              </p:par>
                            </p:childTnLst>
                          </p:cTn>
                        </p:par>
                        <p:par>
                          <p:cTn id="111" fill="hold">
                            <p:stCondLst>
                              <p:cond delay="2700"/>
                            </p:stCondLst>
                            <p:childTnLst>
                              <p:par>
                                <p:cTn id="81" presetID="42" presetClass="entr" presetSubtype="0" fill="hold" grpId="0" nodeType="after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600"/>
                                        <p:tgtEl>
                                          <p:spTgt spid="20"/>
                                        </p:tgtEl>
                                      </p:cBhvr>
                                    </p:animEffect>
                                    <p:anim calcmode="lin" valueType="num">
                                      <p:cBhvr additive="base">
                                        <p:cTn id="84" dur="600" fill="hold"/>
                                        <p:tgtEl>
                                          <p:spTgt spid="20"/>
                                        </p:tgtEl>
                                        <p:attrNameLst>
                                          <p:attrName>ppt_x</p:attrName>
                                        </p:attrNameLst>
                                      </p:cBhvr>
                                      <p:tavLst>
                                        <p:tav tm="0">
                                          <p:val>
                                            <p:strVal val="#ppt_x"/>
                                          </p:val>
                                        </p:tav>
                                        <p:tav tm="100000">
                                          <p:val>
                                            <p:strVal val="#ppt_x"/>
                                          </p:val>
                                        </p:tav>
                                      </p:tavLst>
                                    </p:anim>
                                    <p:anim calcmode="lin" valueType="num">
                                      <p:cBhvr additive="base">
                                        <p:cTn id="85" dur="600" fill="hold"/>
                                        <p:tgtEl>
                                          <p:spTgt spid="20"/>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600"/>
                                        <p:tgtEl>
                                          <p:spTgt spid="21"/>
                                        </p:tgtEl>
                                      </p:cBhvr>
                                    </p:animEffect>
                                    <p:anim calcmode="lin" valueType="num">
                                      <p:cBhvr additive="base">
                                        <p:cTn id="89" dur="600" fill="hold"/>
                                        <p:tgtEl>
                                          <p:spTgt spid="21"/>
                                        </p:tgtEl>
                                        <p:attrNameLst>
                                          <p:attrName>ppt_x</p:attrName>
                                        </p:attrNameLst>
                                      </p:cBhvr>
                                      <p:tavLst>
                                        <p:tav tm="0">
                                          <p:val>
                                            <p:strVal val="#ppt_x"/>
                                          </p:val>
                                        </p:tav>
                                        <p:tav tm="100000">
                                          <p:val>
                                            <p:strVal val="#ppt_x"/>
                                          </p:val>
                                        </p:tav>
                                      </p:tavLst>
                                    </p:anim>
                                    <p:anim calcmode="lin" valueType="num">
                                      <p:cBhvr additive="base">
                                        <p:cTn id="90" dur="600" fill="hold"/>
                                        <p:tgtEl>
                                          <p:spTgt spid="21"/>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600"/>
                                        <p:tgtEl>
                                          <p:spTgt spid="22"/>
                                        </p:tgtEl>
                                      </p:cBhvr>
                                    </p:animEffect>
                                    <p:anim calcmode="lin" valueType="num">
                                      <p:cBhvr additive="base">
                                        <p:cTn id="94" dur="600" fill="hold"/>
                                        <p:tgtEl>
                                          <p:spTgt spid="22"/>
                                        </p:tgtEl>
                                        <p:attrNameLst>
                                          <p:attrName>ppt_x</p:attrName>
                                        </p:attrNameLst>
                                      </p:cBhvr>
                                      <p:tavLst>
                                        <p:tav tm="0">
                                          <p:val>
                                            <p:strVal val="#ppt_x"/>
                                          </p:val>
                                        </p:tav>
                                        <p:tav tm="100000">
                                          <p:val>
                                            <p:strVal val="#ppt_x"/>
                                          </p:val>
                                        </p:tav>
                                      </p:tavLst>
                                    </p:anim>
                                    <p:anim calcmode="lin" valueType="num">
                                      <p:cBhvr additive="base">
                                        <p:cTn id="95" dur="600" fill="hold"/>
                                        <p:tgtEl>
                                          <p:spTgt spid="22"/>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600"/>
                                        <p:tgtEl>
                                          <p:spTgt spid="23"/>
                                        </p:tgtEl>
                                      </p:cBhvr>
                                    </p:animEffect>
                                    <p:anim calcmode="lin" valueType="num">
                                      <p:cBhvr additive="base">
                                        <p:cTn id="99" dur="600" fill="hold"/>
                                        <p:tgtEl>
                                          <p:spTgt spid="23"/>
                                        </p:tgtEl>
                                        <p:attrNameLst>
                                          <p:attrName>ppt_x</p:attrName>
                                        </p:attrNameLst>
                                      </p:cBhvr>
                                      <p:tavLst>
                                        <p:tav tm="0">
                                          <p:val>
                                            <p:strVal val="#ppt_x"/>
                                          </p:val>
                                        </p:tav>
                                        <p:tav tm="100000">
                                          <p:val>
                                            <p:strVal val="#ppt_x"/>
                                          </p:val>
                                        </p:tav>
                                      </p:tavLst>
                                    </p:anim>
                                    <p:anim calcmode="lin" valueType="num">
                                      <p:cBhvr additive="base">
                                        <p:cTn id="100" dur="600" fill="hold"/>
                                        <p:tgtEl>
                                          <p:spTgt spid="23"/>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600"/>
                                        <p:tgtEl>
                                          <p:spTgt spid="24"/>
                                        </p:tgtEl>
                                      </p:cBhvr>
                                    </p:animEffect>
                                    <p:anim calcmode="lin" valueType="num">
                                      <p:cBhvr additive="base">
                                        <p:cTn id="104" dur="600" fill="hold"/>
                                        <p:tgtEl>
                                          <p:spTgt spid="24"/>
                                        </p:tgtEl>
                                        <p:attrNameLst>
                                          <p:attrName>ppt_x</p:attrName>
                                        </p:attrNameLst>
                                      </p:cBhvr>
                                      <p:tavLst>
                                        <p:tav tm="0">
                                          <p:val>
                                            <p:strVal val="#ppt_x"/>
                                          </p:val>
                                        </p:tav>
                                        <p:tav tm="100000">
                                          <p:val>
                                            <p:strVal val="#ppt_x"/>
                                          </p:val>
                                        </p:tav>
                                      </p:tavLst>
                                    </p:anim>
                                    <p:anim calcmode="lin" valueType="num">
                                      <p:cBhvr additive="base">
                                        <p:cTn id="105" dur="600" fill="hold"/>
                                        <p:tgtEl>
                                          <p:spTgt spid="24"/>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600"/>
                                        <p:tgtEl>
                                          <p:spTgt spid="25"/>
                                        </p:tgtEl>
                                      </p:cBhvr>
                                    </p:animEffect>
                                    <p:anim calcmode="lin" valueType="num">
                                      <p:cBhvr additive="base">
                                        <p:cTn id="109" dur="600" fill="hold"/>
                                        <p:tgtEl>
                                          <p:spTgt spid="25"/>
                                        </p:tgtEl>
                                        <p:attrNameLst>
                                          <p:attrName>ppt_x</p:attrName>
                                        </p:attrNameLst>
                                      </p:cBhvr>
                                      <p:tavLst>
                                        <p:tav tm="0">
                                          <p:val>
                                            <p:strVal val="#ppt_x"/>
                                          </p:val>
                                        </p:tav>
                                        <p:tav tm="100000">
                                          <p:val>
                                            <p:strVal val="#ppt_x"/>
                                          </p:val>
                                        </p:tav>
                                      </p:tavLst>
                                    </p:anim>
                                    <p:anim calcmode="lin" valueType="num">
                                      <p:cBhvr additive="base">
                                        <p:cTn id="110" dur="600" fill="hold"/>
                                        <p:tgtEl>
                                          <p:spTgt spid="25"/>
                                        </p:tgtEl>
                                        <p:attrNameLst>
                                          <p:attrName>ppt_y</p:attrName>
                                        </p:attrNameLst>
                                      </p:cBhvr>
                                      <p:tavLst>
                                        <p:tav tm="0">
                                          <p:val>
                                            <p:strVal val="#ppt_y+.1"/>
                                          </p:val>
                                        </p:tav>
                                        <p:tav tm="100000">
                                          <p:val>
                                            <p:strVal val="#ppt_y"/>
                                          </p:val>
                                        </p:tav>
                                      </p:tavLst>
                                    </p:anim>
                                  </p:childTnLst>
                                </p:cTn>
                              </p:par>
                            </p:childTnLst>
                          </p:cTn>
                        </p:par>
                        <p:par>
                          <p:cTn id="132" fill="hold">
                            <p:stCondLst>
                              <p:cond delay="3300"/>
                            </p:stCondLst>
                            <p:childTnLst>
                              <p:par>
                                <p:cTn id="112" presetID="42" presetClass="entr" presetSubtype="0" fill="hold" grpId="0" nodeType="afterEffect">
                                  <p:stCondLst>
                                    <p:cond delay="0"/>
                                  </p:stCondLst>
                                  <p:childTnLst>
                                    <p:set>
                                      <p:cBhvr>
                                        <p:cTn id="113" dur="1" fill="hold">
                                          <p:stCondLst>
                                            <p:cond delay="0"/>
                                          </p:stCondLst>
                                        </p:cTn>
                                        <p:tgtEl>
                                          <p:spTgt spid="26"/>
                                        </p:tgtEl>
                                        <p:attrNameLst>
                                          <p:attrName>style.visibility</p:attrName>
                                        </p:attrNameLst>
                                      </p:cBhvr>
                                      <p:to>
                                        <p:strVal val="visible"/>
                                      </p:to>
                                    </p:set>
                                    <p:animEffect transition="in" filter="fade">
                                      <p:cBhvr>
                                        <p:cTn id="114" dur="600"/>
                                        <p:tgtEl>
                                          <p:spTgt spid="26"/>
                                        </p:tgtEl>
                                      </p:cBhvr>
                                    </p:animEffect>
                                    <p:anim calcmode="lin" valueType="num">
                                      <p:cBhvr additive="base">
                                        <p:cTn id="115" dur="600" fill="hold"/>
                                        <p:tgtEl>
                                          <p:spTgt spid="26"/>
                                        </p:tgtEl>
                                        <p:attrNameLst>
                                          <p:attrName>ppt_x</p:attrName>
                                        </p:attrNameLst>
                                      </p:cBhvr>
                                      <p:tavLst>
                                        <p:tav tm="0">
                                          <p:val>
                                            <p:strVal val="#ppt_x"/>
                                          </p:val>
                                        </p:tav>
                                        <p:tav tm="100000">
                                          <p:val>
                                            <p:strVal val="#ppt_x"/>
                                          </p:val>
                                        </p:tav>
                                      </p:tavLst>
                                    </p:anim>
                                    <p:anim calcmode="lin" valueType="num">
                                      <p:cBhvr additive="base">
                                        <p:cTn id="116" dur="600" fill="hold"/>
                                        <p:tgtEl>
                                          <p:spTgt spid="26"/>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7"/>
                                        </p:tgtEl>
                                        <p:attrNameLst>
                                          <p:attrName>style.visibility</p:attrName>
                                        </p:attrNameLst>
                                      </p:cBhvr>
                                      <p:to>
                                        <p:strVal val="visible"/>
                                      </p:to>
                                    </p:set>
                                    <p:animEffect transition="in" filter="fade">
                                      <p:cBhvr>
                                        <p:cTn id="119" dur="600"/>
                                        <p:tgtEl>
                                          <p:spTgt spid="27"/>
                                        </p:tgtEl>
                                      </p:cBhvr>
                                    </p:animEffect>
                                    <p:anim calcmode="lin" valueType="num">
                                      <p:cBhvr additive="base">
                                        <p:cTn id="120" dur="600" fill="hold"/>
                                        <p:tgtEl>
                                          <p:spTgt spid="27"/>
                                        </p:tgtEl>
                                        <p:attrNameLst>
                                          <p:attrName>ppt_x</p:attrName>
                                        </p:attrNameLst>
                                      </p:cBhvr>
                                      <p:tavLst>
                                        <p:tav tm="0">
                                          <p:val>
                                            <p:strVal val="#ppt_x"/>
                                          </p:val>
                                        </p:tav>
                                        <p:tav tm="100000">
                                          <p:val>
                                            <p:strVal val="#ppt_x"/>
                                          </p:val>
                                        </p:tav>
                                      </p:tavLst>
                                    </p:anim>
                                    <p:anim calcmode="lin" valueType="num">
                                      <p:cBhvr additive="base">
                                        <p:cTn id="121" dur="600" fill="hold"/>
                                        <p:tgtEl>
                                          <p:spTgt spid="27"/>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600"/>
                                        <p:tgtEl>
                                          <p:spTgt spid="28"/>
                                        </p:tgtEl>
                                      </p:cBhvr>
                                    </p:animEffect>
                                    <p:anim calcmode="lin" valueType="num">
                                      <p:cBhvr additive="base">
                                        <p:cTn id="125" dur="600" fill="hold"/>
                                        <p:tgtEl>
                                          <p:spTgt spid="28"/>
                                        </p:tgtEl>
                                        <p:attrNameLst>
                                          <p:attrName>ppt_x</p:attrName>
                                        </p:attrNameLst>
                                      </p:cBhvr>
                                      <p:tavLst>
                                        <p:tav tm="0">
                                          <p:val>
                                            <p:strVal val="#ppt_x"/>
                                          </p:val>
                                        </p:tav>
                                        <p:tav tm="100000">
                                          <p:val>
                                            <p:strVal val="#ppt_x"/>
                                          </p:val>
                                        </p:tav>
                                      </p:tavLst>
                                    </p:anim>
                                    <p:anim calcmode="lin" valueType="num">
                                      <p:cBhvr additive="base">
                                        <p:cTn id="126" dur="600" fill="hold"/>
                                        <p:tgtEl>
                                          <p:spTgt spid="28"/>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29"/>
                                        </p:tgtEl>
                                        <p:attrNameLst>
                                          <p:attrName>style.visibility</p:attrName>
                                        </p:attrNameLst>
                                      </p:cBhvr>
                                      <p:to>
                                        <p:strVal val="visible"/>
                                      </p:to>
                                    </p:set>
                                    <p:animEffect transition="in" filter="fade">
                                      <p:cBhvr>
                                        <p:cTn id="129" dur="600"/>
                                        <p:tgtEl>
                                          <p:spTgt spid="29"/>
                                        </p:tgtEl>
                                      </p:cBhvr>
                                    </p:animEffect>
                                    <p:anim calcmode="lin" valueType="num">
                                      <p:cBhvr additive="base">
                                        <p:cTn id="130" dur="600" fill="hold"/>
                                        <p:tgtEl>
                                          <p:spTgt spid="29"/>
                                        </p:tgtEl>
                                        <p:attrNameLst>
                                          <p:attrName>ppt_x</p:attrName>
                                        </p:attrNameLst>
                                      </p:cBhvr>
                                      <p:tavLst>
                                        <p:tav tm="0">
                                          <p:val>
                                            <p:strVal val="#ppt_x"/>
                                          </p:val>
                                        </p:tav>
                                        <p:tav tm="100000">
                                          <p:val>
                                            <p:strVal val="#ppt_x"/>
                                          </p:val>
                                        </p:tav>
                                      </p:tavLst>
                                    </p:anim>
                                    <p:anim calcmode="lin" valueType="num">
                                      <p:cBhvr additive="base">
                                        <p:cTn id="131" dur="6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5</a:t>
            </a:r>
            <a:endParaRPr lang="en-US" sz="800" dirty="0"/>
          </a:p>
        </p:txBody>
      </p:sp>
      <p:sp>
        <p:nvSpPr>
          <p:cNvPr id="4" name="a1f_91"/>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02 · LA SOLUTION</a:t>
            </a:r>
            <a:endParaRPr lang="en-US" sz="1100" dirty="0"/>
          </a:p>
        </p:txBody>
      </p:sp>
      <p:sp>
        <p:nvSpPr>
          <p:cNvPr id="5" name="a1f_92"/>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Chacun son rôle, chacun ses droits</a:t>
            </a:r>
            <a:endParaRPr lang="en-US" sz="2700" dirty="0"/>
          </a:p>
        </p:txBody>
      </p:sp>
      <p:sp>
        <p:nvSpPr>
          <p:cNvPr id="6" name="a2u_93"/>
          <p:cNvSpPr/>
          <p:nvPr/>
        </p:nvSpPr>
        <p:spPr>
          <a:xfrm>
            <a:off x="457200" y="1280160"/>
            <a:ext cx="2606040" cy="3246120"/>
          </a:xfrm>
          <a:prstGeom prst="roundRect">
            <a:avLst>
              <a:gd name="adj" fmla="val 2807"/>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u_94"/>
          <p:cNvSpPr/>
          <p:nvPr/>
        </p:nvSpPr>
        <p:spPr>
          <a:xfrm>
            <a:off x="457200" y="1280160"/>
            <a:ext cx="2606040" cy="1143000"/>
          </a:xfrm>
          <a:prstGeom prst="roundRect">
            <a:avLst>
              <a:gd name="adj" fmla="val 6400"/>
            </a:avLst>
          </a:prstGeom>
          <a:solidFill>
            <a:srgbClr val="141C55"/>
          </a:solidFill>
          <a:ln w="12700">
            <a:solidFill>
              <a:srgbClr val="141C55"/>
            </a:solidFill>
            <a:prstDash val="solid"/>
          </a:ln>
        </p:spPr>
      </p:sp>
      <p:sp>
        <p:nvSpPr>
          <p:cNvPr id="8" name="a2u_95"/>
          <p:cNvSpPr/>
          <p:nvPr/>
        </p:nvSpPr>
        <p:spPr>
          <a:xfrm>
            <a:off x="457200" y="2194560"/>
            <a:ext cx="2606040" cy="228600"/>
          </a:xfrm>
          <a:prstGeom prst="rect">
            <a:avLst/>
          </a:prstGeom>
          <a:solidFill>
            <a:srgbClr val="141C55"/>
          </a:solidFill>
          <a:ln w="12700">
            <a:solidFill>
              <a:srgbClr val="141C55"/>
            </a:solidFill>
            <a:prstDash val="solid"/>
          </a:ln>
        </p:spPr>
      </p:sp>
      <p:pic>
        <p:nvPicPr>
          <p:cNvPr id="9" name="a2u_96" descr="preencoded.png">    </p:cNvPr>
          <p:cNvPicPr>
            <a:picLocks noChangeAspect="1"/>
          </p:cNvPicPr>
          <p:nvPr/>
        </p:nvPicPr>
        <p:blipFill>
          <a:blip r:embed="rId1"/>
          <a:stretch>
            <a:fillRect/>
          </a:stretch>
        </p:blipFill>
        <p:spPr>
          <a:xfrm>
            <a:off x="685800" y="1508760"/>
            <a:ext cx="384048" cy="384048"/>
          </a:xfrm>
          <a:prstGeom prst="rect">
            <a:avLst/>
          </a:prstGeom>
        </p:spPr>
      </p:pic>
      <p:sp>
        <p:nvSpPr>
          <p:cNvPr id="10" name="a2u_97"/>
          <p:cNvSpPr txBox="1"/>
          <p:nvPr/>
        </p:nvSpPr>
        <p:spPr>
          <a:xfrm>
            <a:off x="685800" y="1938528"/>
            <a:ext cx="2194560" cy="256032"/>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Super-administrateur</a:t>
            </a:r>
            <a:endParaRPr lang="en-US" sz="1400" dirty="0"/>
          </a:p>
        </p:txBody>
      </p:sp>
      <p:sp>
        <p:nvSpPr>
          <p:cNvPr id="11" name="a2u_98"/>
          <p:cNvSpPr txBox="1"/>
          <p:nvPr/>
        </p:nvSpPr>
        <p:spPr>
          <a:xfrm>
            <a:off x="1188720" y="1572768"/>
            <a:ext cx="1737360" cy="256032"/>
          </a:xfrm>
          <a:prstGeom prst="rect">
            <a:avLst/>
          </a:prstGeom>
          <a:noFill/>
          <a:ln/>
        </p:spPr>
        <p:txBody>
          <a:bodyPr wrap="square" lIns="0" tIns="0" rIns="0" bIns="0" rtlCol="0" anchor="t"/>
          <a:lstStyle/>
          <a:p>
            <a:pPr indent="0" marL="0">
              <a:buNone/>
            </a:pPr>
            <a:r>
              <a:rPr lang="en-US" sz="1000" i="1" dirty="0">
                <a:solidFill>
                  <a:srgbClr val="C7E9F5"/>
                </a:solidFill>
                <a:latin typeface="Arial" pitchFamily="34" charset="0"/>
                <a:ea typeface="Arial" pitchFamily="34" charset="-122"/>
                <a:cs typeface="Arial" pitchFamily="34" charset="-120"/>
              </a:rPr>
              <a:t>Gère la plateforme</a:t>
            </a:r>
            <a:endParaRPr lang="en-US" sz="1000" dirty="0"/>
          </a:p>
        </p:txBody>
      </p:sp>
      <p:pic>
        <p:nvPicPr>
          <p:cNvPr id="12" name="a2u_99" descr="preencoded.png">    </p:cNvPr>
          <p:cNvPicPr>
            <a:picLocks noChangeAspect="1"/>
          </p:cNvPicPr>
          <p:nvPr/>
        </p:nvPicPr>
        <p:blipFill>
          <a:blip r:embed="rId2"/>
          <a:stretch>
            <a:fillRect/>
          </a:stretch>
        </p:blipFill>
        <p:spPr>
          <a:xfrm>
            <a:off x="685800" y="2670048"/>
            <a:ext cx="237744" cy="237744"/>
          </a:xfrm>
          <a:prstGeom prst="rect">
            <a:avLst/>
          </a:prstGeom>
        </p:spPr>
      </p:pic>
      <p:sp>
        <p:nvSpPr>
          <p:cNvPr id="13" name="a2u_100"/>
          <p:cNvSpPr txBox="1"/>
          <p:nvPr/>
        </p:nvSpPr>
        <p:spPr>
          <a:xfrm>
            <a:off x="1024128" y="2651760"/>
            <a:ext cx="1874520" cy="457200"/>
          </a:xfrm>
          <a:prstGeom prst="rect">
            <a:avLst/>
          </a:prstGeom>
          <a:noFill/>
          <a:ln/>
        </p:spPr>
        <p:txBody>
          <a:bodyPr wrap="square" lIns="0" tIns="0" rIns="0" bIns="0" rtlCol="0" anchor="t"/>
          <a:lstStyle/>
          <a:p>
            <a:pPr indent="0" marL="0">
              <a:buNone/>
            </a:pPr>
            <a:r>
              <a:rPr lang="en-US" sz="1100" dirty="0">
                <a:solidFill>
                  <a:srgbClr val="1B2240"/>
                </a:solidFill>
                <a:latin typeface="Arial" pitchFamily="34" charset="0"/>
                <a:ea typeface="Arial" pitchFamily="34" charset="-122"/>
                <a:cs typeface="Arial" pitchFamily="34" charset="-120"/>
              </a:rPr>
              <a:t>Crée les écoles</a:t>
            </a:r>
            <a:endParaRPr lang="en-US" sz="1100" dirty="0"/>
          </a:p>
        </p:txBody>
      </p:sp>
      <p:pic>
        <p:nvPicPr>
          <p:cNvPr id="14" name="a2u_101" descr="preencoded.png">    </p:cNvPr>
          <p:cNvPicPr>
            <a:picLocks noChangeAspect="1"/>
          </p:cNvPicPr>
          <p:nvPr/>
        </p:nvPicPr>
        <p:blipFill>
          <a:blip r:embed="rId3"/>
          <a:stretch>
            <a:fillRect/>
          </a:stretch>
        </p:blipFill>
        <p:spPr>
          <a:xfrm>
            <a:off x="685800" y="3236976"/>
            <a:ext cx="237744" cy="237744"/>
          </a:xfrm>
          <a:prstGeom prst="rect">
            <a:avLst/>
          </a:prstGeom>
        </p:spPr>
      </p:pic>
      <p:sp>
        <p:nvSpPr>
          <p:cNvPr id="15" name="a2u_102"/>
          <p:cNvSpPr txBox="1"/>
          <p:nvPr/>
        </p:nvSpPr>
        <p:spPr>
          <a:xfrm>
            <a:off x="1024128" y="3218688"/>
            <a:ext cx="1874520" cy="457200"/>
          </a:xfrm>
          <a:prstGeom prst="rect">
            <a:avLst/>
          </a:prstGeom>
          <a:noFill/>
          <a:ln/>
        </p:spPr>
        <p:txBody>
          <a:bodyPr wrap="square" lIns="0" tIns="0" rIns="0" bIns="0" rtlCol="0" anchor="t"/>
          <a:lstStyle/>
          <a:p>
            <a:pPr indent="0" marL="0">
              <a:buNone/>
            </a:pPr>
            <a:r>
              <a:rPr lang="en-US" sz="1100" dirty="0">
                <a:solidFill>
                  <a:srgbClr val="1B2240"/>
                </a:solidFill>
                <a:latin typeface="Arial" pitchFamily="34" charset="0"/>
                <a:ea typeface="Arial" pitchFamily="34" charset="-122"/>
                <a:cs typeface="Arial" pitchFamily="34" charset="-120"/>
              </a:rPr>
              <a:t>Crée le compte du directeur</a:t>
            </a:r>
            <a:endParaRPr lang="en-US" sz="1100" dirty="0"/>
          </a:p>
        </p:txBody>
      </p:sp>
      <p:pic>
        <p:nvPicPr>
          <p:cNvPr id="16" name="a2u_103" descr="preencoded.png">    </p:cNvPr>
          <p:cNvPicPr>
            <a:picLocks noChangeAspect="1"/>
          </p:cNvPicPr>
          <p:nvPr/>
        </p:nvPicPr>
        <p:blipFill>
          <a:blip r:embed="rId4"/>
          <a:stretch>
            <a:fillRect/>
          </a:stretch>
        </p:blipFill>
        <p:spPr>
          <a:xfrm>
            <a:off x="685800" y="3803904"/>
            <a:ext cx="237744" cy="237744"/>
          </a:xfrm>
          <a:prstGeom prst="rect">
            <a:avLst/>
          </a:prstGeom>
        </p:spPr>
      </p:pic>
      <p:sp>
        <p:nvSpPr>
          <p:cNvPr id="17" name="a2u_104"/>
          <p:cNvSpPr txBox="1"/>
          <p:nvPr/>
        </p:nvSpPr>
        <p:spPr>
          <a:xfrm>
            <a:off x="1024128" y="3785616"/>
            <a:ext cx="1874520" cy="457200"/>
          </a:xfrm>
          <a:prstGeom prst="rect">
            <a:avLst/>
          </a:prstGeom>
          <a:noFill/>
          <a:ln/>
        </p:spPr>
        <p:txBody>
          <a:bodyPr wrap="square" lIns="0" tIns="0" rIns="0" bIns="0" rtlCol="0" anchor="t"/>
          <a:lstStyle/>
          <a:p>
            <a:pPr indent="0" marL="0">
              <a:buNone/>
            </a:pPr>
            <a:r>
              <a:rPr lang="en-US" sz="1100" dirty="0">
                <a:solidFill>
                  <a:srgbClr val="1B2240"/>
                </a:solidFill>
                <a:latin typeface="Arial" pitchFamily="34" charset="0"/>
                <a:ea typeface="Arial" pitchFamily="34" charset="-122"/>
                <a:cs typeface="Arial" pitchFamily="34" charset="-120"/>
              </a:rPr>
              <a:t>Active ou désactive une école</a:t>
            </a:r>
            <a:endParaRPr lang="en-US" sz="1100" dirty="0"/>
          </a:p>
        </p:txBody>
      </p:sp>
      <p:sp>
        <p:nvSpPr>
          <p:cNvPr id="18" name="a3u_105"/>
          <p:cNvSpPr/>
          <p:nvPr/>
        </p:nvSpPr>
        <p:spPr>
          <a:xfrm>
            <a:off x="3246120" y="1280160"/>
            <a:ext cx="2606040" cy="3246120"/>
          </a:xfrm>
          <a:prstGeom prst="roundRect">
            <a:avLst>
              <a:gd name="adj" fmla="val 2807"/>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9" name="a3u_106"/>
          <p:cNvSpPr/>
          <p:nvPr/>
        </p:nvSpPr>
        <p:spPr>
          <a:xfrm>
            <a:off x="3246120" y="1280160"/>
            <a:ext cx="2606040" cy="1143000"/>
          </a:xfrm>
          <a:prstGeom prst="roundRect">
            <a:avLst>
              <a:gd name="adj" fmla="val 6400"/>
            </a:avLst>
          </a:prstGeom>
          <a:solidFill>
            <a:srgbClr val="1E2A78"/>
          </a:solidFill>
          <a:ln w="12700">
            <a:solidFill>
              <a:srgbClr val="1E2A78"/>
            </a:solidFill>
            <a:prstDash val="solid"/>
          </a:ln>
        </p:spPr>
      </p:sp>
      <p:sp>
        <p:nvSpPr>
          <p:cNvPr id="20" name="a3u_107"/>
          <p:cNvSpPr/>
          <p:nvPr/>
        </p:nvSpPr>
        <p:spPr>
          <a:xfrm>
            <a:off x="3246120" y="2194560"/>
            <a:ext cx="2606040" cy="228600"/>
          </a:xfrm>
          <a:prstGeom prst="rect">
            <a:avLst/>
          </a:prstGeom>
          <a:solidFill>
            <a:srgbClr val="1E2A78"/>
          </a:solidFill>
          <a:ln w="12700">
            <a:solidFill>
              <a:srgbClr val="1E2A78"/>
            </a:solidFill>
            <a:prstDash val="solid"/>
          </a:ln>
        </p:spPr>
      </p:sp>
      <p:pic>
        <p:nvPicPr>
          <p:cNvPr id="21" name="a3u_108" descr="preencoded.png">    </p:cNvPr>
          <p:cNvPicPr>
            <a:picLocks noChangeAspect="1"/>
          </p:cNvPicPr>
          <p:nvPr/>
        </p:nvPicPr>
        <p:blipFill>
          <a:blip r:embed="rId5"/>
          <a:stretch>
            <a:fillRect/>
          </a:stretch>
        </p:blipFill>
        <p:spPr>
          <a:xfrm>
            <a:off x="3474720" y="1508760"/>
            <a:ext cx="384048" cy="384048"/>
          </a:xfrm>
          <a:prstGeom prst="rect">
            <a:avLst/>
          </a:prstGeom>
        </p:spPr>
      </p:pic>
      <p:sp>
        <p:nvSpPr>
          <p:cNvPr id="22" name="a3u_109"/>
          <p:cNvSpPr txBox="1"/>
          <p:nvPr/>
        </p:nvSpPr>
        <p:spPr>
          <a:xfrm>
            <a:off x="3474720" y="1938528"/>
            <a:ext cx="2194560" cy="256032"/>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Administrateur d'école</a:t>
            </a:r>
            <a:endParaRPr lang="en-US" sz="1400" dirty="0"/>
          </a:p>
        </p:txBody>
      </p:sp>
      <p:sp>
        <p:nvSpPr>
          <p:cNvPr id="23" name="a3u_110"/>
          <p:cNvSpPr txBox="1"/>
          <p:nvPr/>
        </p:nvSpPr>
        <p:spPr>
          <a:xfrm>
            <a:off x="3977640" y="1572768"/>
            <a:ext cx="1737360" cy="256032"/>
          </a:xfrm>
          <a:prstGeom prst="rect">
            <a:avLst/>
          </a:prstGeom>
          <a:noFill/>
          <a:ln/>
        </p:spPr>
        <p:txBody>
          <a:bodyPr wrap="square" lIns="0" tIns="0" rIns="0" bIns="0" rtlCol="0" anchor="t"/>
          <a:lstStyle/>
          <a:p>
            <a:pPr indent="0" marL="0">
              <a:buNone/>
            </a:pPr>
            <a:r>
              <a:rPr lang="en-US" sz="1000" i="1" dirty="0">
                <a:solidFill>
                  <a:srgbClr val="C7E9F5"/>
                </a:solidFill>
                <a:latin typeface="Arial" pitchFamily="34" charset="0"/>
                <a:ea typeface="Arial" pitchFamily="34" charset="-122"/>
                <a:cs typeface="Arial" pitchFamily="34" charset="-120"/>
              </a:rPr>
              <a:t>Le directeur</a:t>
            </a:r>
            <a:endParaRPr lang="en-US" sz="1000" dirty="0"/>
          </a:p>
        </p:txBody>
      </p:sp>
      <p:pic>
        <p:nvPicPr>
          <p:cNvPr id="24" name="a3u_111" descr="preencoded.png">    </p:cNvPr>
          <p:cNvPicPr>
            <a:picLocks noChangeAspect="1"/>
          </p:cNvPicPr>
          <p:nvPr/>
        </p:nvPicPr>
        <p:blipFill>
          <a:blip r:embed="rId6"/>
          <a:stretch>
            <a:fillRect/>
          </a:stretch>
        </p:blipFill>
        <p:spPr>
          <a:xfrm>
            <a:off x="3474720" y="2670048"/>
            <a:ext cx="237744" cy="237744"/>
          </a:xfrm>
          <a:prstGeom prst="rect">
            <a:avLst/>
          </a:prstGeom>
        </p:spPr>
      </p:pic>
      <p:sp>
        <p:nvSpPr>
          <p:cNvPr id="25" name="a3u_112"/>
          <p:cNvSpPr txBox="1"/>
          <p:nvPr/>
        </p:nvSpPr>
        <p:spPr>
          <a:xfrm>
            <a:off x="3813048" y="2651760"/>
            <a:ext cx="1874520" cy="457200"/>
          </a:xfrm>
          <a:prstGeom prst="rect">
            <a:avLst/>
          </a:prstGeom>
          <a:noFill/>
          <a:ln/>
        </p:spPr>
        <p:txBody>
          <a:bodyPr wrap="square" lIns="0" tIns="0" rIns="0" bIns="0" rtlCol="0" anchor="t"/>
          <a:lstStyle/>
          <a:p>
            <a:pPr indent="0" marL="0">
              <a:buNone/>
            </a:pPr>
            <a:r>
              <a:rPr lang="en-US" sz="1100" dirty="0">
                <a:solidFill>
                  <a:srgbClr val="1B2240"/>
                </a:solidFill>
                <a:latin typeface="Arial" pitchFamily="34" charset="0"/>
                <a:ea typeface="Arial" pitchFamily="34" charset="-122"/>
                <a:cs typeface="Arial" pitchFamily="34" charset="-120"/>
              </a:rPr>
              <a:t>Autorise ou bloque les agents</a:t>
            </a:r>
            <a:endParaRPr lang="en-US" sz="1100" dirty="0"/>
          </a:p>
        </p:txBody>
      </p:sp>
      <p:pic>
        <p:nvPicPr>
          <p:cNvPr id="26" name="a3u_113" descr="preencoded.png">    </p:cNvPr>
          <p:cNvPicPr>
            <a:picLocks noChangeAspect="1"/>
          </p:cNvPicPr>
          <p:nvPr/>
        </p:nvPicPr>
        <p:blipFill>
          <a:blip r:embed="rId7"/>
          <a:stretch>
            <a:fillRect/>
          </a:stretch>
        </p:blipFill>
        <p:spPr>
          <a:xfrm>
            <a:off x="3474720" y="3236976"/>
            <a:ext cx="237744" cy="237744"/>
          </a:xfrm>
          <a:prstGeom prst="rect">
            <a:avLst/>
          </a:prstGeom>
        </p:spPr>
      </p:pic>
      <p:sp>
        <p:nvSpPr>
          <p:cNvPr id="27" name="a3u_114"/>
          <p:cNvSpPr txBox="1"/>
          <p:nvPr/>
        </p:nvSpPr>
        <p:spPr>
          <a:xfrm>
            <a:off x="3813048" y="3218688"/>
            <a:ext cx="1874520" cy="457200"/>
          </a:xfrm>
          <a:prstGeom prst="rect">
            <a:avLst/>
          </a:prstGeom>
          <a:noFill/>
          <a:ln/>
        </p:spPr>
        <p:txBody>
          <a:bodyPr wrap="square" lIns="0" tIns="0" rIns="0" bIns="0" rtlCol="0" anchor="t"/>
          <a:lstStyle/>
          <a:p>
            <a:pPr indent="0" marL="0">
              <a:buNone/>
            </a:pPr>
            <a:r>
              <a:rPr lang="en-US" sz="1100" dirty="0">
                <a:solidFill>
                  <a:srgbClr val="1B2240"/>
                </a:solidFill>
                <a:latin typeface="Arial" pitchFamily="34" charset="0"/>
                <a:ea typeface="Arial" pitchFamily="34" charset="-122"/>
                <a:cs typeface="Arial" pitchFamily="34" charset="-120"/>
              </a:rPr>
              <a:t>Choisit leurs permissions</a:t>
            </a:r>
            <a:endParaRPr lang="en-US" sz="1100" dirty="0"/>
          </a:p>
        </p:txBody>
      </p:sp>
      <p:pic>
        <p:nvPicPr>
          <p:cNvPr id="28" name="a3u_115" descr="preencoded.png">    </p:cNvPr>
          <p:cNvPicPr>
            <a:picLocks noChangeAspect="1"/>
          </p:cNvPicPr>
          <p:nvPr/>
        </p:nvPicPr>
        <p:blipFill>
          <a:blip r:embed="rId8"/>
          <a:stretch>
            <a:fillRect/>
          </a:stretch>
        </p:blipFill>
        <p:spPr>
          <a:xfrm>
            <a:off x="3474720" y="3803904"/>
            <a:ext cx="237744" cy="237744"/>
          </a:xfrm>
          <a:prstGeom prst="rect">
            <a:avLst/>
          </a:prstGeom>
        </p:spPr>
      </p:pic>
      <p:sp>
        <p:nvSpPr>
          <p:cNvPr id="29" name="a3u_116"/>
          <p:cNvSpPr txBox="1"/>
          <p:nvPr/>
        </p:nvSpPr>
        <p:spPr>
          <a:xfrm>
            <a:off x="3813048" y="3785616"/>
            <a:ext cx="1874520" cy="457200"/>
          </a:xfrm>
          <a:prstGeom prst="rect">
            <a:avLst/>
          </a:prstGeom>
          <a:noFill/>
          <a:ln/>
        </p:spPr>
        <p:txBody>
          <a:bodyPr wrap="square" lIns="0" tIns="0" rIns="0" bIns="0" rtlCol="0" anchor="t"/>
          <a:lstStyle/>
          <a:p>
            <a:pPr indent="0" marL="0">
              <a:buNone/>
            </a:pPr>
            <a:r>
              <a:rPr lang="en-US" sz="1100" dirty="0">
                <a:solidFill>
                  <a:srgbClr val="1B2240"/>
                </a:solidFill>
                <a:latin typeface="Arial" pitchFamily="34" charset="0"/>
                <a:ea typeface="Arial" pitchFamily="34" charset="-122"/>
                <a:cs typeface="Arial" pitchFamily="34" charset="-120"/>
              </a:rPr>
              <a:t>Consulte et corrige les fiches</a:t>
            </a:r>
            <a:endParaRPr lang="en-US" sz="1100" dirty="0"/>
          </a:p>
        </p:txBody>
      </p:sp>
      <p:sp>
        <p:nvSpPr>
          <p:cNvPr id="30" name="a4u_117"/>
          <p:cNvSpPr/>
          <p:nvPr/>
        </p:nvSpPr>
        <p:spPr>
          <a:xfrm>
            <a:off x="6035040" y="1280160"/>
            <a:ext cx="2606040" cy="3246120"/>
          </a:xfrm>
          <a:prstGeom prst="roundRect">
            <a:avLst>
              <a:gd name="adj" fmla="val 2807"/>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31" name="a4u_118"/>
          <p:cNvSpPr/>
          <p:nvPr/>
        </p:nvSpPr>
        <p:spPr>
          <a:xfrm>
            <a:off x="6035040" y="1280160"/>
            <a:ext cx="2606040" cy="1143000"/>
          </a:xfrm>
          <a:prstGeom prst="roundRect">
            <a:avLst>
              <a:gd name="adj" fmla="val 6400"/>
            </a:avLst>
          </a:prstGeom>
          <a:solidFill>
            <a:srgbClr val="00B4D8"/>
          </a:solidFill>
          <a:ln w="12700">
            <a:solidFill>
              <a:srgbClr val="00B4D8"/>
            </a:solidFill>
            <a:prstDash val="solid"/>
          </a:ln>
        </p:spPr>
      </p:sp>
      <p:sp>
        <p:nvSpPr>
          <p:cNvPr id="32" name="a4u_119"/>
          <p:cNvSpPr/>
          <p:nvPr/>
        </p:nvSpPr>
        <p:spPr>
          <a:xfrm>
            <a:off x="6035040" y="2194560"/>
            <a:ext cx="2606040" cy="228600"/>
          </a:xfrm>
          <a:prstGeom prst="rect">
            <a:avLst/>
          </a:prstGeom>
          <a:solidFill>
            <a:srgbClr val="00B4D8"/>
          </a:solidFill>
          <a:ln w="12700">
            <a:solidFill>
              <a:srgbClr val="00B4D8"/>
            </a:solidFill>
            <a:prstDash val="solid"/>
          </a:ln>
        </p:spPr>
      </p:sp>
      <p:pic>
        <p:nvPicPr>
          <p:cNvPr id="33" name="a4u_120" descr="preencoded.png">    </p:cNvPr>
          <p:cNvPicPr>
            <a:picLocks noChangeAspect="1"/>
          </p:cNvPicPr>
          <p:nvPr/>
        </p:nvPicPr>
        <p:blipFill>
          <a:blip r:embed="rId9"/>
          <a:stretch>
            <a:fillRect/>
          </a:stretch>
        </p:blipFill>
        <p:spPr>
          <a:xfrm>
            <a:off x="6263640" y="1508760"/>
            <a:ext cx="384048" cy="384048"/>
          </a:xfrm>
          <a:prstGeom prst="rect">
            <a:avLst/>
          </a:prstGeom>
        </p:spPr>
      </p:pic>
      <p:sp>
        <p:nvSpPr>
          <p:cNvPr id="34" name="a4u_121"/>
          <p:cNvSpPr txBox="1"/>
          <p:nvPr/>
        </p:nvSpPr>
        <p:spPr>
          <a:xfrm>
            <a:off x="6263640" y="1938528"/>
            <a:ext cx="2194560" cy="256032"/>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Agent</a:t>
            </a:r>
            <a:endParaRPr lang="en-US" sz="1400" dirty="0"/>
          </a:p>
        </p:txBody>
      </p:sp>
      <p:sp>
        <p:nvSpPr>
          <p:cNvPr id="35" name="a4u_122"/>
          <p:cNvSpPr txBox="1"/>
          <p:nvPr/>
        </p:nvSpPr>
        <p:spPr>
          <a:xfrm>
            <a:off x="6766560" y="1572768"/>
            <a:ext cx="1737360" cy="256032"/>
          </a:xfrm>
          <a:prstGeom prst="rect">
            <a:avLst/>
          </a:prstGeom>
          <a:noFill/>
          <a:ln/>
        </p:spPr>
        <p:txBody>
          <a:bodyPr wrap="square" lIns="0" tIns="0" rIns="0" bIns="0" rtlCol="0" anchor="t"/>
          <a:lstStyle/>
          <a:p>
            <a:pPr indent="0" marL="0">
              <a:buNone/>
            </a:pPr>
            <a:r>
              <a:rPr lang="en-US" sz="1000" i="1" dirty="0">
                <a:solidFill>
                  <a:srgbClr val="C7E9F5"/>
                </a:solidFill>
                <a:latin typeface="Arial" pitchFamily="34" charset="0"/>
                <a:ea typeface="Arial" pitchFamily="34" charset="-122"/>
                <a:cs typeface="Arial" pitchFamily="34" charset="-120"/>
              </a:rPr>
              <a:t>Accueil, surveillance…</a:t>
            </a:r>
            <a:endParaRPr lang="en-US" sz="1000" dirty="0"/>
          </a:p>
        </p:txBody>
      </p:sp>
      <p:pic>
        <p:nvPicPr>
          <p:cNvPr id="36" name="a4u_123" descr="preencoded.png">    </p:cNvPr>
          <p:cNvPicPr>
            <a:picLocks noChangeAspect="1"/>
          </p:cNvPicPr>
          <p:nvPr/>
        </p:nvPicPr>
        <p:blipFill>
          <a:blip r:embed="rId10"/>
          <a:stretch>
            <a:fillRect/>
          </a:stretch>
        </p:blipFill>
        <p:spPr>
          <a:xfrm>
            <a:off x="6263640" y="2670048"/>
            <a:ext cx="237744" cy="237744"/>
          </a:xfrm>
          <a:prstGeom prst="rect">
            <a:avLst/>
          </a:prstGeom>
        </p:spPr>
      </p:pic>
      <p:sp>
        <p:nvSpPr>
          <p:cNvPr id="37" name="a4u_124"/>
          <p:cNvSpPr txBox="1"/>
          <p:nvPr/>
        </p:nvSpPr>
        <p:spPr>
          <a:xfrm>
            <a:off x="6601968" y="2651760"/>
            <a:ext cx="1874520" cy="457200"/>
          </a:xfrm>
          <a:prstGeom prst="rect">
            <a:avLst/>
          </a:prstGeom>
          <a:noFill/>
          <a:ln/>
        </p:spPr>
        <p:txBody>
          <a:bodyPr wrap="square" lIns="0" tIns="0" rIns="0" bIns="0" rtlCol="0" anchor="t"/>
          <a:lstStyle/>
          <a:p>
            <a:pPr indent="0" marL="0">
              <a:buNone/>
            </a:pPr>
            <a:r>
              <a:rPr lang="en-US" sz="1100" dirty="0">
                <a:solidFill>
                  <a:srgbClr val="1B2240"/>
                </a:solidFill>
                <a:latin typeface="Arial" pitchFamily="34" charset="0"/>
                <a:ea typeface="Arial" pitchFamily="34" charset="-122"/>
                <a:cs typeface="Arial" pitchFamily="34" charset="-120"/>
              </a:rPr>
              <a:t>Crée son compte dans l’appli</a:t>
            </a:r>
            <a:endParaRPr lang="en-US" sz="1100" dirty="0"/>
          </a:p>
        </p:txBody>
      </p:sp>
      <p:pic>
        <p:nvPicPr>
          <p:cNvPr id="38" name="a4u_125" descr="preencoded.png">    </p:cNvPr>
          <p:cNvPicPr>
            <a:picLocks noChangeAspect="1"/>
          </p:cNvPicPr>
          <p:nvPr/>
        </p:nvPicPr>
        <p:blipFill>
          <a:blip r:embed="rId11"/>
          <a:stretch>
            <a:fillRect/>
          </a:stretch>
        </p:blipFill>
        <p:spPr>
          <a:xfrm>
            <a:off x="6263640" y="3236976"/>
            <a:ext cx="237744" cy="237744"/>
          </a:xfrm>
          <a:prstGeom prst="rect">
            <a:avLst/>
          </a:prstGeom>
        </p:spPr>
      </p:pic>
      <p:sp>
        <p:nvSpPr>
          <p:cNvPr id="39" name="a4u_126"/>
          <p:cNvSpPr txBox="1"/>
          <p:nvPr/>
        </p:nvSpPr>
        <p:spPr>
          <a:xfrm>
            <a:off x="6601968" y="3218688"/>
            <a:ext cx="1874520" cy="457200"/>
          </a:xfrm>
          <a:prstGeom prst="rect">
            <a:avLst/>
          </a:prstGeom>
          <a:noFill/>
          <a:ln/>
        </p:spPr>
        <p:txBody>
          <a:bodyPr wrap="square" lIns="0" tIns="0" rIns="0" bIns="0" rtlCol="0" anchor="t"/>
          <a:lstStyle/>
          <a:p>
            <a:pPr indent="0" marL="0">
              <a:buNone/>
            </a:pPr>
            <a:r>
              <a:rPr lang="en-US" sz="1100" dirty="0">
                <a:solidFill>
                  <a:srgbClr val="1B2240"/>
                </a:solidFill>
                <a:latin typeface="Arial" pitchFamily="34" charset="0"/>
                <a:ea typeface="Arial" pitchFamily="34" charset="-122"/>
                <a:cs typeface="Arial" pitchFamily="34" charset="-120"/>
              </a:rPr>
              <a:t>Scanne et reconnaît</a:t>
            </a:r>
            <a:endParaRPr lang="en-US" sz="1100" dirty="0"/>
          </a:p>
        </p:txBody>
      </p:sp>
      <p:pic>
        <p:nvPicPr>
          <p:cNvPr id="40" name="a4u_127" descr="preencoded.png">    </p:cNvPr>
          <p:cNvPicPr>
            <a:picLocks noChangeAspect="1"/>
          </p:cNvPicPr>
          <p:nvPr/>
        </p:nvPicPr>
        <p:blipFill>
          <a:blip r:embed="rId12"/>
          <a:stretch>
            <a:fillRect/>
          </a:stretch>
        </p:blipFill>
        <p:spPr>
          <a:xfrm>
            <a:off x="6263640" y="3803904"/>
            <a:ext cx="237744" cy="237744"/>
          </a:xfrm>
          <a:prstGeom prst="rect">
            <a:avLst/>
          </a:prstGeom>
        </p:spPr>
      </p:pic>
      <p:sp>
        <p:nvSpPr>
          <p:cNvPr id="41" name="a4u_128"/>
          <p:cNvSpPr txBox="1"/>
          <p:nvPr/>
        </p:nvSpPr>
        <p:spPr>
          <a:xfrm>
            <a:off x="6601968" y="3785616"/>
            <a:ext cx="1874520" cy="457200"/>
          </a:xfrm>
          <a:prstGeom prst="rect">
            <a:avLst/>
          </a:prstGeom>
          <a:noFill/>
          <a:ln/>
        </p:spPr>
        <p:txBody>
          <a:bodyPr wrap="square" lIns="0" tIns="0" rIns="0" bIns="0" rtlCol="0" anchor="t"/>
          <a:lstStyle/>
          <a:p>
            <a:pPr indent="0" marL="0">
              <a:buNone/>
            </a:pPr>
            <a:r>
              <a:rPr lang="en-US" sz="1100" dirty="0">
                <a:solidFill>
                  <a:srgbClr val="1B2240"/>
                </a:solidFill>
                <a:latin typeface="Arial" pitchFamily="34" charset="0"/>
                <a:ea typeface="Arial" pitchFamily="34" charset="-122"/>
                <a:cs typeface="Arial" pitchFamily="34" charset="-120"/>
              </a:rPr>
              <a:t>Inscrit, si autorisé</a:t>
            </a:r>
            <a:endParaRPr lang="en-US" sz="11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71"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anim calcmode="lin" valueType="num">
                                      <p:cBhvr additive="base">
                                        <p:cTn id="39" dur="600" fill="hold"/>
                                        <p:tgtEl>
                                          <p:spTgt spid="11"/>
                                        </p:tgtEl>
                                        <p:attrNameLst>
                                          <p:attrName>ppt_x</p:attrName>
                                        </p:attrNameLst>
                                      </p:cBhvr>
                                      <p:tavLst>
                                        <p:tav tm="0">
                                          <p:val>
                                            <p:strVal val="#ppt_x"/>
                                          </p:val>
                                        </p:tav>
                                        <p:tav tm="100000">
                                          <p:val>
                                            <p:strVal val="#ppt_x"/>
                                          </p:val>
                                        </p:tav>
                                      </p:tavLst>
                                    </p:anim>
                                    <p:anim calcmode="lin" valueType="num">
                                      <p:cBhvr additive="base">
                                        <p:cTn id="40" dur="600" fill="hold"/>
                                        <p:tgtEl>
                                          <p:spTgt spid="1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additive="base">
                                        <p:cTn id="44" dur="600" fill="hold"/>
                                        <p:tgtEl>
                                          <p:spTgt spid="12"/>
                                        </p:tgtEl>
                                        <p:attrNameLst>
                                          <p:attrName>ppt_x</p:attrName>
                                        </p:attrNameLst>
                                      </p:cBhvr>
                                      <p:tavLst>
                                        <p:tav tm="0">
                                          <p:val>
                                            <p:strVal val="#ppt_x"/>
                                          </p:val>
                                        </p:tav>
                                        <p:tav tm="100000">
                                          <p:val>
                                            <p:strVal val="#ppt_x"/>
                                          </p:val>
                                        </p:tav>
                                      </p:tavLst>
                                    </p:anim>
                                    <p:anim calcmode="lin" valueType="num">
                                      <p:cBhvr additive="base">
                                        <p:cTn id="45" dur="600" fill="hold"/>
                                        <p:tgtEl>
                                          <p:spTgt spid="12"/>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600"/>
                                        <p:tgtEl>
                                          <p:spTgt spid="13"/>
                                        </p:tgtEl>
                                      </p:cBhvr>
                                    </p:animEffect>
                                    <p:anim calcmode="lin" valueType="num">
                                      <p:cBhvr additive="base">
                                        <p:cTn id="49" dur="600" fill="hold"/>
                                        <p:tgtEl>
                                          <p:spTgt spid="13"/>
                                        </p:tgtEl>
                                        <p:attrNameLst>
                                          <p:attrName>ppt_x</p:attrName>
                                        </p:attrNameLst>
                                      </p:cBhvr>
                                      <p:tavLst>
                                        <p:tav tm="0">
                                          <p:val>
                                            <p:strVal val="#ppt_x"/>
                                          </p:val>
                                        </p:tav>
                                        <p:tav tm="100000">
                                          <p:val>
                                            <p:strVal val="#ppt_x"/>
                                          </p:val>
                                        </p:tav>
                                      </p:tavLst>
                                    </p:anim>
                                    <p:anim calcmode="lin" valueType="num">
                                      <p:cBhvr additive="base">
                                        <p:cTn id="50" dur="600" fill="hold"/>
                                        <p:tgtEl>
                                          <p:spTgt spid="13"/>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600"/>
                                        <p:tgtEl>
                                          <p:spTgt spid="14"/>
                                        </p:tgtEl>
                                      </p:cBhvr>
                                    </p:animEffect>
                                    <p:anim calcmode="lin" valueType="num">
                                      <p:cBhvr additive="base">
                                        <p:cTn id="54" dur="600" fill="hold"/>
                                        <p:tgtEl>
                                          <p:spTgt spid="14"/>
                                        </p:tgtEl>
                                        <p:attrNameLst>
                                          <p:attrName>ppt_x</p:attrName>
                                        </p:attrNameLst>
                                      </p:cBhvr>
                                      <p:tavLst>
                                        <p:tav tm="0">
                                          <p:val>
                                            <p:strVal val="#ppt_x"/>
                                          </p:val>
                                        </p:tav>
                                        <p:tav tm="100000">
                                          <p:val>
                                            <p:strVal val="#ppt_x"/>
                                          </p:val>
                                        </p:tav>
                                      </p:tavLst>
                                    </p:anim>
                                    <p:anim calcmode="lin" valueType="num">
                                      <p:cBhvr additive="base">
                                        <p:cTn id="55" dur="600" fill="hold"/>
                                        <p:tgtEl>
                                          <p:spTgt spid="14"/>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600"/>
                                        <p:tgtEl>
                                          <p:spTgt spid="15"/>
                                        </p:tgtEl>
                                      </p:cBhvr>
                                    </p:animEffect>
                                    <p:anim calcmode="lin" valueType="num">
                                      <p:cBhvr additive="base">
                                        <p:cTn id="59" dur="600" fill="hold"/>
                                        <p:tgtEl>
                                          <p:spTgt spid="15"/>
                                        </p:tgtEl>
                                        <p:attrNameLst>
                                          <p:attrName>ppt_x</p:attrName>
                                        </p:attrNameLst>
                                      </p:cBhvr>
                                      <p:tavLst>
                                        <p:tav tm="0">
                                          <p:val>
                                            <p:strVal val="#ppt_x"/>
                                          </p:val>
                                        </p:tav>
                                        <p:tav tm="100000">
                                          <p:val>
                                            <p:strVal val="#ppt_x"/>
                                          </p:val>
                                        </p:tav>
                                      </p:tavLst>
                                    </p:anim>
                                    <p:anim calcmode="lin" valueType="num">
                                      <p:cBhvr additive="base">
                                        <p:cTn id="60" dur="600" fill="hold"/>
                                        <p:tgtEl>
                                          <p:spTgt spid="15"/>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600"/>
                                        <p:tgtEl>
                                          <p:spTgt spid="16"/>
                                        </p:tgtEl>
                                      </p:cBhvr>
                                    </p:animEffect>
                                    <p:anim calcmode="lin" valueType="num">
                                      <p:cBhvr additive="base">
                                        <p:cTn id="64" dur="600" fill="hold"/>
                                        <p:tgtEl>
                                          <p:spTgt spid="16"/>
                                        </p:tgtEl>
                                        <p:attrNameLst>
                                          <p:attrName>ppt_x</p:attrName>
                                        </p:attrNameLst>
                                      </p:cBhvr>
                                      <p:tavLst>
                                        <p:tav tm="0">
                                          <p:val>
                                            <p:strVal val="#ppt_x"/>
                                          </p:val>
                                        </p:tav>
                                        <p:tav tm="100000">
                                          <p:val>
                                            <p:strVal val="#ppt_x"/>
                                          </p:val>
                                        </p:tav>
                                      </p:tavLst>
                                    </p:anim>
                                    <p:anim calcmode="lin" valueType="num">
                                      <p:cBhvr additive="base">
                                        <p:cTn id="65" dur="600" fill="hold"/>
                                        <p:tgtEl>
                                          <p:spTgt spid="16"/>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600"/>
                                        <p:tgtEl>
                                          <p:spTgt spid="17"/>
                                        </p:tgtEl>
                                      </p:cBhvr>
                                    </p:animEffect>
                                    <p:anim calcmode="lin" valueType="num">
                                      <p:cBhvr additive="base">
                                        <p:cTn id="69" dur="600" fill="hold"/>
                                        <p:tgtEl>
                                          <p:spTgt spid="17"/>
                                        </p:tgtEl>
                                        <p:attrNameLst>
                                          <p:attrName>ppt_x</p:attrName>
                                        </p:attrNameLst>
                                      </p:cBhvr>
                                      <p:tavLst>
                                        <p:tav tm="0">
                                          <p:val>
                                            <p:strVal val="#ppt_x"/>
                                          </p:val>
                                        </p:tav>
                                        <p:tav tm="100000">
                                          <p:val>
                                            <p:strVal val="#ppt_x"/>
                                          </p:val>
                                        </p:tav>
                                      </p:tavLst>
                                    </p:anim>
                                    <p:anim calcmode="lin" valueType="num">
                                      <p:cBhvr additive="base">
                                        <p:cTn id="70" dur="600" fill="hold"/>
                                        <p:tgtEl>
                                          <p:spTgt spid="17"/>
                                        </p:tgtEl>
                                        <p:attrNameLst>
                                          <p:attrName>ppt_y</p:attrName>
                                        </p:attrNameLst>
                                      </p:cBhvr>
                                      <p:tavLst>
                                        <p:tav tm="0">
                                          <p:val>
                                            <p:strVal val="#ppt_y+.1"/>
                                          </p:val>
                                        </p:tav>
                                        <p:tav tm="100000">
                                          <p:val>
                                            <p:strVal val="#ppt_y"/>
                                          </p:val>
                                        </p:tav>
                                      </p:tavLst>
                                    </p:anim>
                                  </p:childTnLst>
                                </p:cTn>
                              </p:par>
                            </p:childTnLst>
                          </p:cTn>
                        </p:par>
                        <p:par>
                          <p:cTn id="132" fill="hold">
                            <p:stCondLst>
                              <p:cond delay="1100"/>
                            </p:stCondLst>
                            <p:childTnLst>
                              <p:par>
                                <p:cTn id="72" presetID="42" presetClass="entr" presetSubtype="0" fill="hold" grpId="0" nodeType="after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600"/>
                                        <p:tgtEl>
                                          <p:spTgt spid="18"/>
                                        </p:tgtEl>
                                      </p:cBhvr>
                                    </p:animEffect>
                                    <p:anim calcmode="lin" valueType="num">
                                      <p:cBhvr additive="base">
                                        <p:cTn id="75" dur="600" fill="hold"/>
                                        <p:tgtEl>
                                          <p:spTgt spid="18"/>
                                        </p:tgtEl>
                                        <p:attrNameLst>
                                          <p:attrName>ppt_x</p:attrName>
                                        </p:attrNameLst>
                                      </p:cBhvr>
                                      <p:tavLst>
                                        <p:tav tm="0">
                                          <p:val>
                                            <p:strVal val="#ppt_x"/>
                                          </p:val>
                                        </p:tav>
                                        <p:tav tm="100000">
                                          <p:val>
                                            <p:strVal val="#ppt_x"/>
                                          </p:val>
                                        </p:tav>
                                      </p:tavLst>
                                    </p:anim>
                                    <p:anim calcmode="lin" valueType="num">
                                      <p:cBhvr additive="base">
                                        <p:cTn id="76" dur="600" fill="hold"/>
                                        <p:tgtEl>
                                          <p:spTgt spid="18"/>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600"/>
                                        <p:tgtEl>
                                          <p:spTgt spid="19"/>
                                        </p:tgtEl>
                                      </p:cBhvr>
                                    </p:animEffect>
                                    <p:anim calcmode="lin" valueType="num">
                                      <p:cBhvr additive="base">
                                        <p:cTn id="80" dur="600" fill="hold"/>
                                        <p:tgtEl>
                                          <p:spTgt spid="19"/>
                                        </p:tgtEl>
                                        <p:attrNameLst>
                                          <p:attrName>ppt_x</p:attrName>
                                        </p:attrNameLst>
                                      </p:cBhvr>
                                      <p:tavLst>
                                        <p:tav tm="0">
                                          <p:val>
                                            <p:strVal val="#ppt_x"/>
                                          </p:val>
                                        </p:tav>
                                        <p:tav tm="100000">
                                          <p:val>
                                            <p:strVal val="#ppt_x"/>
                                          </p:val>
                                        </p:tav>
                                      </p:tavLst>
                                    </p:anim>
                                    <p:anim calcmode="lin" valueType="num">
                                      <p:cBhvr additive="base">
                                        <p:cTn id="81" dur="600" fill="hold"/>
                                        <p:tgtEl>
                                          <p:spTgt spid="19"/>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600"/>
                                        <p:tgtEl>
                                          <p:spTgt spid="20"/>
                                        </p:tgtEl>
                                      </p:cBhvr>
                                    </p:animEffect>
                                    <p:anim calcmode="lin" valueType="num">
                                      <p:cBhvr additive="base">
                                        <p:cTn id="85" dur="600" fill="hold"/>
                                        <p:tgtEl>
                                          <p:spTgt spid="20"/>
                                        </p:tgtEl>
                                        <p:attrNameLst>
                                          <p:attrName>ppt_x</p:attrName>
                                        </p:attrNameLst>
                                      </p:cBhvr>
                                      <p:tavLst>
                                        <p:tav tm="0">
                                          <p:val>
                                            <p:strVal val="#ppt_x"/>
                                          </p:val>
                                        </p:tav>
                                        <p:tav tm="100000">
                                          <p:val>
                                            <p:strVal val="#ppt_x"/>
                                          </p:val>
                                        </p:tav>
                                      </p:tavLst>
                                    </p:anim>
                                    <p:anim calcmode="lin" valueType="num">
                                      <p:cBhvr additive="base">
                                        <p:cTn id="86" dur="600" fill="hold"/>
                                        <p:tgtEl>
                                          <p:spTgt spid="20"/>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1"/>
                                        </p:tgtEl>
                                        <p:attrNameLst>
                                          <p:attrName>style.visibility</p:attrName>
                                        </p:attrNameLst>
                                      </p:cBhvr>
                                      <p:to>
                                        <p:strVal val="visible"/>
                                      </p:to>
                                    </p:set>
                                    <p:animEffect transition="in" filter="fade">
                                      <p:cBhvr>
                                        <p:cTn id="89" dur="600"/>
                                        <p:tgtEl>
                                          <p:spTgt spid="21"/>
                                        </p:tgtEl>
                                      </p:cBhvr>
                                    </p:animEffect>
                                    <p:anim calcmode="lin" valueType="num">
                                      <p:cBhvr additive="base">
                                        <p:cTn id="90" dur="600" fill="hold"/>
                                        <p:tgtEl>
                                          <p:spTgt spid="21"/>
                                        </p:tgtEl>
                                        <p:attrNameLst>
                                          <p:attrName>ppt_x</p:attrName>
                                        </p:attrNameLst>
                                      </p:cBhvr>
                                      <p:tavLst>
                                        <p:tav tm="0">
                                          <p:val>
                                            <p:strVal val="#ppt_x"/>
                                          </p:val>
                                        </p:tav>
                                        <p:tav tm="100000">
                                          <p:val>
                                            <p:strVal val="#ppt_x"/>
                                          </p:val>
                                        </p:tav>
                                      </p:tavLst>
                                    </p:anim>
                                    <p:anim calcmode="lin" valueType="num">
                                      <p:cBhvr additive="base">
                                        <p:cTn id="91" dur="600" fill="hold"/>
                                        <p:tgtEl>
                                          <p:spTgt spid="21"/>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fade">
                                      <p:cBhvr>
                                        <p:cTn id="94" dur="600"/>
                                        <p:tgtEl>
                                          <p:spTgt spid="22"/>
                                        </p:tgtEl>
                                      </p:cBhvr>
                                    </p:animEffect>
                                    <p:anim calcmode="lin" valueType="num">
                                      <p:cBhvr additive="base">
                                        <p:cTn id="95" dur="600" fill="hold"/>
                                        <p:tgtEl>
                                          <p:spTgt spid="22"/>
                                        </p:tgtEl>
                                        <p:attrNameLst>
                                          <p:attrName>ppt_x</p:attrName>
                                        </p:attrNameLst>
                                      </p:cBhvr>
                                      <p:tavLst>
                                        <p:tav tm="0">
                                          <p:val>
                                            <p:strVal val="#ppt_x"/>
                                          </p:val>
                                        </p:tav>
                                        <p:tav tm="100000">
                                          <p:val>
                                            <p:strVal val="#ppt_x"/>
                                          </p:val>
                                        </p:tav>
                                      </p:tavLst>
                                    </p:anim>
                                    <p:anim calcmode="lin" valueType="num">
                                      <p:cBhvr additive="base">
                                        <p:cTn id="96" dur="600" fill="hold"/>
                                        <p:tgtEl>
                                          <p:spTgt spid="22"/>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3"/>
                                        </p:tgtEl>
                                        <p:attrNameLst>
                                          <p:attrName>style.visibility</p:attrName>
                                        </p:attrNameLst>
                                      </p:cBhvr>
                                      <p:to>
                                        <p:strVal val="visible"/>
                                      </p:to>
                                    </p:set>
                                    <p:animEffect transition="in" filter="fade">
                                      <p:cBhvr>
                                        <p:cTn id="99" dur="600"/>
                                        <p:tgtEl>
                                          <p:spTgt spid="23"/>
                                        </p:tgtEl>
                                      </p:cBhvr>
                                    </p:animEffect>
                                    <p:anim calcmode="lin" valueType="num">
                                      <p:cBhvr additive="base">
                                        <p:cTn id="100" dur="600" fill="hold"/>
                                        <p:tgtEl>
                                          <p:spTgt spid="23"/>
                                        </p:tgtEl>
                                        <p:attrNameLst>
                                          <p:attrName>ppt_x</p:attrName>
                                        </p:attrNameLst>
                                      </p:cBhvr>
                                      <p:tavLst>
                                        <p:tav tm="0">
                                          <p:val>
                                            <p:strVal val="#ppt_x"/>
                                          </p:val>
                                        </p:tav>
                                        <p:tav tm="100000">
                                          <p:val>
                                            <p:strVal val="#ppt_x"/>
                                          </p:val>
                                        </p:tav>
                                      </p:tavLst>
                                    </p:anim>
                                    <p:anim calcmode="lin" valueType="num">
                                      <p:cBhvr additive="base">
                                        <p:cTn id="101" dur="600" fill="hold"/>
                                        <p:tgtEl>
                                          <p:spTgt spid="23"/>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600"/>
                                        <p:tgtEl>
                                          <p:spTgt spid="24"/>
                                        </p:tgtEl>
                                      </p:cBhvr>
                                    </p:animEffect>
                                    <p:anim calcmode="lin" valueType="num">
                                      <p:cBhvr additive="base">
                                        <p:cTn id="105" dur="600" fill="hold"/>
                                        <p:tgtEl>
                                          <p:spTgt spid="24"/>
                                        </p:tgtEl>
                                        <p:attrNameLst>
                                          <p:attrName>ppt_x</p:attrName>
                                        </p:attrNameLst>
                                      </p:cBhvr>
                                      <p:tavLst>
                                        <p:tav tm="0">
                                          <p:val>
                                            <p:strVal val="#ppt_x"/>
                                          </p:val>
                                        </p:tav>
                                        <p:tav tm="100000">
                                          <p:val>
                                            <p:strVal val="#ppt_x"/>
                                          </p:val>
                                        </p:tav>
                                      </p:tavLst>
                                    </p:anim>
                                    <p:anim calcmode="lin" valueType="num">
                                      <p:cBhvr additive="base">
                                        <p:cTn id="106" dur="600" fill="hold"/>
                                        <p:tgtEl>
                                          <p:spTgt spid="24"/>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5"/>
                                        </p:tgtEl>
                                        <p:attrNameLst>
                                          <p:attrName>style.visibility</p:attrName>
                                        </p:attrNameLst>
                                      </p:cBhvr>
                                      <p:to>
                                        <p:strVal val="visible"/>
                                      </p:to>
                                    </p:set>
                                    <p:animEffect transition="in" filter="fade">
                                      <p:cBhvr>
                                        <p:cTn id="109" dur="600"/>
                                        <p:tgtEl>
                                          <p:spTgt spid="25"/>
                                        </p:tgtEl>
                                      </p:cBhvr>
                                    </p:animEffect>
                                    <p:anim calcmode="lin" valueType="num">
                                      <p:cBhvr additive="base">
                                        <p:cTn id="110" dur="600" fill="hold"/>
                                        <p:tgtEl>
                                          <p:spTgt spid="25"/>
                                        </p:tgtEl>
                                        <p:attrNameLst>
                                          <p:attrName>ppt_x</p:attrName>
                                        </p:attrNameLst>
                                      </p:cBhvr>
                                      <p:tavLst>
                                        <p:tav tm="0">
                                          <p:val>
                                            <p:strVal val="#ppt_x"/>
                                          </p:val>
                                        </p:tav>
                                        <p:tav tm="100000">
                                          <p:val>
                                            <p:strVal val="#ppt_x"/>
                                          </p:val>
                                        </p:tav>
                                      </p:tavLst>
                                    </p:anim>
                                    <p:anim calcmode="lin" valueType="num">
                                      <p:cBhvr additive="base">
                                        <p:cTn id="111" dur="600" fill="hold"/>
                                        <p:tgtEl>
                                          <p:spTgt spid="25"/>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6"/>
                                        </p:tgtEl>
                                        <p:attrNameLst>
                                          <p:attrName>style.visibility</p:attrName>
                                        </p:attrNameLst>
                                      </p:cBhvr>
                                      <p:to>
                                        <p:strVal val="visible"/>
                                      </p:to>
                                    </p:set>
                                    <p:animEffect transition="in" filter="fade">
                                      <p:cBhvr>
                                        <p:cTn id="114" dur="600"/>
                                        <p:tgtEl>
                                          <p:spTgt spid="26"/>
                                        </p:tgtEl>
                                      </p:cBhvr>
                                    </p:animEffect>
                                    <p:anim calcmode="lin" valueType="num">
                                      <p:cBhvr additive="base">
                                        <p:cTn id="115" dur="600" fill="hold"/>
                                        <p:tgtEl>
                                          <p:spTgt spid="26"/>
                                        </p:tgtEl>
                                        <p:attrNameLst>
                                          <p:attrName>ppt_x</p:attrName>
                                        </p:attrNameLst>
                                      </p:cBhvr>
                                      <p:tavLst>
                                        <p:tav tm="0">
                                          <p:val>
                                            <p:strVal val="#ppt_x"/>
                                          </p:val>
                                        </p:tav>
                                        <p:tav tm="100000">
                                          <p:val>
                                            <p:strVal val="#ppt_x"/>
                                          </p:val>
                                        </p:tav>
                                      </p:tavLst>
                                    </p:anim>
                                    <p:anim calcmode="lin" valueType="num">
                                      <p:cBhvr additive="base">
                                        <p:cTn id="116" dur="600" fill="hold"/>
                                        <p:tgtEl>
                                          <p:spTgt spid="26"/>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7"/>
                                        </p:tgtEl>
                                        <p:attrNameLst>
                                          <p:attrName>style.visibility</p:attrName>
                                        </p:attrNameLst>
                                      </p:cBhvr>
                                      <p:to>
                                        <p:strVal val="visible"/>
                                      </p:to>
                                    </p:set>
                                    <p:animEffect transition="in" filter="fade">
                                      <p:cBhvr>
                                        <p:cTn id="119" dur="600"/>
                                        <p:tgtEl>
                                          <p:spTgt spid="27"/>
                                        </p:tgtEl>
                                      </p:cBhvr>
                                    </p:animEffect>
                                    <p:anim calcmode="lin" valueType="num">
                                      <p:cBhvr additive="base">
                                        <p:cTn id="120" dur="600" fill="hold"/>
                                        <p:tgtEl>
                                          <p:spTgt spid="27"/>
                                        </p:tgtEl>
                                        <p:attrNameLst>
                                          <p:attrName>ppt_x</p:attrName>
                                        </p:attrNameLst>
                                      </p:cBhvr>
                                      <p:tavLst>
                                        <p:tav tm="0">
                                          <p:val>
                                            <p:strVal val="#ppt_x"/>
                                          </p:val>
                                        </p:tav>
                                        <p:tav tm="100000">
                                          <p:val>
                                            <p:strVal val="#ppt_x"/>
                                          </p:val>
                                        </p:tav>
                                      </p:tavLst>
                                    </p:anim>
                                    <p:anim calcmode="lin" valueType="num">
                                      <p:cBhvr additive="base">
                                        <p:cTn id="121" dur="600" fill="hold"/>
                                        <p:tgtEl>
                                          <p:spTgt spid="27"/>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600"/>
                                        <p:tgtEl>
                                          <p:spTgt spid="28"/>
                                        </p:tgtEl>
                                      </p:cBhvr>
                                    </p:animEffect>
                                    <p:anim calcmode="lin" valueType="num">
                                      <p:cBhvr additive="base">
                                        <p:cTn id="125" dur="600" fill="hold"/>
                                        <p:tgtEl>
                                          <p:spTgt spid="28"/>
                                        </p:tgtEl>
                                        <p:attrNameLst>
                                          <p:attrName>ppt_x</p:attrName>
                                        </p:attrNameLst>
                                      </p:cBhvr>
                                      <p:tavLst>
                                        <p:tav tm="0">
                                          <p:val>
                                            <p:strVal val="#ppt_x"/>
                                          </p:val>
                                        </p:tav>
                                        <p:tav tm="100000">
                                          <p:val>
                                            <p:strVal val="#ppt_x"/>
                                          </p:val>
                                        </p:tav>
                                      </p:tavLst>
                                    </p:anim>
                                    <p:anim calcmode="lin" valueType="num">
                                      <p:cBhvr additive="base">
                                        <p:cTn id="126" dur="600" fill="hold"/>
                                        <p:tgtEl>
                                          <p:spTgt spid="28"/>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29"/>
                                        </p:tgtEl>
                                        <p:attrNameLst>
                                          <p:attrName>style.visibility</p:attrName>
                                        </p:attrNameLst>
                                      </p:cBhvr>
                                      <p:to>
                                        <p:strVal val="visible"/>
                                      </p:to>
                                    </p:set>
                                    <p:animEffect transition="in" filter="fade">
                                      <p:cBhvr>
                                        <p:cTn id="129" dur="600"/>
                                        <p:tgtEl>
                                          <p:spTgt spid="29"/>
                                        </p:tgtEl>
                                      </p:cBhvr>
                                    </p:animEffect>
                                    <p:anim calcmode="lin" valueType="num">
                                      <p:cBhvr additive="base">
                                        <p:cTn id="130" dur="600" fill="hold"/>
                                        <p:tgtEl>
                                          <p:spTgt spid="29"/>
                                        </p:tgtEl>
                                        <p:attrNameLst>
                                          <p:attrName>ppt_x</p:attrName>
                                        </p:attrNameLst>
                                      </p:cBhvr>
                                      <p:tavLst>
                                        <p:tav tm="0">
                                          <p:val>
                                            <p:strVal val="#ppt_x"/>
                                          </p:val>
                                        </p:tav>
                                        <p:tav tm="100000">
                                          <p:val>
                                            <p:strVal val="#ppt_x"/>
                                          </p:val>
                                        </p:tav>
                                      </p:tavLst>
                                    </p:anim>
                                    <p:anim calcmode="lin" valueType="num">
                                      <p:cBhvr additive="base">
                                        <p:cTn id="131" dur="600" fill="hold"/>
                                        <p:tgtEl>
                                          <p:spTgt spid="29"/>
                                        </p:tgtEl>
                                        <p:attrNameLst>
                                          <p:attrName>ppt_y</p:attrName>
                                        </p:attrNameLst>
                                      </p:cBhvr>
                                      <p:tavLst>
                                        <p:tav tm="0">
                                          <p:val>
                                            <p:strVal val="#ppt_y+.1"/>
                                          </p:val>
                                        </p:tav>
                                        <p:tav tm="100000">
                                          <p:val>
                                            <p:strVal val="#ppt_y"/>
                                          </p:val>
                                        </p:tav>
                                      </p:tavLst>
                                    </p:anim>
                                  </p:childTnLst>
                                </p:cTn>
                              </p:par>
                            </p:childTnLst>
                          </p:cTn>
                        </p:par>
                        <p:par>
                          <p:cTn id="193" fill="hold">
                            <p:stCondLst>
                              <p:cond delay="1700"/>
                            </p:stCondLst>
                            <p:childTnLst>
                              <p:par>
                                <p:cTn id="133" presetID="42" presetClass="entr" presetSubtype="0" fill="hold" grpId="0" nodeType="afterEffect">
                                  <p:stCondLst>
                                    <p:cond delay="0"/>
                                  </p:stCondLst>
                                  <p:childTnLst>
                                    <p:set>
                                      <p:cBhvr>
                                        <p:cTn id="134" dur="1" fill="hold">
                                          <p:stCondLst>
                                            <p:cond delay="0"/>
                                          </p:stCondLst>
                                        </p:cTn>
                                        <p:tgtEl>
                                          <p:spTgt spid="30"/>
                                        </p:tgtEl>
                                        <p:attrNameLst>
                                          <p:attrName>style.visibility</p:attrName>
                                        </p:attrNameLst>
                                      </p:cBhvr>
                                      <p:to>
                                        <p:strVal val="visible"/>
                                      </p:to>
                                    </p:set>
                                    <p:animEffect transition="in" filter="fade">
                                      <p:cBhvr>
                                        <p:cTn id="135" dur="600"/>
                                        <p:tgtEl>
                                          <p:spTgt spid="30"/>
                                        </p:tgtEl>
                                      </p:cBhvr>
                                    </p:animEffect>
                                    <p:anim calcmode="lin" valueType="num">
                                      <p:cBhvr additive="base">
                                        <p:cTn id="136" dur="600" fill="hold"/>
                                        <p:tgtEl>
                                          <p:spTgt spid="30"/>
                                        </p:tgtEl>
                                        <p:attrNameLst>
                                          <p:attrName>ppt_x</p:attrName>
                                        </p:attrNameLst>
                                      </p:cBhvr>
                                      <p:tavLst>
                                        <p:tav tm="0">
                                          <p:val>
                                            <p:strVal val="#ppt_x"/>
                                          </p:val>
                                        </p:tav>
                                        <p:tav tm="100000">
                                          <p:val>
                                            <p:strVal val="#ppt_x"/>
                                          </p:val>
                                        </p:tav>
                                      </p:tavLst>
                                    </p:anim>
                                    <p:anim calcmode="lin" valueType="num">
                                      <p:cBhvr additive="base">
                                        <p:cTn id="137" dur="600" fill="hold"/>
                                        <p:tgtEl>
                                          <p:spTgt spid="30"/>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31"/>
                                        </p:tgtEl>
                                        <p:attrNameLst>
                                          <p:attrName>style.visibility</p:attrName>
                                        </p:attrNameLst>
                                      </p:cBhvr>
                                      <p:to>
                                        <p:strVal val="visible"/>
                                      </p:to>
                                    </p:set>
                                    <p:animEffect transition="in" filter="fade">
                                      <p:cBhvr>
                                        <p:cTn id="140" dur="600"/>
                                        <p:tgtEl>
                                          <p:spTgt spid="31"/>
                                        </p:tgtEl>
                                      </p:cBhvr>
                                    </p:animEffect>
                                    <p:anim calcmode="lin" valueType="num">
                                      <p:cBhvr additive="base">
                                        <p:cTn id="141" dur="600" fill="hold"/>
                                        <p:tgtEl>
                                          <p:spTgt spid="31"/>
                                        </p:tgtEl>
                                        <p:attrNameLst>
                                          <p:attrName>ppt_x</p:attrName>
                                        </p:attrNameLst>
                                      </p:cBhvr>
                                      <p:tavLst>
                                        <p:tav tm="0">
                                          <p:val>
                                            <p:strVal val="#ppt_x"/>
                                          </p:val>
                                        </p:tav>
                                        <p:tav tm="100000">
                                          <p:val>
                                            <p:strVal val="#ppt_x"/>
                                          </p:val>
                                        </p:tav>
                                      </p:tavLst>
                                    </p:anim>
                                    <p:anim calcmode="lin" valueType="num">
                                      <p:cBhvr additive="base">
                                        <p:cTn id="142" dur="600" fill="hold"/>
                                        <p:tgtEl>
                                          <p:spTgt spid="31"/>
                                        </p:tgtEl>
                                        <p:attrNameLst>
                                          <p:attrName>ppt_y</p:attrName>
                                        </p:attrNameLst>
                                      </p:cBhvr>
                                      <p:tavLst>
                                        <p:tav tm="0">
                                          <p:val>
                                            <p:strVal val="#ppt_y+.1"/>
                                          </p:val>
                                        </p:tav>
                                        <p:tav tm="100000">
                                          <p:val>
                                            <p:strVal val="#ppt_y"/>
                                          </p:val>
                                        </p:tav>
                                      </p:tavLst>
                                    </p:anim>
                                  </p:childTnLst>
                                </p:cTn>
                              </p:par>
                              <p:par>
                                <p:cTn id="143" presetID="42" presetClass="entr" presetSubtype="0" fill="hold" grpId="0" nodeType="withEffect">
                                  <p:stCondLst>
                                    <p:cond delay="0"/>
                                  </p:stCondLst>
                                  <p:childTnLst>
                                    <p:set>
                                      <p:cBhvr>
                                        <p:cTn id="144" dur="1" fill="hold">
                                          <p:stCondLst>
                                            <p:cond delay="0"/>
                                          </p:stCondLst>
                                        </p:cTn>
                                        <p:tgtEl>
                                          <p:spTgt spid="32"/>
                                        </p:tgtEl>
                                        <p:attrNameLst>
                                          <p:attrName>style.visibility</p:attrName>
                                        </p:attrNameLst>
                                      </p:cBhvr>
                                      <p:to>
                                        <p:strVal val="visible"/>
                                      </p:to>
                                    </p:set>
                                    <p:animEffect transition="in" filter="fade">
                                      <p:cBhvr>
                                        <p:cTn id="145" dur="600"/>
                                        <p:tgtEl>
                                          <p:spTgt spid="32"/>
                                        </p:tgtEl>
                                      </p:cBhvr>
                                    </p:animEffect>
                                    <p:anim calcmode="lin" valueType="num">
                                      <p:cBhvr additive="base">
                                        <p:cTn id="146" dur="600" fill="hold"/>
                                        <p:tgtEl>
                                          <p:spTgt spid="32"/>
                                        </p:tgtEl>
                                        <p:attrNameLst>
                                          <p:attrName>ppt_x</p:attrName>
                                        </p:attrNameLst>
                                      </p:cBhvr>
                                      <p:tavLst>
                                        <p:tav tm="0">
                                          <p:val>
                                            <p:strVal val="#ppt_x"/>
                                          </p:val>
                                        </p:tav>
                                        <p:tav tm="100000">
                                          <p:val>
                                            <p:strVal val="#ppt_x"/>
                                          </p:val>
                                        </p:tav>
                                      </p:tavLst>
                                    </p:anim>
                                    <p:anim calcmode="lin" valueType="num">
                                      <p:cBhvr additive="base">
                                        <p:cTn id="147" dur="600" fill="hold"/>
                                        <p:tgtEl>
                                          <p:spTgt spid="32"/>
                                        </p:tgtEl>
                                        <p:attrNameLst>
                                          <p:attrName>ppt_y</p:attrName>
                                        </p:attrNameLst>
                                      </p:cBhvr>
                                      <p:tavLst>
                                        <p:tav tm="0">
                                          <p:val>
                                            <p:strVal val="#ppt_y+.1"/>
                                          </p:val>
                                        </p:tav>
                                        <p:tav tm="100000">
                                          <p:val>
                                            <p:strVal val="#ppt_y"/>
                                          </p:val>
                                        </p:tav>
                                      </p:tavLst>
                                    </p:anim>
                                  </p:childTnLst>
                                </p:cTn>
                              </p:par>
                              <p:par>
                                <p:cTn id="148" presetID="42" presetClass="entr" presetSubtype="0" fill="hold" grpId="0" nodeType="withEffect">
                                  <p:stCondLst>
                                    <p:cond delay="0"/>
                                  </p:stCondLst>
                                  <p:childTnLst>
                                    <p:set>
                                      <p:cBhvr>
                                        <p:cTn id="149" dur="1" fill="hold">
                                          <p:stCondLst>
                                            <p:cond delay="0"/>
                                          </p:stCondLst>
                                        </p:cTn>
                                        <p:tgtEl>
                                          <p:spTgt spid="33"/>
                                        </p:tgtEl>
                                        <p:attrNameLst>
                                          <p:attrName>style.visibility</p:attrName>
                                        </p:attrNameLst>
                                      </p:cBhvr>
                                      <p:to>
                                        <p:strVal val="visible"/>
                                      </p:to>
                                    </p:set>
                                    <p:animEffect transition="in" filter="fade">
                                      <p:cBhvr>
                                        <p:cTn id="150" dur="600"/>
                                        <p:tgtEl>
                                          <p:spTgt spid="33"/>
                                        </p:tgtEl>
                                      </p:cBhvr>
                                    </p:animEffect>
                                    <p:anim calcmode="lin" valueType="num">
                                      <p:cBhvr additive="base">
                                        <p:cTn id="151" dur="600" fill="hold"/>
                                        <p:tgtEl>
                                          <p:spTgt spid="33"/>
                                        </p:tgtEl>
                                        <p:attrNameLst>
                                          <p:attrName>ppt_x</p:attrName>
                                        </p:attrNameLst>
                                      </p:cBhvr>
                                      <p:tavLst>
                                        <p:tav tm="0">
                                          <p:val>
                                            <p:strVal val="#ppt_x"/>
                                          </p:val>
                                        </p:tav>
                                        <p:tav tm="100000">
                                          <p:val>
                                            <p:strVal val="#ppt_x"/>
                                          </p:val>
                                        </p:tav>
                                      </p:tavLst>
                                    </p:anim>
                                    <p:anim calcmode="lin" valueType="num">
                                      <p:cBhvr additive="base">
                                        <p:cTn id="152" dur="600" fill="hold"/>
                                        <p:tgtEl>
                                          <p:spTgt spid="33"/>
                                        </p:tgtEl>
                                        <p:attrNameLst>
                                          <p:attrName>ppt_y</p:attrName>
                                        </p:attrNameLst>
                                      </p:cBhvr>
                                      <p:tavLst>
                                        <p:tav tm="0">
                                          <p:val>
                                            <p:strVal val="#ppt_y+.1"/>
                                          </p:val>
                                        </p:tav>
                                        <p:tav tm="100000">
                                          <p:val>
                                            <p:strVal val="#ppt_y"/>
                                          </p:val>
                                        </p:tav>
                                      </p:tavLst>
                                    </p:anim>
                                  </p:childTnLst>
                                </p:cTn>
                              </p:par>
                              <p:par>
                                <p:cTn id="153" presetID="42" presetClass="entr" presetSubtype="0" fill="hold" grpId="0" nodeType="withEffect">
                                  <p:stCondLst>
                                    <p:cond delay="0"/>
                                  </p:stCondLst>
                                  <p:childTnLst>
                                    <p:set>
                                      <p:cBhvr>
                                        <p:cTn id="154" dur="1" fill="hold">
                                          <p:stCondLst>
                                            <p:cond delay="0"/>
                                          </p:stCondLst>
                                        </p:cTn>
                                        <p:tgtEl>
                                          <p:spTgt spid="34"/>
                                        </p:tgtEl>
                                        <p:attrNameLst>
                                          <p:attrName>style.visibility</p:attrName>
                                        </p:attrNameLst>
                                      </p:cBhvr>
                                      <p:to>
                                        <p:strVal val="visible"/>
                                      </p:to>
                                    </p:set>
                                    <p:animEffect transition="in" filter="fade">
                                      <p:cBhvr>
                                        <p:cTn id="155" dur="600"/>
                                        <p:tgtEl>
                                          <p:spTgt spid="34"/>
                                        </p:tgtEl>
                                      </p:cBhvr>
                                    </p:animEffect>
                                    <p:anim calcmode="lin" valueType="num">
                                      <p:cBhvr additive="base">
                                        <p:cTn id="156" dur="600" fill="hold"/>
                                        <p:tgtEl>
                                          <p:spTgt spid="34"/>
                                        </p:tgtEl>
                                        <p:attrNameLst>
                                          <p:attrName>ppt_x</p:attrName>
                                        </p:attrNameLst>
                                      </p:cBhvr>
                                      <p:tavLst>
                                        <p:tav tm="0">
                                          <p:val>
                                            <p:strVal val="#ppt_x"/>
                                          </p:val>
                                        </p:tav>
                                        <p:tav tm="100000">
                                          <p:val>
                                            <p:strVal val="#ppt_x"/>
                                          </p:val>
                                        </p:tav>
                                      </p:tavLst>
                                    </p:anim>
                                    <p:anim calcmode="lin" valueType="num">
                                      <p:cBhvr additive="base">
                                        <p:cTn id="157" dur="600" fill="hold"/>
                                        <p:tgtEl>
                                          <p:spTgt spid="34"/>
                                        </p:tgtEl>
                                        <p:attrNameLst>
                                          <p:attrName>ppt_y</p:attrName>
                                        </p:attrNameLst>
                                      </p:cBhvr>
                                      <p:tavLst>
                                        <p:tav tm="0">
                                          <p:val>
                                            <p:strVal val="#ppt_y+.1"/>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35"/>
                                        </p:tgtEl>
                                        <p:attrNameLst>
                                          <p:attrName>style.visibility</p:attrName>
                                        </p:attrNameLst>
                                      </p:cBhvr>
                                      <p:to>
                                        <p:strVal val="visible"/>
                                      </p:to>
                                    </p:set>
                                    <p:animEffect transition="in" filter="fade">
                                      <p:cBhvr>
                                        <p:cTn id="160" dur="600"/>
                                        <p:tgtEl>
                                          <p:spTgt spid="35"/>
                                        </p:tgtEl>
                                      </p:cBhvr>
                                    </p:animEffect>
                                    <p:anim calcmode="lin" valueType="num">
                                      <p:cBhvr additive="base">
                                        <p:cTn id="161" dur="600" fill="hold"/>
                                        <p:tgtEl>
                                          <p:spTgt spid="35"/>
                                        </p:tgtEl>
                                        <p:attrNameLst>
                                          <p:attrName>ppt_x</p:attrName>
                                        </p:attrNameLst>
                                      </p:cBhvr>
                                      <p:tavLst>
                                        <p:tav tm="0">
                                          <p:val>
                                            <p:strVal val="#ppt_x"/>
                                          </p:val>
                                        </p:tav>
                                        <p:tav tm="100000">
                                          <p:val>
                                            <p:strVal val="#ppt_x"/>
                                          </p:val>
                                        </p:tav>
                                      </p:tavLst>
                                    </p:anim>
                                    <p:anim calcmode="lin" valueType="num">
                                      <p:cBhvr additive="base">
                                        <p:cTn id="162" dur="600" fill="hold"/>
                                        <p:tgtEl>
                                          <p:spTgt spid="35"/>
                                        </p:tgtEl>
                                        <p:attrNameLst>
                                          <p:attrName>ppt_y</p:attrName>
                                        </p:attrNameLst>
                                      </p:cBhvr>
                                      <p:tavLst>
                                        <p:tav tm="0">
                                          <p:val>
                                            <p:strVal val="#ppt_y+.1"/>
                                          </p:val>
                                        </p:tav>
                                        <p:tav tm="100000">
                                          <p:val>
                                            <p:strVal val="#ppt_y"/>
                                          </p:val>
                                        </p:tav>
                                      </p:tavLst>
                                    </p:anim>
                                  </p:childTnLst>
                                </p:cTn>
                              </p:par>
                              <p:par>
                                <p:cTn id="163" presetID="42" presetClass="entr" presetSubtype="0" fill="hold" grpId="0" nodeType="withEffect">
                                  <p:stCondLst>
                                    <p:cond delay="0"/>
                                  </p:stCondLst>
                                  <p:childTnLst>
                                    <p:set>
                                      <p:cBhvr>
                                        <p:cTn id="164" dur="1" fill="hold">
                                          <p:stCondLst>
                                            <p:cond delay="0"/>
                                          </p:stCondLst>
                                        </p:cTn>
                                        <p:tgtEl>
                                          <p:spTgt spid="36"/>
                                        </p:tgtEl>
                                        <p:attrNameLst>
                                          <p:attrName>style.visibility</p:attrName>
                                        </p:attrNameLst>
                                      </p:cBhvr>
                                      <p:to>
                                        <p:strVal val="visible"/>
                                      </p:to>
                                    </p:set>
                                    <p:animEffect transition="in" filter="fade">
                                      <p:cBhvr>
                                        <p:cTn id="165" dur="600"/>
                                        <p:tgtEl>
                                          <p:spTgt spid="36"/>
                                        </p:tgtEl>
                                      </p:cBhvr>
                                    </p:animEffect>
                                    <p:anim calcmode="lin" valueType="num">
                                      <p:cBhvr additive="base">
                                        <p:cTn id="166" dur="600" fill="hold"/>
                                        <p:tgtEl>
                                          <p:spTgt spid="36"/>
                                        </p:tgtEl>
                                        <p:attrNameLst>
                                          <p:attrName>ppt_x</p:attrName>
                                        </p:attrNameLst>
                                      </p:cBhvr>
                                      <p:tavLst>
                                        <p:tav tm="0">
                                          <p:val>
                                            <p:strVal val="#ppt_x"/>
                                          </p:val>
                                        </p:tav>
                                        <p:tav tm="100000">
                                          <p:val>
                                            <p:strVal val="#ppt_x"/>
                                          </p:val>
                                        </p:tav>
                                      </p:tavLst>
                                    </p:anim>
                                    <p:anim calcmode="lin" valueType="num">
                                      <p:cBhvr additive="base">
                                        <p:cTn id="167" dur="600" fill="hold"/>
                                        <p:tgtEl>
                                          <p:spTgt spid="36"/>
                                        </p:tgtEl>
                                        <p:attrNameLst>
                                          <p:attrName>ppt_y</p:attrName>
                                        </p:attrNameLst>
                                      </p:cBhvr>
                                      <p:tavLst>
                                        <p:tav tm="0">
                                          <p:val>
                                            <p:strVal val="#ppt_y+.1"/>
                                          </p:val>
                                        </p:tav>
                                        <p:tav tm="100000">
                                          <p:val>
                                            <p:strVal val="#ppt_y"/>
                                          </p:val>
                                        </p:tav>
                                      </p:tavLst>
                                    </p:anim>
                                  </p:childTnLst>
                                </p:cTn>
                              </p:par>
                              <p:par>
                                <p:cTn id="168" presetID="42" presetClass="entr" presetSubtype="0" fill="hold" grpId="0" nodeType="withEffect">
                                  <p:stCondLst>
                                    <p:cond delay="0"/>
                                  </p:stCondLst>
                                  <p:childTnLst>
                                    <p:set>
                                      <p:cBhvr>
                                        <p:cTn id="169" dur="1" fill="hold">
                                          <p:stCondLst>
                                            <p:cond delay="0"/>
                                          </p:stCondLst>
                                        </p:cTn>
                                        <p:tgtEl>
                                          <p:spTgt spid="37"/>
                                        </p:tgtEl>
                                        <p:attrNameLst>
                                          <p:attrName>style.visibility</p:attrName>
                                        </p:attrNameLst>
                                      </p:cBhvr>
                                      <p:to>
                                        <p:strVal val="visible"/>
                                      </p:to>
                                    </p:set>
                                    <p:animEffect transition="in" filter="fade">
                                      <p:cBhvr>
                                        <p:cTn id="170" dur="600"/>
                                        <p:tgtEl>
                                          <p:spTgt spid="37"/>
                                        </p:tgtEl>
                                      </p:cBhvr>
                                    </p:animEffect>
                                    <p:anim calcmode="lin" valueType="num">
                                      <p:cBhvr additive="base">
                                        <p:cTn id="171" dur="600" fill="hold"/>
                                        <p:tgtEl>
                                          <p:spTgt spid="37"/>
                                        </p:tgtEl>
                                        <p:attrNameLst>
                                          <p:attrName>ppt_x</p:attrName>
                                        </p:attrNameLst>
                                      </p:cBhvr>
                                      <p:tavLst>
                                        <p:tav tm="0">
                                          <p:val>
                                            <p:strVal val="#ppt_x"/>
                                          </p:val>
                                        </p:tav>
                                        <p:tav tm="100000">
                                          <p:val>
                                            <p:strVal val="#ppt_x"/>
                                          </p:val>
                                        </p:tav>
                                      </p:tavLst>
                                    </p:anim>
                                    <p:anim calcmode="lin" valueType="num">
                                      <p:cBhvr additive="base">
                                        <p:cTn id="172" dur="600" fill="hold"/>
                                        <p:tgtEl>
                                          <p:spTgt spid="37"/>
                                        </p:tgtEl>
                                        <p:attrNameLst>
                                          <p:attrName>ppt_y</p:attrName>
                                        </p:attrNameLst>
                                      </p:cBhvr>
                                      <p:tavLst>
                                        <p:tav tm="0">
                                          <p:val>
                                            <p:strVal val="#ppt_y+.1"/>
                                          </p:val>
                                        </p:tav>
                                        <p:tav tm="100000">
                                          <p:val>
                                            <p:strVal val="#ppt_y"/>
                                          </p:val>
                                        </p:tav>
                                      </p:tavLst>
                                    </p:anim>
                                  </p:childTnLst>
                                </p:cTn>
                              </p:par>
                              <p:par>
                                <p:cTn id="173" presetID="42" presetClass="entr" presetSubtype="0" fill="hold" grpId="0" nodeType="withEffect">
                                  <p:stCondLst>
                                    <p:cond delay="0"/>
                                  </p:stCondLst>
                                  <p:childTnLst>
                                    <p:set>
                                      <p:cBhvr>
                                        <p:cTn id="174" dur="1" fill="hold">
                                          <p:stCondLst>
                                            <p:cond delay="0"/>
                                          </p:stCondLst>
                                        </p:cTn>
                                        <p:tgtEl>
                                          <p:spTgt spid="38"/>
                                        </p:tgtEl>
                                        <p:attrNameLst>
                                          <p:attrName>style.visibility</p:attrName>
                                        </p:attrNameLst>
                                      </p:cBhvr>
                                      <p:to>
                                        <p:strVal val="visible"/>
                                      </p:to>
                                    </p:set>
                                    <p:animEffect transition="in" filter="fade">
                                      <p:cBhvr>
                                        <p:cTn id="175" dur="600"/>
                                        <p:tgtEl>
                                          <p:spTgt spid="38"/>
                                        </p:tgtEl>
                                      </p:cBhvr>
                                    </p:animEffect>
                                    <p:anim calcmode="lin" valueType="num">
                                      <p:cBhvr additive="base">
                                        <p:cTn id="176" dur="600" fill="hold"/>
                                        <p:tgtEl>
                                          <p:spTgt spid="38"/>
                                        </p:tgtEl>
                                        <p:attrNameLst>
                                          <p:attrName>ppt_x</p:attrName>
                                        </p:attrNameLst>
                                      </p:cBhvr>
                                      <p:tavLst>
                                        <p:tav tm="0">
                                          <p:val>
                                            <p:strVal val="#ppt_x"/>
                                          </p:val>
                                        </p:tav>
                                        <p:tav tm="100000">
                                          <p:val>
                                            <p:strVal val="#ppt_x"/>
                                          </p:val>
                                        </p:tav>
                                      </p:tavLst>
                                    </p:anim>
                                    <p:anim calcmode="lin" valueType="num">
                                      <p:cBhvr additive="base">
                                        <p:cTn id="177" dur="600" fill="hold"/>
                                        <p:tgtEl>
                                          <p:spTgt spid="38"/>
                                        </p:tgtEl>
                                        <p:attrNameLst>
                                          <p:attrName>ppt_y</p:attrName>
                                        </p:attrNameLst>
                                      </p:cBhvr>
                                      <p:tavLst>
                                        <p:tav tm="0">
                                          <p:val>
                                            <p:strVal val="#ppt_y+.1"/>
                                          </p:val>
                                        </p:tav>
                                        <p:tav tm="100000">
                                          <p:val>
                                            <p:strVal val="#ppt_y"/>
                                          </p:val>
                                        </p:tav>
                                      </p:tavLst>
                                    </p:anim>
                                  </p:childTnLst>
                                </p:cTn>
                              </p:par>
                              <p:par>
                                <p:cTn id="178" presetID="42" presetClass="entr" presetSubtype="0" fill="hold" grpId="0" nodeType="withEffect">
                                  <p:stCondLst>
                                    <p:cond delay="0"/>
                                  </p:stCondLst>
                                  <p:childTnLst>
                                    <p:set>
                                      <p:cBhvr>
                                        <p:cTn id="179" dur="1" fill="hold">
                                          <p:stCondLst>
                                            <p:cond delay="0"/>
                                          </p:stCondLst>
                                        </p:cTn>
                                        <p:tgtEl>
                                          <p:spTgt spid="39"/>
                                        </p:tgtEl>
                                        <p:attrNameLst>
                                          <p:attrName>style.visibility</p:attrName>
                                        </p:attrNameLst>
                                      </p:cBhvr>
                                      <p:to>
                                        <p:strVal val="visible"/>
                                      </p:to>
                                    </p:set>
                                    <p:animEffect transition="in" filter="fade">
                                      <p:cBhvr>
                                        <p:cTn id="180" dur="600"/>
                                        <p:tgtEl>
                                          <p:spTgt spid="39"/>
                                        </p:tgtEl>
                                      </p:cBhvr>
                                    </p:animEffect>
                                    <p:anim calcmode="lin" valueType="num">
                                      <p:cBhvr additive="base">
                                        <p:cTn id="181" dur="600" fill="hold"/>
                                        <p:tgtEl>
                                          <p:spTgt spid="39"/>
                                        </p:tgtEl>
                                        <p:attrNameLst>
                                          <p:attrName>ppt_x</p:attrName>
                                        </p:attrNameLst>
                                      </p:cBhvr>
                                      <p:tavLst>
                                        <p:tav tm="0">
                                          <p:val>
                                            <p:strVal val="#ppt_x"/>
                                          </p:val>
                                        </p:tav>
                                        <p:tav tm="100000">
                                          <p:val>
                                            <p:strVal val="#ppt_x"/>
                                          </p:val>
                                        </p:tav>
                                      </p:tavLst>
                                    </p:anim>
                                    <p:anim calcmode="lin" valueType="num">
                                      <p:cBhvr additive="base">
                                        <p:cTn id="182" dur="600" fill="hold"/>
                                        <p:tgtEl>
                                          <p:spTgt spid="39"/>
                                        </p:tgtEl>
                                        <p:attrNameLst>
                                          <p:attrName>ppt_y</p:attrName>
                                        </p:attrNameLst>
                                      </p:cBhvr>
                                      <p:tavLst>
                                        <p:tav tm="0">
                                          <p:val>
                                            <p:strVal val="#ppt_y+.1"/>
                                          </p:val>
                                        </p:tav>
                                        <p:tav tm="100000">
                                          <p:val>
                                            <p:strVal val="#ppt_y"/>
                                          </p:val>
                                        </p:tav>
                                      </p:tavLst>
                                    </p:anim>
                                  </p:childTnLst>
                                </p:cTn>
                              </p:par>
                              <p:par>
                                <p:cTn id="183" presetID="42" presetClass="entr" presetSubtype="0" fill="hold" grpId="0" nodeType="withEffect">
                                  <p:stCondLst>
                                    <p:cond delay="0"/>
                                  </p:stCondLst>
                                  <p:childTnLst>
                                    <p:set>
                                      <p:cBhvr>
                                        <p:cTn id="184" dur="1" fill="hold">
                                          <p:stCondLst>
                                            <p:cond delay="0"/>
                                          </p:stCondLst>
                                        </p:cTn>
                                        <p:tgtEl>
                                          <p:spTgt spid="40"/>
                                        </p:tgtEl>
                                        <p:attrNameLst>
                                          <p:attrName>style.visibility</p:attrName>
                                        </p:attrNameLst>
                                      </p:cBhvr>
                                      <p:to>
                                        <p:strVal val="visible"/>
                                      </p:to>
                                    </p:set>
                                    <p:animEffect transition="in" filter="fade">
                                      <p:cBhvr>
                                        <p:cTn id="185" dur="600"/>
                                        <p:tgtEl>
                                          <p:spTgt spid="40"/>
                                        </p:tgtEl>
                                      </p:cBhvr>
                                    </p:animEffect>
                                    <p:anim calcmode="lin" valueType="num">
                                      <p:cBhvr additive="base">
                                        <p:cTn id="186" dur="600" fill="hold"/>
                                        <p:tgtEl>
                                          <p:spTgt spid="40"/>
                                        </p:tgtEl>
                                        <p:attrNameLst>
                                          <p:attrName>ppt_x</p:attrName>
                                        </p:attrNameLst>
                                      </p:cBhvr>
                                      <p:tavLst>
                                        <p:tav tm="0">
                                          <p:val>
                                            <p:strVal val="#ppt_x"/>
                                          </p:val>
                                        </p:tav>
                                        <p:tav tm="100000">
                                          <p:val>
                                            <p:strVal val="#ppt_x"/>
                                          </p:val>
                                        </p:tav>
                                      </p:tavLst>
                                    </p:anim>
                                    <p:anim calcmode="lin" valueType="num">
                                      <p:cBhvr additive="base">
                                        <p:cTn id="187" dur="600" fill="hold"/>
                                        <p:tgtEl>
                                          <p:spTgt spid="40"/>
                                        </p:tgtEl>
                                        <p:attrNameLst>
                                          <p:attrName>ppt_y</p:attrName>
                                        </p:attrNameLst>
                                      </p:cBhvr>
                                      <p:tavLst>
                                        <p:tav tm="0">
                                          <p:val>
                                            <p:strVal val="#ppt_y+.1"/>
                                          </p:val>
                                        </p:tav>
                                        <p:tav tm="100000">
                                          <p:val>
                                            <p:strVal val="#ppt_y"/>
                                          </p:val>
                                        </p:tav>
                                      </p:tavLst>
                                    </p:anim>
                                  </p:childTnLst>
                                </p:cTn>
                              </p:par>
                              <p:par>
                                <p:cTn id="188" presetID="42" presetClass="entr" presetSubtype="0" fill="hold" grpId="0" nodeType="withEffect">
                                  <p:stCondLst>
                                    <p:cond delay="0"/>
                                  </p:stCondLst>
                                  <p:childTnLst>
                                    <p:set>
                                      <p:cBhvr>
                                        <p:cTn id="189" dur="1" fill="hold">
                                          <p:stCondLst>
                                            <p:cond delay="0"/>
                                          </p:stCondLst>
                                        </p:cTn>
                                        <p:tgtEl>
                                          <p:spTgt spid="41"/>
                                        </p:tgtEl>
                                        <p:attrNameLst>
                                          <p:attrName>style.visibility</p:attrName>
                                        </p:attrNameLst>
                                      </p:cBhvr>
                                      <p:to>
                                        <p:strVal val="visible"/>
                                      </p:to>
                                    </p:set>
                                    <p:animEffect transition="in" filter="fade">
                                      <p:cBhvr>
                                        <p:cTn id="190" dur="600"/>
                                        <p:tgtEl>
                                          <p:spTgt spid="41"/>
                                        </p:tgtEl>
                                      </p:cBhvr>
                                    </p:animEffect>
                                    <p:anim calcmode="lin" valueType="num">
                                      <p:cBhvr additive="base">
                                        <p:cTn id="191" dur="600" fill="hold"/>
                                        <p:tgtEl>
                                          <p:spTgt spid="41"/>
                                        </p:tgtEl>
                                        <p:attrNameLst>
                                          <p:attrName>ppt_x</p:attrName>
                                        </p:attrNameLst>
                                      </p:cBhvr>
                                      <p:tavLst>
                                        <p:tav tm="0">
                                          <p:val>
                                            <p:strVal val="#ppt_x"/>
                                          </p:val>
                                        </p:tav>
                                        <p:tav tm="100000">
                                          <p:val>
                                            <p:strVal val="#ppt_x"/>
                                          </p:val>
                                        </p:tav>
                                      </p:tavLst>
                                    </p:anim>
                                    <p:anim calcmode="lin" valueType="num">
                                      <p:cBhvr additive="base">
                                        <p:cTn id="192" dur="6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1" grpId="0" animBg="1"/>
      <p:bldP spid="13" grpId="0" animBg="1"/>
      <p:bldP spid="15" grpId="0" animBg="1"/>
      <p:bldP spid="17" grpId="0" animBg="1"/>
      <p:bldP spid="18" grpId="0" animBg="1"/>
      <p:bldP spid="19" grpId="0" animBg="1"/>
      <p:bldP spid="20" grpId="0" animBg="1"/>
      <p:bldP spid="22" grpId="0" animBg="1"/>
      <p:bldP spid="23" grpId="0" animBg="1"/>
      <p:bldP spid="25" grpId="0" animBg="1"/>
      <p:bldP spid="27" grpId="0" animBg="1"/>
      <p:bldP spid="29" grpId="0" animBg="1"/>
      <p:bldP spid="30" grpId="0" animBg="1"/>
      <p:bldP spid="31" grpId="0" animBg="1"/>
      <p:bldP spid="32" grpId="0" animBg="1"/>
      <p:bldP spid="34" grpId="0" animBg="1"/>
      <p:bldP spid="35" grpId="0" animBg="1"/>
      <p:bldP spid="37" grpId="0" animBg="1"/>
      <p:bldP spid="39" grpId="0" animBg="1"/>
      <p:bldP spid="4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6</a:t>
            </a:r>
            <a:endParaRPr lang="en-US" sz="800" dirty="0"/>
          </a:p>
        </p:txBody>
      </p:sp>
      <p:sp>
        <p:nvSpPr>
          <p:cNvPr id="4" name="a1f_129"/>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03 · L'APPLICATION MOBILE</a:t>
            </a:r>
            <a:endParaRPr lang="en-US" sz="1100" dirty="0"/>
          </a:p>
        </p:txBody>
      </p:sp>
      <p:sp>
        <p:nvSpPr>
          <p:cNvPr id="5" name="a1f_130"/>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Un compte agent validé par la direction</a:t>
            </a:r>
            <a:endParaRPr lang="en-US" sz="2700" dirty="0"/>
          </a:p>
        </p:txBody>
      </p:sp>
      <p:pic>
        <p:nvPicPr>
          <p:cNvPr id="6" name="a2u_131" descr="/tmp/claude-0/-home-user-face-id/e849e0f3-7743-5449-a322-d35a4c4c9845/scratchpad/deck/img/app_login.png">    </p:cNvPr>
          <p:cNvPicPr>
            <a:picLocks noChangeAspect="1"/>
          </p:cNvPicPr>
          <p:nvPr/>
        </p:nvPicPr>
        <p:blipFill>
          <a:blip r:embed="rId1"/>
          <a:stretch>
            <a:fillRect/>
          </a:stretch>
        </p:blipFill>
        <p:spPr>
          <a:xfrm>
            <a:off x="457200" y="1188720"/>
            <a:ext cx="1712646" cy="3520440"/>
          </a:xfrm>
          <a:prstGeom prst="rect">
            <a:avLst/>
          </a:prstGeom>
        </p:spPr>
      </p:pic>
      <p:pic>
        <p:nvPicPr>
          <p:cNvPr id="7" name="a3u_132" descr="/tmp/claude-0/-home-user-face-id/e849e0f3-7743-5449-a322-d35a4c4c9845/scratchpad/deck/img/app_register.png">    </p:cNvPr>
          <p:cNvPicPr>
            <a:picLocks noChangeAspect="1"/>
          </p:cNvPicPr>
          <p:nvPr/>
        </p:nvPicPr>
        <p:blipFill>
          <a:blip r:embed="rId2"/>
          <a:stretch>
            <a:fillRect/>
          </a:stretch>
        </p:blipFill>
        <p:spPr>
          <a:xfrm>
            <a:off x="2331720" y="1188720"/>
            <a:ext cx="1712646" cy="3520440"/>
          </a:xfrm>
          <a:prstGeom prst="rect">
            <a:avLst/>
          </a:prstGeom>
        </p:spPr>
      </p:pic>
      <p:sp>
        <p:nvSpPr>
          <p:cNvPr id="8" name="a4z_133"/>
          <p:cNvSpPr/>
          <p:nvPr/>
        </p:nvSpPr>
        <p:spPr>
          <a:xfrm>
            <a:off x="4343400" y="1280160"/>
            <a:ext cx="457200" cy="457200"/>
          </a:xfrm>
          <a:prstGeom prst="ellipse">
            <a:avLst/>
          </a:prstGeom>
          <a:solidFill>
            <a:srgbClr val="1E2A78"/>
          </a:solidFill>
          <a:ln w="12700">
            <a:solidFill>
              <a:srgbClr val="1E2A78"/>
            </a:solidFill>
            <a:prstDash val="solid"/>
          </a:ln>
        </p:spPr>
      </p:sp>
      <p:pic>
        <p:nvPicPr>
          <p:cNvPr id="9" name="a4z_133i" descr="preencoded.png">    </p:cNvPr>
          <p:cNvPicPr>
            <a:picLocks noChangeAspect="1"/>
          </p:cNvPicPr>
          <p:nvPr/>
        </p:nvPicPr>
        <p:blipFill>
          <a:blip r:embed="rId3"/>
          <a:stretch>
            <a:fillRect/>
          </a:stretch>
        </p:blipFill>
        <p:spPr>
          <a:xfrm>
            <a:off x="4453128" y="1389888"/>
            <a:ext cx="237744" cy="237744"/>
          </a:xfrm>
          <a:prstGeom prst="rect">
            <a:avLst/>
          </a:prstGeom>
        </p:spPr>
      </p:pic>
      <p:sp>
        <p:nvSpPr>
          <p:cNvPr id="10" name="a4u_134"/>
          <p:cNvSpPr txBox="1"/>
          <p:nvPr/>
        </p:nvSpPr>
        <p:spPr>
          <a:xfrm>
            <a:off x="4937760" y="1261872"/>
            <a:ext cx="374904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1. L'agent crée son compte</a:t>
            </a:r>
            <a:endParaRPr lang="en-US" sz="1300" dirty="0"/>
          </a:p>
        </p:txBody>
      </p:sp>
      <p:sp>
        <p:nvSpPr>
          <p:cNvPr id="11" name="a4u_135"/>
          <p:cNvSpPr txBox="1"/>
          <p:nvPr/>
        </p:nvSpPr>
        <p:spPr>
          <a:xfrm>
            <a:off x="4937760" y="1517904"/>
            <a:ext cx="374904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Dans l’appli : il choisit son école, son nom, son identifiant et son mot de passe.</a:t>
            </a:r>
            <a:endParaRPr lang="en-US" sz="1050" dirty="0"/>
          </a:p>
        </p:txBody>
      </p:sp>
      <p:sp>
        <p:nvSpPr>
          <p:cNvPr id="12" name="a5z_136"/>
          <p:cNvSpPr/>
          <p:nvPr/>
        </p:nvSpPr>
        <p:spPr>
          <a:xfrm>
            <a:off x="4343400" y="2103120"/>
            <a:ext cx="457200" cy="457200"/>
          </a:xfrm>
          <a:prstGeom prst="ellipse">
            <a:avLst/>
          </a:prstGeom>
          <a:solidFill>
            <a:srgbClr val="1E2A78"/>
          </a:solidFill>
          <a:ln w="12700">
            <a:solidFill>
              <a:srgbClr val="1E2A78"/>
            </a:solidFill>
            <a:prstDash val="solid"/>
          </a:ln>
        </p:spPr>
      </p:sp>
      <p:pic>
        <p:nvPicPr>
          <p:cNvPr id="13" name="a5z_136i" descr="preencoded.png">    </p:cNvPr>
          <p:cNvPicPr>
            <a:picLocks noChangeAspect="1"/>
          </p:cNvPicPr>
          <p:nvPr/>
        </p:nvPicPr>
        <p:blipFill>
          <a:blip r:embed="rId4"/>
          <a:stretch>
            <a:fillRect/>
          </a:stretch>
        </p:blipFill>
        <p:spPr>
          <a:xfrm>
            <a:off x="4453128" y="2212848"/>
            <a:ext cx="237744" cy="237744"/>
          </a:xfrm>
          <a:prstGeom prst="rect">
            <a:avLst/>
          </a:prstGeom>
        </p:spPr>
      </p:pic>
      <p:sp>
        <p:nvSpPr>
          <p:cNvPr id="14" name="a5u_137"/>
          <p:cNvSpPr txBox="1"/>
          <p:nvPr/>
        </p:nvSpPr>
        <p:spPr>
          <a:xfrm>
            <a:off x="4937760" y="2084832"/>
            <a:ext cx="374904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2. Le compte est « En attente »</a:t>
            </a:r>
            <a:endParaRPr lang="en-US" sz="1300" dirty="0"/>
          </a:p>
        </p:txBody>
      </p:sp>
      <p:sp>
        <p:nvSpPr>
          <p:cNvPr id="15" name="a5u_138"/>
          <p:cNvSpPr txBox="1"/>
          <p:nvPr/>
        </p:nvSpPr>
        <p:spPr>
          <a:xfrm>
            <a:off x="4937760" y="2340864"/>
            <a:ext cx="374904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Il apparaît sur la page web de l’école. L’agent ne peut pas encore se connecter.</a:t>
            </a:r>
            <a:endParaRPr lang="en-US" sz="1050" dirty="0"/>
          </a:p>
        </p:txBody>
      </p:sp>
      <p:sp>
        <p:nvSpPr>
          <p:cNvPr id="16" name="a6z_139"/>
          <p:cNvSpPr/>
          <p:nvPr/>
        </p:nvSpPr>
        <p:spPr>
          <a:xfrm>
            <a:off x="4343400" y="2926080"/>
            <a:ext cx="457200" cy="457200"/>
          </a:xfrm>
          <a:prstGeom prst="ellipse">
            <a:avLst/>
          </a:prstGeom>
          <a:solidFill>
            <a:srgbClr val="10B981"/>
          </a:solidFill>
          <a:ln w="12700">
            <a:solidFill>
              <a:srgbClr val="10B981"/>
            </a:solidFill>
            <a:prstDash val="solid"/>
          </a:ln>
        </p:spPr>
      </p:sp>
      <p:pic>
        <p:nvPicPr>
          <p:cNvPr id="17" name="a6z_139i" descr="preencoded.png">    </p:cNvPr>
          <p:cNvPicPr>
            <a:picLocks noChangeAspect="1"/>
          </p:cNvPicPr>
          <p:nvPr/>
        </p:nvPicPr>
        <p:blipFill>
          <a:blip r:embed="rId5"/>
          <a:stretch>
            <a:fillRect/>
          </a:stretch>
        </p:blipFill>
        <p:spPr>
          <a:xfrm>
            <a:off x="4453128" y="3035808"/>
            <a:ext cx="237744" cy="237744"/>
          </a:xfrm>
          <a:prstGeom prst="rect">
            <a:avLst/>
          </a:prstGeom>
        </p:spPr>
      </p:pic>
      <p:sp>
        <p:nvSpPr>
          <p:cNvPr id="18" name="a6u_140"/>
          <p:cNvSpPr txBox="1"/>
          <p:nvPr/>
        </p:nvSpPr>
        <p:spPr>
          <a:xfrm>
            <a:off x="4937760" y="2907792"/>
            <a:ext cx="374904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3. Le directeur l’autorise</a:t>
            </a:r>
            <a:endParaRPr lang="en-US" sz="1300" dirty="0"/>
          </a:p>
        </p:txBody>
      </p:sp>
      <p:sp>
        <p:nvSpPr>
          <p:cNvPr id="19" name="a6u_141"/>
          <p:cNvSpPr txBox="1"/>
          <p:nvPr/>
        </p:nvSpPr>
        <p:spPr>
          <a:xfrm>
            <a:off x="4937760" y="3163824"/>
            <a:ext cx="374904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Il coche les permissions accordées : scanner, ajouter, supprimer, données sensibles.</a:t>
            </a:r>
            <a:endParaRPr lang="en-US" sz="1050" dirty="0"/>
          </a:p>
        </p:txBody>
      </p:sp>
      <p:sp>
        <p:nvSpPr>
          <p:cNvPr id="20" name="a7z_142"/>
          <p:cNvSpPr/>
          <p:nvPr/>
        </p:nvSpPr>
        <p:spPr>
          <a:xfrm>
            <a:off x="4343400" y="3749040"/>
            <a:ext cx="457200" cy="457200"/>
          </a:xfrm>
          <a:prstGeom prst="ellipse">
            <a:avLst/>
          </a:prstGeom>
          <a:solidFill>
            <a:srgbClr val="1E2A78"/>
          </a:solidFill>
          <a:ln w="12700">
            <a:solidFill>
              <a:srgbClr val="1E2A78"/>
            </a:solidFill>
            <a:prstDash val="solid"/>
          </a:ln>
        </p:spPr>
      </p:sp>
      <p:pic>
        <p:nvPicPr>
          <p:cNvPr id="21" name="a7z_142i" descr="preencoded.png">    </p:cNvPr>
          <p:cNvPicPr>
            <a:picLocks noChangeAspect="1"/>
          </p:cNvPicPr>
          <p:nvPr/>
        </p:nvPicPr>
        <p:blipFill>
          <a:blip r:embed="rId6"/>
          <a:stretch>
            <a:fillRect/>
          </a:stretch>
        </p:blipFill>
        <p:spPr>
          <a:xfrm>
            <a:off x="4453128" y="3858768"/>
            <a:ext cx="237744" cy="237744"/>
          </a:xfrm>
          <a:prstGeom prst="rect">
            <a:avLst/>
          </a:prstGeom>
        </p:spPr>
      </p:pic>
      <p:sp>
        <p:nvSpPr>
          <p:cNvPr id="22" name="a7u_143"/>
          <p:cNvSpPr txBox="1"/>
          <p:nvPr/>
        </p:nvSpPr>
        <p:spPr>
          <a:xfrm>
            <a:off x="4937760" y="3730752"/>
            <a:ext cx="374904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4. L'agent se connecte</a:t>
            </a:r>
            <a:endParaRPr lang="en-US" sz="1300" dirty="0"/>
          </a:p>
        </p:txBody>
      </p:sp>
      <p:sp>
        <p:nvSpPr>
          <p:cNvPr id="23" name="a7u_144"/>
          <p:cNvSpPr txBox="1"/>
          <p:nvPr/>
        </p:nvSpPr>
        <p:spPr>
          <a:xfrm>
            <a:off x="4937760" y="3986784"/>
            <a:ext cx="374904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Il n’a accès qu’aux fiches de son école, selon ses droits.</a:t>
            </a:r>
            <a:endParaRPr lang="en-US" sz="10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childTnLst>
                          </p:cTn>
                        </p:par>
                        <p:par>
                          <p:cTn id="22" fill="hold">
                            <p:stCondLst>
                              <p:cond delay="1100"/>
                            </p:stCondLst>
                            <p:childTnLst>
                              <p:par>
                                <p:cTn id="17" presetID="42"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additive="base">
                                        <p:cTn id="20" dur="600" fill="hold"/>
                                        <p:tgtEl>
                                          <p:spTgt spid="7"/>
                                        </p:tgtEl>
                                        <p:attrNameLst>
                                          <p:attrName>ppt_x</p:attrName>
                                        </p:attrNameLst>
                                      </p:cBhvr>
                                      <p:tavLst>
                                        <p:tav tm="0">
                                          <p:val>
                                            <p:strVal val="#ppt_x"/>
                                          </p:val>
                                        </p:tav>
                                        <p:tav tm="100000">
                                          <p:val>
                                            <p:strVal val="#ppt_x"/>
                                          </p:val>
                                        </p:tav>
                                      </p:tavLst>
                                    </p:anim>
                                    <p:anim calcmode="lin" valueType="num">
                                      <p:cBhvr additive="base">
                                        <p:cTn id="21" dur="600" fill="hold"/>
                                        <p:tgtEl>
                                          <p:spTgt spid="7"/>
                                        </p:tgtEl>
                                        <p:attrNameLst>
                                          <p:attrName>ppt_y</p:attrName>
                                        </p:attrNameLst>
                                      </p:cBhvr>
                                      <p:tavLst>
                                        <p:tav tm="0">
                                          <p:val>
                                            <p:strVal val="#ppt_y+.1"/>
                                          </p:val>
                                        </p:tav>
                                        <p:tav tm="100000">
                                          <p:val>
                                            <p:strVal val="#ppt_y"/>
                                          </p:val>
                                        </p:tav>
                                      </p:tavLst>
                                    </p:anim>
                                  </p:childTnLst>
                                </p:cTn>
                              </p:par>
                            </p:childTnLst>
                          </p:cTn>
                        </p:par>
                        <p:par>
                          <p:cTn id="43" fill="hold">
                            <p:stCondLst>
                              <p:cond delay="1700"/>
                            </p:stCondLst>
                            <p:childTnLst>
                              <p:par>
                                <p:cTn id="23" presetID="53" presetClass="entr" presetSubtype="16"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450" fill="hold"/>
                                        <p:tgtEl>
                                          <p:spTgt spid="8"/>
                                        </p:tgtEl>
                                        <p:attrNameLst>
                                          <p:attrName>ppt_w</p:attrName>
                                        </p:attrNameLst>
                                      </p:cBhvr>
                                      <p:tavLst>
                                        <p:tav tm="0">
                                          <p:val>
                                            <p:fltVal val="0"/>
                                          </p:val>
                                        </p:tav>
                                        <p:tav tm="100000">
                                          <p:val>
                                            <p:strVal val="#ppt_w"/>
                                          </p:val>
                                        </p:tav>
                                      </p:tavLst>
                                    </p:anim>
                                    <p:anim calcmode="lin" valueType="num">
                                      <p:cBhvr>
                                        <p:cTn id="26" dur="450" fill="hold"/>
                                        <p:tgtEl>
                                          <p:spTgt spid="8"/>
                                        </p:tgtEl>
                                        <p:attrNameLst>
                                          <p:attrName>ppt_h</p:attrName>
                                        </p:attrNameLst>
                                      </p:cBhvr>
                                      <p:tavLst>
                                        <p:tav tm="0">
                                          <p:val>
                                            <p:fltVal val="0"/>
                                          </p:val>
                                        </p:tav>
                                        <p:tav tm="100000">
                                          <p:val>
                                            <p:strVal val="#ppt_h"/>
                                          </p:val>
                                        </p:tav>
                                      </p:tavLst>
                                    </p:anim>
                                    <p:animEffect transition="in" filter="fade">
                                      <p:cBhvr>
                                        <p:cTn id="27" dur="450"/>
                                        <p:tgtEl>
                                          <p:spTgt spid="8"/>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450" fill="hold"/>
                                        <p:tgtEl>
                                          <p:spTgt spid="9"/>
                                        </p:tgtEl>
                                        <p:attrNameLst>
                                          <p:attrName>ppt_w</p:attrName>
                                        </p:attrNameLst>
                                      </p:cBhvr>
                                      <p:tavLst>
                                        <p:tav tm="0">
                                          <p:val>
                                            <p:fltVal val="0"/>
                                          </p:val>
                                        </p:tav>
                                        <p:tav tm="100000">
                                          <p:val>
                                            <p:strVal val="#ppt_w"/>
                                          </p:val>
                                        </p:tav>
                                      </p:tavLst>
                                    </p:anim>
                                    <p:anim calcmode="lin" valueType="num">
                                      <p:cBhvr>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600"/>
                                        <p:tgtEl>
                                          <p:spTgt spid="10"/>
                                        </p:tgtEl>
                                      </p:cBhvr>
                                    </p:animEffect>
                                    <p:anim calcmode="lin" valueType="num">
                                      <p:cBhvr additive="base">
                                        <p:cTn id="36" dur="600" fill="hold"/>
                                        <p:tgtEl>
                                          <p:spTgt spid="10"/>
                                        </p:tgtEl>
                                        <p:attrNameLst>
                                          <p:attrName>ppt_x</p:attrName>
                                        </p:attrNameLst>
                                      </p:cBhvr>
                                      <p:tavLst>
                                        <p:tav tm="0">
                                          <p:val>
                                            <p:strVal val="#ppt_x"/>
                                          </p:val>
                                        </p:tav>
                                        <p:tav tm="100000">
                                          <p:val>
                                            <p:strVal val="#ppt_x"/>
                                          </p:val>
                                        </p:tav>
                                      </p:tavLst>
                                    </p:anim>
                                    <p:anim calcmode="lin" valueType="num">
                                      <p:cBhvr additive="base">
                                        <p:cTn id="37" dur="60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p:tgtEl>
                                          <p:spTgt spid="11"/>
                                        </p:tgtEl>
                                      </p:cBhvr>
                                    </p:animEffect>
                                    <p:anim calcmode="lin" valueType="num">
                                      <p:cBhvr additive="base">
                                        <p:cTn id="41" dur="600" fill="hold"/>
                                        <p:tgtEl>
                                          <p:spTgt spid="11"/>
                                        </p:tgtEl>
                                        <p:attrNameLst>
                                          <p:attrName>ppt_x</p:attrName>
                                        </p:attrNameLst>
                                      </p:cBhvr>
                                      <p:tavLst>
                                        <p:tav tm="0">
                                          <p:val>
                                            <p:strVal val="#ppt_x"/>
                                          </p:val>
                                        </p:tav>
                                        <p:tav tm="100000">
                                          <p:val>
                                            <p:strVal val="#ppt_x"/>
                                          </p:val>
                                        </p:tav>
                                      </p:tavLst>
                                    </p:anim>
                                    <p:anim calcmode="lin" valueType="num">
                                      <p:cBhvr additive="base">
                                        <p:cTn id="42" dur="600" fill="hold"/>
                                        <p:tgtEl>
                                          <p:spTgt spid="11"/>
                                        </p:tgtEl>
                                        <p:attrNameLst>
                                          <p:attrName>ppt_y</p:attrName>
                                        </p:attrNameLst>
                                      </p:cBhvr>
                                      <p:tavLst>
                                        <p:tav tm="0">
                                          <p:val>
                                            <p:strVal val="#ppt_y+.1"/>
                                          </p:val>
                                        </p:tav>
                                        <p:tav tm="100000">
                                          <p:val>
                                            <p:strVal val="#ppt_y"/>
                                          </p:val>
                                        </p:tav>
                                      </p:tavLst>
                                    </p:anim>
                                  </p:childTnLst>
                                </p:cTn>
                              </p:par>
                            </p:childTnLst>
                          </p:cTn>
                        </p:par>
                        <p:par>
                          <p:cTn id="64" fill="hold">
                            <p:stCondLst>
                              <p:cond delay="2300"/>
                            </p:stCondLst>
                            <p:childTnLst>
                              <p:par>
                                <p:cTn id="44" presetID="53" presetClass="entr" presetSubtype="16"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450" fill="hold"/>
                                        <p:tgtEl>
                                          <p:spTgt spid="12"/>
                                        </p:tgtEl>
                                        <p:attrNameLst>
                                          <p:attrName>ppt_w</p:attrName>
                                        </p:attrNameLst>
                                      </p:cBhvr>
                                      <p:tavLst>
                                        <p:tav tm="0">
                                          <p:val>
                                            <p:fltVal val="0"/>
                                          </p:val>
                                        </p:tav>
                                        <p:tav tm="100000">
                                          <p:val>
                                            <p:strVal val="#ppt_w"/>
                                          </p:val>
                                        </p:tav>
                                      </p:tavLst>
                                    </p:anim>
                                    <p:anim calcmode="lin" valueType="num">
                                      <p:cBhvr>
                                        <p:cTn id="47" dur="450" fill="hold"/>
                                        <p:tgtEl>
                                          <p:spTgt spid="12"/>
                                        </p:tgtEl>
                                        <p:attrNameLst>
                                          <p:attrName>ppt_h</p:attrName>
                                        </p:attrNameLst>
                                      </p:cBhvr>
                                      <p:tavLst>
                                        <p:tav tm="0">
                                          <p:val>
                                            <p:fltVal val="0"/>
                                          </p:val>
                                        </p:tav>
                                        <p:tav tm="100000">
                                          <p:val>
                                            <p:strVal val="#ppt_h"/>
                                          </p:val>
                                        </p:tav>
                                      </p:tavLst>
                                    </p:anim>
                                    <p:animEffect transition="in" filter="fade">
                                      <p:cBhvr>
                                        <p:cTn id="48" dur="450"/>
                                        <p:tgtEl>
                                          <p:spTgt spid="12"/>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450" fill="hold"/>
                                        <p:tgtEl>
                                          <p:spTgt spid="13"/>
                                        </p:tgtEl>
                                        <p:attrNameLst>
                                          <p:attrName>ppt_w</p:attrName>
                                        </p:attrNameLst>
                                      </p:cBhvr>
                                      <p:tavLst>
                                        <p:tav tm="0">
                                          <p:val>
                                            <p:fltVal val="0"/>
                                          </p:val>
                                        </p:tav>
                                        <p:tav tm="100000">
                                          <p:val>
                                            <p:strVal val="#ppt_w"/>
                                          </p:val>
                                        </p:tav>
                                      </p:tavLst>
                                    </p:anim>
                                    <p:anim calcmode="lin" valueType="num">
                                      <p:cBhvr>
                                        <p:cTn id="52" dur="450" fill="hold"/>
                                        <p:tgtEl>
                                          <p:spTgt spid="13"/>
                                        </p:tgtEl>
                                        <p:attrNameLst>
                                          <p:attrName>ppt_h</p:attrName>
                                        </p:attrNameLst>
                                      </p:cBhvr>
                                      <p:tavLst>
                                        <p:tav tm="0">
                                          <p:val>
                                            <p:fltVal val="0"/>
                                          </p:val>
                                        </p:tav>
                                        <p:tav tm="100000">
                                          <p:val>
                                            <p:strVal val="#ppt_h"/>
                                          </p:val>
                                        </p:tav>
                                      </p:tavLst>
                                    </p:anim>
                                    <p:animEffect transition="in" filter="fade">
                                      <p:cBhvr>
                                        <p:cTn id="53" dur="450"/>
                                        <p:tgtEl>
                                          <p:spTgt spid="13"/>
                                        </p:tgtEl>
                                      </p:cBhvr>
                                    </p:animEffect>
                                  </p:childTnLst>
                                </p:cTn>
                              </p:par>
                              <p:par>
                                <p:cTn id="54" presetID="42"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600"/>
                                        <p:tgtEl>
                                          <p:spTgt spid="14"/>
                                        </p:tgtEl>
                                      </p:cBhvr>
                                    </p:animEffect>
                                    <p:anim calcmode="lin" valueType="num">
                                      <p:cBhvr additive="base">
                                        <p:cTn id="57" dur="600" fill="hold"/>
                                        <p:tgtEl>
                                          <p:spTgt spid="14"/>
                                        </p:tgtEl>
                                        <p:attrNameLst>
                                          <p:attrName>ppt_x</p:attrName>
                                        </p:attrNameLst>
                                      </p:cBhvr>
                                      <p:tavLst>
                                        <p:tav tm="0">
                                          <p:val>
                                            <p:strVal val="#ppt_x"/>
                                          </p:val>
                                        </p:tav>
                                        <p:tav tm="100000">
                                          <p:val>
                                            <p:strVal val="#ppt_x"/>
                                          </p:val>
                                        </p:tav>
                                      </p:tavLst>
                                    </p:anim>
                                    <p:anim calcmode="lin" valueType="num">
                                      <p:cBhvr additive="base">
                                        <p:cTn id="58" dur="600" fill="hold"/>
                                        <p:tgtEl>
                                          <p:spTgt spid="14"/>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600"/>
                                        <p:tgtEl>
                                          <p:spTgt spid="15"/>
                                        </p:tgtEl>
                                      </p:cBhvr>
                                    </p:animEffect>
                                    <p:anim calcmode="lin" valueType="num">
                                      <p:cBhvr additive="base">
                                        <p:cTn id="62" dur="600" fill="hold"/>
                                        <p:tgtEl>
                                          <p:spTgt spid="15"/>
                                        </p:tgtEl>
                                        <p:attrNameLst>
                                          <p:attrName>ppt_x</p:attrName>
                                        </p:attrNameLst>
                                      </p:cBhvr>
                                      <p:tavLst>
                                        <p:tav tm="0">
                                          <p:val>
                                            <p:strVal val="#ppt_x"/>
                                          </p:val>
                                        </p:tav>
                                        <p:tav tm="100000">
                                          <p:val>
                                            <p:strVal val="#ppt_x"/>
                                          </p:val>
                                        </p:tav>
                                      </p:tavLst>
                                    </p:anim>
                                    <p:anim calcmode="lin" valueType="num">
                                      <p:cBhvr additive="base">
                                        <p:cTn id="63" dur="600" fill="hold"/>
                                        <p:tgtEl>
                                          <p:spTgt spid="15"/>
                                        </p:tgtEl>
                                        <p:attrNameLst>
                                          <p:attrName>ppt_y</p:attrName>
                                        </p:attrNameLst>
                                      </p:cBhvr>
                                      <p:tavLst>
                                        <p:tav tm="0">
                                          <p:val>
                                            <p:strVal val="#ppt_y+.1"/>
                                          </p:val>
                                        </p:tav>
                                        <p:tav tm="100000">
                                          <p:val>
                                            <p:strVal val="#ppt_y"/>
                                          </p:val>
                                        </p:tav>
                                      </p:tavLst>
                                    </p:anim>
                                  </p:childTnLst>
                                </p:cTn>
                              </p:par>
                            </p:childTnLst>
                          </p:cTn>
                        </p:par>
                        <p:par>
                          <p:cTn id="85" fill="hold">
                            <p:stCondLst>
                              <p:cond delay="2900"/>
                            </p:stCondLst>
                            <p:childTnLst>
                              <p:par>
                                <p:cTn id="65" presetID="53" presetClass="entr" presetSubtype="16" fill="hold" grpId="0" nodeType="after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p:cTn id="67" dur="450" fill="hold"/>
                                        <p:tgtEl>
                                          <p:spTgt spid="16"/>
                                        </p:tgtEl>
                                        <p:attrNameLst>
                                          <p:attrName>ppt_w</p:attrName>
                                        </p:attrNameLst>
                                      </p:cBhvr>
                                      <p:tavLst>
                                        <p:tav tm="0">
                                          <p:val>
                                            <p:fltVal val="0"/>
                                          </p:val>
                                        </p:tav>
                                        <p:tav tm="100000">
                                          <p:val>
                                            <p:strVal val="#ppt_w"/>
                                          </p:val>
                                        </p:tav>
                                      </p:tavLst>
                                    </p:anim>
                                    <p:anim calcmode="lin" valueType="num">
                                      <p:cBhvr>
                                        <p:cTn id="68" dur="450" fill="hold"/>
                                        <p:tgtEl>
                                          <p:spTgt spid="16"/>
                                        </p:tgtEl>
                                        <p:attrNameLst>
                                          <p:attrName>ppt_h</p:attrName>
                                        </p:attrNameLst>
                                      </p:cBhvr>
                                      <p:tavLst>
                                        <p:tav tm="0">
                                          <p:val>
                                            <p:fltVal val="0"/>
                                          </p:val>
                                        </p:tav>
                                        <p:tav tm="100000">
                                          <p:val>
                                            <p:strVal val="#ppt_h"/>
                                          </p:val>
                                        </p:tav>
                                      </p:tavLst>
                                    </p:anim>
                                    <p:animEffect transition="in" filter="fade">
                                      <p:cBhvr>
                                        <p:cTn id="69" dur="450"/>
                                        <p:tgtEl>
                                          <p:spTgt spid="16"/>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p:cTn id="72" dur="450" fill="hold"/>
                                        <p:tgtEl>
                                          <p:spTgt spid="17"/>
                                        </p:tgtEl>
                                        <p:attrNameLst>
                                          <p:attrName>ppt_w</p:attrName>
                                        </p:attrNameLst>
                                      </p:cBhvr>
                                      <p:tavLst>
                                        <p:tav tm="0">
                                          <p:val>
                                            <p:fltVal val="0"/>
                                          </p:val>
                                        </p:tav>
                                        <p:tav tm="100000">
                                          <p:val>
                                            <p:strVal val="#ppt_w"/>
                                          </p:val>
                                        </p:tav>
                                      </p:tavLst>
                                    </p:anim>
                                    <p:anim calcmode="lin" valueType="num">
                                      <p:cBhvr>
                                        <p:cTn id="73" dur="450" fill="hold"/>
                                        <p:tgtEl>
                                          <p:spTgt spid="17"/>
                                        </p:tgtEl>
                                        <p:attrNameLst>
                                          <p:attrName>ppt_h</p:attrName>
                                        </p:attrNameLst>
                                      </p:cBhvr>
                                      <p:tavLst>
                                        <p:tav tm="0">
                                          <p:val>
                                            <p:fltVal val="0"/>
                                          </p:val>
                                        </p:tav>
                                        <p:tav tm="100000">
                                          <p:val>
                                            <p:strVal val="#ppt_h"/>
                                          </p:val>
                                        </p:tav>
                                      </p:tavLst>
                                    </p:anim>
                                    <p:animEffect transition="in" filter="fade">
                                      <p:cBhvr>
                                        <p:cTn id="74" dur="450"/>
                                        <p:tgtEl>
                                          <p:spTgt spid="17"/>
                                        </p:tgtEl>
                                      </p:cBhvr>
                                    </p:animEffect>
                                  </p:childTnLst>
                                </p:cTn>
                              </p:par>
                              <p:par>
                                <p:cTn id="75" presetID="42"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600"/>
                                        <p:tgtEl>
                                          <p:spTgt spid="18"/>
                                        </p:tgtEl>
                                      </p:cBhvr>
                                    </p:animEffect>
                                    <p:anim calcmode="lin" valueType="num">
                                      <p:cBhvr additive="base">
                                        <p:cTn id="78" dur="600" fill="hold"/>
                                        <p:tgtEl>
                                          <p:spTgt spid="18"/>
                                        </p:tgtEl>
                                        <p:attrNameLst>
                                          <p:attrName>ppt_x</p:attrName>
                                        </p:attrNameLst>
                                      </p:cBhvr>
                                      <p:tavLst>
                                        <p:tav tm="0">
                                          <p:val>
                                            <p:strVal val="#ppt_x"/>
                                          </p:val>
                                        </p:tav>
                                        <p:tav tm="100000">
                                          <p:val>
                                            <p:strVal val="#ppt_x"/>
                                          </p:val>
                                        </p:tav>
                                      </p:tavLst>
                                    </p:anim>
                                    <p:anim calcmode="lin" valueType="num">
                                      <p:cBhvr additive="base">
                                        <p:cTn id="79" dur="600" fill="hold"/>
                                        <p:tgtEl>
                                          <p:spTgt spid="18"/>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600"/>
                                        <p:tgtEl>
                                          <p:spTgt spid="19"/>
                                        </p:tgtEl>
                                      </p:cBhvr>
                                    </p:animEffect>
                                    <p:anim calcmode="lin" valueType="num">
                                      <p:cBhvr additive="base">
                                        <p:cTn id="83" dur="600" fill="hold"/>
                                        <p:tgtEl>
                                          <p:spTgt spid="19"/>
                                        </p:tgtEl>
                                        <p:attrNameLst>
                                          <p:attrName>ppt_x</p:attrName>
                                        </p:attrNameLst>
                                      </p:cBhvr>
                                      <p:tavLst>
                                        <p:tav tm="0">
                                          <p:val>
                                            <p:strVal val="#ppt_x"/>
                                          </p:val>
                                        </p:tav>
                                        <p:tav tm="100000">
                                          <p:val>
                                            <p:strVal val="#ppt_x"/>
                                          </p:val>
                                        </p:tav>
                                      </p:tavLst>
                                    </p:anim>
                                    <p:anim calcmode="lin" valueType="num">
                                      <p:cBhvr additive="base">
                                        <p:cTn id="84" dur="600" fill="hold"/>
                                        <p:tgtEl>
                                          <p:spTgt spid="19"/>
                                        </p:tgtEl>
                                        <p:attrNameLst>
                                          <p:attrName>ppt_y</p:attrName>
                                        </p:attrNameLst>
                                      </p:cBhvr>
                                      <p:tavLst>
                                        <p:tav tm="0">
                                          <p:val>
                                            <p:strVal val="#ppt_y+.1"/>
                                          </p:val>
                                        </p:tav>
                                        <p:tav tm="100000">
                                          <p:val>
                                            <p:strVal val="#ppt_y"/>
                                          </p:val>
                                        </p:tav>
                                      </p:tavLst>
                                    </p:anim>
                                  </p:childTnLst>
                                </p:cTn>
                              </p:par>
                            </p:childTnLst>
                          </p:cTn>
                        </p:par>
                        <p:par>
                          <p:cTn id="106" fill="hold">
                            <p:stCondLst>
                              <p:cond delay="3500"/>
                            </p:stCondLst>
                            <p:childTnLst>
                              <p:par>
                                <p:cTn id="86" presetID="53" presetClass="entr" presetSubtype="16" fill="hold" grpId="0" nodeType="afterEffect">
                                  <p:stCondLst>
                                    <p:cond delay="0"/>
                                  </p:stCondLst>
                                  <p:childTnLst>
                                    <p:set>
                                      <p:cBhvr>
                                        <p:cTn id="87" dur="1" fill="hold">
                                          <p:stCondLst>
                                            <p:cond delay="0"/>
                                          </p:stCondLst>
                                        </p:cTn>
                                        <p:tgtEl>
                                          <p:spTgt spid="20"/>
                                        </p:tgtEl>
                                        <p:attrNameLst>
                                          <p:attrName>style.visibility</p:attrName>
                                        </p:attrNameLst>
                                      </p:cBhvr>
                                      <p:to>
                                        <p:strVal val="visible"/>
                                      </p:to>
                                    </p:set>
                                    <p:anim calcmode="lin" valueType="num">
                                      <p:cBhvr>
                                        <p:cTn id="88" dur="450" fill="hold"/>
                                        <p:tgtEl>
                                          <p:spTgt spid="20"/>
                                        </p:tgtEl>
                                        <p:attrNameLst>
                                          <p:attrName>ppt_w</p:attrName>
                                        </p:attrNameLst>
                                      </p:cBhvr>
                                      <p:tavLst>
                                        <p:tav tm="0">
                                          <p:val>
                                            <p:fltVal val="0"/>
                                          </p:val>
                                        </p:tav>
                                        <p:tav tm="100000">
                                          <p:val>
                                            <p:strVal val="#ppt_w"/>
                                          </p:val>
                                        </p:tav>
                                      </p:tavLst>
                                    </p:anim>
                                    <p:anim calcmode="lin" valueType="num">
                                      <p:cBhvr>
                                        <p:cTn id="89" dur="450" fill="hold"/>
                                        <p:tgtEl>
                                          <p:spTgt spid="20"/>
                                        </p:tgtEl>
                                        <p:attrNameLst>
                                          <p:attrName>ppt_h</p:attrName>
                                        </p:attrNameLst>
                                      </p:cBhvr>
                                      <p:tavLst>
                                        <p:tav tm="0">
                                          <p:val>
                                            <p:fltVal val="0"/>
                                          </p:val>
                                        </p:tav>
                                        <p:tav tm="100000">
                                          <p:val>
                                            <p:strVal val="#ppt_h"/>
                                          </p:val>
                                        </p:tav>
                                      </p:tavLst>
                                    </p:anim>
                                    <p:animEffect transition="in" filter="fade">
                                      <p:cBhvr>
                                        <p:cTn id="90" dur="450"/>
                                        <p:tgtEl>
                                          <p:spTgt spid="20"/>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21"/>
                                        </p:tgtEl>
                                        <p:attrNameLst>
                                          <p:attrName>style.visibility</p:attrName>
                                        </p:attrNameLst>
                                      </p:cBhvr>
                                      <p:to>
                                        <p:strVal val="visible"/>
                                      </p:to>
                                    </p:set>
                                    <p:anim calcmode="lin" valueType="num">
                                      <p:cBhvr>
                                        <p:cTn id="93" dur="450" fill="hold"/>
                                        <p:tgtEl>
                                          <p:spTgt spid="21"/>
                                        </p:tgtEl>
                                        <p:attrNameLst>
                                          <p:attrName>ppt_w</p:attrName>
                                        </p:attrNameLst>
                                      </p:cBhvr>
                                      <p:tavLst>
                                        <p:tav tm="0">
                                          <p:val>
                                            <p:fltVal val="0"/>
                                          </p:val>
                                        </p:tav>
                                        <p:tav tm="100000">
                                          <p:val>
                                            <p:strVal val="#ppt_w"/>
                                          </p:val>
                                        </p:tav>
                                      </p:tavLst>
                                    </p:anim>
                                    <p:anim calcmode="lin" valueType="num">
                                      <p:cBhvr>
                                        <p:cTn id="94" dur="450" fill="hold"/>
                                        <p:tgtEl>
                                          <p:spTgt spid="21"/>
                                        </p:tgtEl>
                                        <p:attrNameLst>
                                          <p:attrName>ppt_h</p:attrName>
                                        </p:attrNameLst>
                                      </p:cBhvr>
                                      <p:tavLst>
                                        <p:tav tm="0">
                                          <p:val>
                                            <p:fltVal val="0"/>
                                          </p:val>
                                        </p:tav>
                                        <p:tav tm="100000">
                                          <p:val>
                                            <p:strVal val="#ppt_h"/>
                                          </p:val>
                                        </p:tav>
                                      </p:tavLst>
                                    </p:anim>
                                    <p:animEffect transition="in" filter="fade">
                                      <p:cBhvr>
                                        <p:cTn id="95" dur="450"/>
                                        <p:tgtEl>
                                          <p:spTgt spid="21"/>
                                        </p:tgtEl>
                                      </p:cBhvr>
                                    </p:animEffect>
                                  </p:childTnLst>
                                </p:cTn>
                              </p:par>
                              <p:par>
                                <p:cTn id="96" presetID="42" presetClass="entr" presetSubtype="0" fill="hold" grpId="0" nodeType="with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600"/>
                                        <p:tgtEl>
                                          <p:spTgt spid="22"/>
                                        </p:tgtEl>
                                      </p:cBhvr>
                                    </p:animEffect>
                                    <p:anim calcmode="lin" valueType="num">
                                      <p:cBhvr additive="base">
                                        <p:cTn id="99" dur="600" fill="hold"/>
                                        <p:tgtEl>
                                          <p:spTgt spid="22"/>
                                        </p:tgtEl>
                                        <p:attrNameLst>
                                          <p:attrName>ppt_x</p:attrName>
                                        </p:attrNameLst>
                                      </p:cBhvr>
                                      <p:tavLst>
                                        <p:tav tm="0">
                                          <p:val>
                                            <p:strVal val="#ppt_x"/>
                                          </p:val>
                                        </p:tav>
                                        <p:tav tm="100000">
                                          <p:val>
                                            <p:strVal val="#ppt_x"/>
                                          </p:val>
                                        </p:tav>
                                      </p:tavLst>
                                    </p:anim>
                                    <p:anim calcmode="lin" valueType="num">
                                      <p:cBhvr additive="base">
                                        <p:cTn id="100" dur="600" fill="hold"/>
                                        <p:tgtEl>
                                          <p:spTgt spid="22"/>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600"/>
                                        <p:tgtEl>
                                          <p:spTgt spid="23"/>
                                        </p:tgtEl>
                                      </p:cBhvr>
                                    </p:animEffect>
                                    <p:anim calcmode="lin" valueType="num">
                                      <p:cBhvr additive="base">
                                        <p:cTn id="104" dur="600" fill="hold"/>
                                        <p:tgtEl>
                                          <p:spTgt spid="23"/>
                                        </p:tgtEl>
                                        <p:attrNameLst>
                                          <p:attrName>ppt_x</p:attrName>
                                        </p:attrNameLst>
                                      </p:cBhvr>
                                      <p:tavLst>
                                        <p:tav tm="0">
                                          <p:val>
                                            <p:strVal val="#ppt_x"/>
                                          </p:val>
                                        </p:tav>
                                        <p:tav tm="100000">
                                          <p:val>
                                            <p:strVal val="#ppt_x"/>
                                          </p:val>
                                        </p:tav>
                                      </p:tavLst>
                                    </p:anim>
                                    <p:anim calcmode="lin" valueType="num">
                                      <p:cBhvr additive="base">
                                        <p:cTn id="105" dur="6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7</a:t>
            </a:r>
            <a:endParaRPr lang="en-US" sz="800" dirty="0"/>
          </a:p>
        </p:txBody>
      </p:sp>
      <p:sp>
        <p:nvSpPr>
          <p:cNvPr id="4" name="a1f_145"/>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03 · L'APPLICATION MOBILE</a:t>
            </a:r>
            <a:endParaRPr lang="en-US" sz="1100" dirty="0"/>
          </a:p>
        </p:txBody>
      </p:sp>
      <p:sp>
        <p:nvSpPr>
          <p:cNvPr id="5" name="a1f_146"/>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L'écran d'accueil de l'agent</a:t>
            </a:r>
            <a:endParaRPr lang="en-US" sz="2700" dirty="0"/>
          </a:p>
        </p:txBody>
      </p:sp>
      <p:pic>
        <p:nvPicPr>
          <p:cNvPr id="6" name="a2f_147" descr="/tmp/claude-0/-home-user-face-id/e849e0f3-7743-5449-a322-d35a4c4c9845/scratchpad/deck/img/app_home.png">    </p:cNvPr>
          <p:cNvPicPr>
            <a:picLocks noChangeAspect="1"/>
          </p:cNvPicPr>
          <p:nvPr/>
        </p:nvPicPr>
        <p:blipFill>
          <a:blip r:embed="rId1"/>
          <a:stretch>
            <a:fillRect/>
          </a:stretch>
        </p:blipFill>
        <p:spPr>
          <a:xfrm>
            <a:off x="3693435" y="1143000"/>
            <a:ext cx="1757131" cy="3611880"/>
          </a:xfrm>
          <a:prstGeom prst="rect">
            <a:avLst/>
          </a:prstGeom>
        </p:spPr>
      </p:pic>
      <p:sp>
        <p:nvSpPr>
          <p:cNvPr id="7" name="a3z_148"/>
          <p:cNvSpPr/>
          <p:nvPr/>
        </p:nvSpPr>
        <p:spPr>
          <a:xfrm>
            <a:off x="4376887" y="1328598"/>
            <a:ext cx="292608" cy="292608"/>
          </a:xfrm>
          <a:prstGeom prst="ellipse">
            <a:avLst/>
          </a:prstGeom>
          <a:solidFill>
            <a:srgbClr val="F59E0B"/>
          </a:solidFill>
          <a:ln w="25400">
            <a:solidFill>
              <a:srgbClr val="FFFFFF"/>
            </a:solidFill>
            <a:prstDash val="solid"/>
          </a:ln>
        </p:spPr>
      </p:sp>
      <p:sp>
        <p:nvSpPr>
          <p:cNvPr id="8" name="a3z_149"/>
          <p:cNvSpPr txBox="1"/>
          <p:nvPr/>
        </p:nvSpPr>
        <p:spPr>
          <a:xfrm>
            <a:off x="4376887" y="1328598"/>
            <a:ext cx="292608" cy="292608"/>
          </a:xfrm>
          <a:prstGeom prst="rect">
            <a:avLst/>
          </a:prstGeom>
          <a:noFill/>
          <a:ln/>
        </p:spPr>
        <p:txBody>
          <a:bodyPr wrap="square" lIns="0" tIns="0" rIns="0" bIns="0" rtlCol="0" anchor="ctr"/>
          <a:lstStyle/>
          <a:p>
            <a:pPr algn="ctr" indent="0" marL="0">
              <a:buNone/>
            </a:pPr>
            <a:r>
              <a:rPr lang="en-US" sz="1100" b="1" dirty="0">
                <a:solidFill>
                  <a:srgbClr val="1E2A78"/>
                </a:solidFill>
                <a:latin typeface="Arial" pitchFamily="34" charset="0"/>
                <a:ea typeface="Arial" pitchFamily="34" charset="-122"/>
                <a:cs typeface="Arial" pitchFamily="34" charset="-120"/>
              </a:rPr>
              <a:t>1</a:t>
            </a:r>
            <a:endParaRPr lang="en-US" sz="1100" dirty="0"/>
          </a:p>
        </p:txBody>
      </p:sp>
      <p:sp>
        <p:nvSpPr>
          <p:cNvPr id="9" name="a3f_150"/>
          <p:cNvSpPr/>
          <p:nvPr/>
        </p:nvSpPr>
        <p:spPr>
          <a:xfrm>
            <a:off x="411480" y="1188720"/>
            <a:ext cx="292608" cy="292608"/>
          </a:xfrm>
          <a:prstGeom prst="ellipse">
            <a:avLst/>
          </a:prstGeom>
          <a:solidFill>
            <a:srgbClr val="F59E0B"/>
          </a:solidFill>
          <a:ln w="12700">
            <a:solidFill>
              <a:srgbClr val="F59E0B"/>
            </a:solidFill>
            <a:prstDash val="solid"/>
          </a:ln>
        </p:spPr>
      </p:sp>
      <p:sp>
        <p:nvSpPr>
          <p:cNvPr id="10" name="a3f_151"/>
          <p:cNvSpPr txBox="1"/>
          <p:nvPr/>
        </p:nvSpPr>
        <p:spPr>
          <a:xfrm>
            <a:off x="411480" y="1188720"/>
            <a:ext cx="292608" cy="292608"/>
          </a:xfrm>
          <a:prstGeom prst="rect">
            <a:avLst/>
          </a:prstGeom>
          <a:noFill/>
          <a:ln/>
        </p:spPr>
        <p:txBody>
          <a:bodyPr wrap="square" lIns="0" tIns="0" rIns="0" bIns="0" rtlCol="0" anchor="ctr"/>
          <a:lstStyle/>
          <a:p>
            <a:pPr algn="ctr" indent="0" marL="0">
              <a:buNone/>
            </a:pPr>
            <a:r>
              <a:rPr lang="en-US" sz="1100" b="1" dirty="0">
                <a:solidFill>
                  <a:srgbClr val="1E2A78"/>
                </a:solidFill>
                <a:latin typeface="Arial" pitchFamily="34" charset="0"/>
                <a:ea typeface="Arial" pitchFamily="34" charset="-122"/>
                <a:cs typeface="Arial" pitchFamily="34" charset="-120"/>
              </a:rPr>
              <a:t>1</a:t>
            </a:r>
            <a:endParaRPr lang="en-US" sz="1100" dirty="0"/>
          </a:p>
        </p:txBody>
      </p:sp>
      <p:sp>
        <p:nvSpPr>
          <p:cNvPr id="11" name="a3f_152"/>
          <p:cNvSpPr txBox="1"/>
          <p:nvPr/>
        </p:nvSpPr>
        <p:spPr>
          <a:xfrm>
            <a:off x="795528" y="1188720"/>
            <a:ext cx="2011680" cy="256032"/>
          </a:xfrm>
          <a:prstGeom prst="rect">
            <a:avLst/>
          </a:prstGeom>
          <a:noFill/>
          <a:ln/>
        </p:spPr>
        <p:txBody>
          <a:bodyPr wrap="square" lIns="0" tIns="0" rIns="0" bIns="0" rtlCol="0" anchor="t"/>
          <a:lstStyle/>
          <a:p>
            <a:pPr indent="0" marL="0">
              <a:buNone/>
            </a:pPr>
            <a:r>
              <a:rPr lang="en-US" sz="1250" b="1" dirty="0">
                <a:solidFill>
                  <a:srgbClr val="1E2A78"/>
                </a:solidFill>
                <a:latin typeface="Arial" pitchFamily="34" charset="0"/>
                <a:ea typeface="Arial" pitchFamily="34" charset="-122"/>
                <a:cs typeface="Arial" pitchFamily="34" charset="-120"/>
              </a:rPr>
              <a:t>École et agent</a:t>
            </a:r>
            <a:endParaRPr lang="en-US" sz="1250" dirty="0"/>
          </a:p>
        </p:txBody>
      </p:sp>
      <p:sp>
        <p:nvSpPr>
          <p:cNvPr id="12" name="a3f_153"/>
          <p:cNvSpPr txBox="1"/>
          <p:nvPr/>
        </p:nvSpPr>
        <p:spPr>
          <a:xfrm>
            <a:off x="795528" y="1444752"/>
            <a:ext cx="2011680" cy="640080"/>
          </a:xfrm>
          <a:prstGeom prst="rect">
            <a:avLst/>
          </a:prstGeom>
          <a:noFill/>
          <a:ln/>
        </p:spPr>
        <p:txBody>
          <a:bodyPr wrap="square" lIns="0" tIns="0" rIns="0" bIns="0" rtlCol="0" anchor="t"/>
          <a:lstStyle/>
          <a:p>
            <a:pPr indent="0" marL="0">
              <a:buNone/>
            </a:pPr>
            <a:r>
              <a:rPr lang="en-US" sz="1000" dirty="0">
                <a:solidFill>
                  <a:srgbClr val="5C6685"/>
                </a:solidFill>
                <a:latin typeface="Arial" pitchFamily="34" charset="0"/>
                <a:ea typeface="Arial" pitchFamily="34" charset="-122"/>
                <a:cs typeface="Arial" pitchFamily="34" charset="-120"/>
              </a:rPr>
              <a:t>Le nom de l’école, de l’agent et son rôle.</a:t>
            </a:r>
            <a:endParaRPr lang="en-US" sz="1000" dirty="0"/>
          </a:p>
        </p:txBody>
      </p:sp>
      <p:sp>
        <p:nvSpPr>
          <p:cNvPr id="13" name="a4z_154"/>
          <p:cNvSpPr/>
          <p:nvPr/>
        </p:nvSpPr>
        <p:spPr>
          <a:xfrm>
            <a:off x="4171888" y="1572644"/>
            <a:ext cx="292608" cy="292608"/>
          </a:xfrm>
          <a:prstGeom prst="ellipse">
            <a:avLst/>
          </a:prstGeom>
          <a:solidFill>
            <a:srgbClr val="F59E0B"/>
          </a:solidFill>
          <a:ln w="25400">
            <a:solidFill>
              <a:srgbClr val="FFFFFF"/>
            </a:solidFill>
            <a:prstDash val="solid"/>
          </a:ln>
        </p:spPr>
      </p:sp>
      <p:sp>
        <p:nvSpPr>
          <p:cNvPr id="14" name="a4z_155"/>
          <p:cNvSpPr txBox="1"/>
          <p:nvPr/>
        </p:nvSpPr>
        <p:spPr>
          <a:xfrm>
            <a:off x="4171888" y="1572644"/>
            <a:ext cx="292608" cy="292608"/>
          </a:xfrm>
          <a:prstGeom prst="rect">
            <a:avLst/>
          </a:prstGeom>
          <a:noFill/>
          <a:ln/>
        </p:spPr>
        <p:txBody>
          <a:bodyPr wrap="square" lIns="0" tIns="0" rIns="0" bIns="0" rtlCol="0" anchor="ctr"/>
          <a:lstStyle/>
          <a:p>
            <a:pPr algn="ctr" indent="0" marL="0">
              <a:buNone/>
            </a:pPr>
            <a:r>
              <a:rPr lang="en-US" sz="1100" b="1" dirty="0">
                <a:solidFill>
                  <a:srgbClr val="1E2A78"/>
                </a:solidFill>
                <a:latin typeface="Arial" pitchFamily="34" charset="0"/>
                <a:ea typeface="Arial" pitchFamily="34" charset="-122"/>
                <a:cs typeface="Arial" pitchFamily="34" charset="-120"/>
              </a:rPr>
              <a:t>2</a:t>
            </a:r>
            <a:endParaRPr lang="en-US" sz="1100" dirty="0"/>
          </a:p>
        </p:txBody>
      </p:sp>
      <p:sp>
        <p:nvSpPr>
          <p:cNvPr id="15" name="a4f_156"/>
          <p:cNvSpPr/>
          <p:nvPr/>
        </p:nvSpPr>
        <p:spPr>
          <a:xfrm>
            <a:off x="411480" y="2240280"/>
            <a:ext cx="292608" cy="292608"/>
          </a:xfrm>
          <a:prstGeom prst="ellipse">
            <a:avLst/>
          </a:prstGeom>
          <a:solidFill>
            <a:srgbClr val="F59E0B"/>
          </a:solidFill>
          <a:ln w="12700">
            <a:solidFill>
              <a:srgbClr val="F59E0B"/>
            </a:solidFill>
            <a:prstDash val="solid"/>
          </a:ln>
        </p:spPr>
      </p:sp>
      <p:sp>
        <p:nvSpPr>
          <p:cNvPr id="16" name="a4f_157"/>
          <p:cNvSpPr txBox="1"/>
          <p:nvPr/>
        </p:nvSpPr>
        <p:spPr>
          <a:xfrm>
            <a:off x="411480" y="2240280"/>
            <a:ext cx="292608" cy="292608"/>
          </a:xfrm>
          <a:prstGeom prst="rect">
            <a:avLst/>
          </a:prstGeom>
          <a:noFill/>
          <a:ln/>
        </p:spPr>
        <p:txBody>
          <a:bodyPr wrap="square" lIns="0" tIns="0" rIns="0" bIns="0" rtlCol="0" anchor="ctr"/>
          <a:lstStyle/>
          <a:p>
            <a:pPr algn="ctr" indent="0" marL="0">
              <a:buNone/>
            </a:pPr>
            <a:r>
              <a:rPr lang="en-US" sz="1100" b="1" dirty="0">
                <a:solidFill>
                  <a:srgbClr val="1E2A78"/>
                </a:solidFill>
                <a:latin typeface="Arial" pitchFamily="34" charset="0"/>
                <a:ea typeface="Arial" pitchFamily="34" charset="-122"/>
                <a:cs typeface="Arial" pitchFamily="34" charset="-120"/>
              </a:rPr>
              <a:t>2</a:t>
            </a:r>
            <a:endParaRPr lang="en-US" sz="1100" dirty="0"/>
          </a:p>
        </p:txBody>
      </p:sp>
      <p:sp>
        <p:nvSpPr>
          <p:cNvPr id="17" name="a4f_158"/>
          <p:cNvSpPr txBox="1"/>
          <p:nvPr/>
        </p:nvSpPr>
        <p:spPr>
          <a:xfrm>
            <a:off x="795528" y="2240280"/>
            <a:ext cx="2011680" cy="256032"/>
          </a:xfrm>
          <a:prstGeom prst="rect">
            <a:avLst/>
          </a:prstGeom>
          <a:noFill/>
          <a:ln/>
        </p:spPr>
        <p:txBody>
          <a:bodyPr wrap="square" lIns="0" tIns="0" rIns="0" bIns="0" rtlCol="0" anchor="t"/>
          <a:lstStyle/>
          <a:p>
            <a:pPr indent="0" marL="0">
              <a:buNone/>
            </a:pPr>
            <a:r>
              <a:rPr lang="en-US" sz="1250" b="1" dirty="0">
                <a:solidFill>
                  <a:srgbClr val="1E2A78"/>
                </a:solidFill>
                <a:latin typeface="Arial" pitchFamily="34" charset="0"/>
                <a:ea typeface="Arial" pitchFamily="34" charset="-122"/>
                <a:cs typeface="Arial" pitchFamily="34" charset="-120"/>
              </a:rPr>
              <a:t>Compteurs</a:t>
            </a:r>
            <a:endParaRPr lang="en-US" sz="1250" dirty="0"/>
          </a:p>
        </p:txBody>
      </p:sp>
      <p:sp>
        <p:nvSpPr>
          <p:cNvPr id="18" name="a4f_159"/>
          <p:cNvSpPr txBox="1"/>
          <p:nvPr/>
        </p:nvSpPr>
        <p:spPr>
          <a:xfrm>
            <a:off x="795528" y="2496312"/>
            <a:ext cx="2011680" cy="640080"/>
          </a:xfrm>
          <a:prstGeom prst="rect">
            <a:avLst/>
          </a:prstGeom>
          <a:noFill/>
          <a:ln/>
        </p:spPr>
        <p:txBody>
          <a:bodyPr wrap="square" lIns="0" tIns="0" rIns="0" bIns="0" rtlCol="0" anchor="t"/>
          <a:lstStyle/>
          <a:p>
            <a:pPr indent="0" marL="0">
              <a:buNone/>
            </a:pPr>
            <a:r>
              <a:rPr lang="en-US" sz="1000" dirty="0">
                <a:solidFill>
                  <a:srgbClr val="5C6685"/>
                </a:solidFill>
                <a:latin typeface="Arial" pitchFamily="34" charset="0"/>
                <a:ea typeface="Arial" pitchFamily="34" charset="-122"/>
                <a:cs typeface="Arial" pitchFamily="34" charset="-120"/>
              </a:rPr>
              <a:t>Personnes enregistrées sur le téléphone et modifications en attente d’envoi.</a:t>
            </a:r>
            <a:endParaRPr lang="en-US" sz="1000" dirty="0"/>
          </a:p>
        </p:txBody>
      </p:sp>
      <p:sp>
        <p:nvSpPr>
          <p:cNvPr id="19" name="a5z_160"/>
          <p:cNvSpPr/>
          <p:nvPr/>
        </p:nvSpPr>
        <p:spPr>
          <a:xfrm>
            <a:off x="5011406" y="1606811"/>
            <a:ext cx="292608" cy="292608"/>
          </a:xfrm>
          <a:prstGeom prst="ellipse">
            <a:avLst/>
          </a:prstGeom>
          <a:solidFill>
            <a:srgbClr val="F59E0B"/>
          </a:solidFill>
          <a:ln w="25400">
            <a:solidFill>
              <a:srgbClr val="FFFFFF"/>
            </a:solidFill>
            <a:prstDash val="solid"/>
          </a:ln>
        </p:spPr>
      </p:sp>
      <p:sp>
        <p:nvSpPr>
          <p:cNvPr id="20" name="a5z_161"/>
          <p:cNvSpPr txBox="1"/>
          <p:nvPr/>
        </p:nvSpPr>
        <p:spPr>
          <a:xfrm>
            <a:off x="5011406" y="1606811"/>
            <a:ext cx="292608" cy="292608"/>
          </a:xfrm>
          <a:prstGeom prst="rect">
            <a:avLst/>
          </a:prstGeom>
          <a:noFill/>
          <a:ln/>
        </p:spPr>
        <p:txBody>
          <a:bodyPr wrap="square" lIns="0" tIns="0" rIns="0" bIns="0" rtlCol="0" anchor="ctr"/>
          <a:lstStyle/>
          <a:p>
            <a:pPr algn="ctr" indent="0" marL="0">
              <a:buNone/>
            </a:pPr>
            <a:r>
              <a:rPr lang="en-US" sz="1100" b="1" dirty="0">
                <a:solidFill>
                  <a:srgbClr val="1E2A78"/>
                </a:solidFill>
                <a:latin typeface="Arial" pitchFamily="34" charset="0"/>
                <a:ea typeface="Arial" pitchFamily="34" charset="-122"/>
                <a:cs typeface="Arial" pitchFamily="34" charset="-120"/>
              </a:rPr>
              <a:t>3</a:t>
            </a:r>
            <a:endParaRPr lang="en-US" sz="1100" dirty="0"/>
          </a:p>
        </p:txBody>
      </p:sp>
      <p:sp>
        <p:nvSpPr>
          <p:cNvPr id="21" name="a5f_162"/>
          <p:cNvSpPr/>
          <p:nvPr/>
        </p:nvSpPr>
        <p:spPr>
          <a:xfrm>
            <a:off x="6309360" y="1188720"/>
            <a:ext cx="292608" cy="292608"/>
          </a:xfrm>
          <a:prstGeom prst="ellipse">
            <a:avLst/>
          </a:prstGeom>
          <a:solidFill>
            <a:srgbClr val="F59E0B"/>
          </a:solidFill>
          <a:ln w="12700">
            <a:solidFill>
              <a:srgbClr val="F59E0B"/>
            </a:solidFill>
            <a:prstDash val="solid"/>
          </a:ln>
        </p:spPr>
      </p:sp>
      <p:sp>
        <p:nvSpPr>
          <p:cNvPr id="22" name="a5f_163"/>
          <p:cNvSpPr txBox="1"/>
          <p:nvPr/>
        </p:nvSpPr>
        <p:spPr>
          <a:xfrm>
            <a:off x="6309360" y="1188720"/>
            <a:ext cx="292608" cy="292608"/>
          </a:xfrm>
          <a:prstGeom prst="rect">
            <a:avLst/>
          </a:prstGeom>
          <a:noFill/>
          <a:ln/>
        </p:spPr>
        <p:txBody>
          <a:bodyPr wrap="square" lIns="0" tIns="0" rIns="0" bIns="0" rtlCol="0" anchor="ctr"/>
          <a:lstStyle/>
          <a:p>
            <a:pPr algn="ctr" indent="0" marL="0">
              <a:buNone/>
            </a:pPr>
            <a:r>
              <a:rPr lang="en-US" sz="1100" b="1" dirty="0">
                <a:solidFill>
                  <a:srgbClr val="1E2A78"/>
                </a:solidFill>
                <a:latin typeface="Arial" pitchFamily="34" charset="0"/>
                <a:ea typeface="Arial" pitchFamily="34" charset="-122"/>
                <a:cs typeface="Arial" pitchFamily="34" charset="-120"/>
              </a:rPr>
              <a:t>3</a:t>
            </a:r>
            <a:endParaRPr lang="en-US" sz="1100" dirty="0"/>
          </a:p>
        </p:txBody>
      </p:sp>
      <p:sp>
        <p:nvSpPr>
          <p:cNvPr id="23" name="a5f_164"/>
          <p:cNvSpPr txBox="1"/>
          <p:nvPr/>
        </p:nvSpPr>
        <p:spPr>
          <a:xfrm>
            <a:off x="6693408" y="1188720"/>
            <a:ext cx="2011680" cy="256032"/>
          </a:xfrm>
          <a:prstGeom prst="rect">
            <a:avLst/>
          </a:prstGeom>
          <a:noFill/>
          <a:ln/>
        </p:spPr>
        <p:txBody>
          <a:bodyPr wrap="square" lIns="0" tIns="0" rIns="0" bIns="0" rtlCol="0" anchor="t"/>
          <a:lstStyle/>
          <a:p>
            <a:pPr indent="0" marL="0">
              <a:buNone/>
            </a:pPr>
            <a:r>
              <a:rPr lang="en-US" sz="1250" b="1" dirty="0">
                <a:solidFill>
                  <a:srgbClr val="1E2A78"/>
                </a:solidFill>
                <a:latin typeface="Arial" pitchFamily="34" charset="0"/>
                <a:ea typeface="Arial" pitchFamily="34" charset="-122"/>
                <a:cs typeface="Arial" pitchFamily="34" charset="-120"/>
              </a:rPr>
              <a:t>État du serveur</a:t>
            </a:r>
            <a:endParaRPr lang="en-US" sz="1250" dirty="0"/>
          </a:p>
        </p:txBody>
      </p:sp>
      <p:sp>
        <p:nvSpPr>
          <p:cNvPr id="24" name="a5f_165"/>
          <p:cNvSpPr txBox="1"/>
          <p:nvPr/>
        </p:nvSpPr>
        <p:spPr>
          <a:xfrm>
            <a:off x="6693408" y="1444752"/>
            <a:ext cx="2011680" cy="640080"/>
          </a:xfrm>
          <a:prstGeom prst="rect">
            <a:avLst/>
          </a:prstGeom>
          <a:noFill/>
          <a:ln/>
        </p:spPr>
        <p:txBody>
          <a:bodyPr wrap="square" lIns="0" tIns="0" rIns="0" bIns="0" rtlCol="0" anchor="t"/>
          <a:lstStyle/>
          <a:p>
            <a:pPr indent="0" marL="0">
              <a:buNone/>
            </a:pPr>
            <a:r>
              <a:rPr lang="en-US" sz="1000" dirty="0">
                <a:solidFill>
                  <a:srgbClr val="5C6685"/>
                </a:solidFill>
                <a:latin typeface="Arial" pitchFamily="34" charset="0"/>
                <a:ea typeface="Arial" pitchFamily="34" charset="-122"/>
                <a:cs typeface="Arial" pitchFamily="34" charset="-120"/>
              </a:rPr>
              <a:t>Connecté ou hors ligne : l’appli fonctionne dans les deux cas.</a:t>
            </a:r>
            <a:endParaRPr lang="en-US" sz="1000" dirty="0"/>
          </a:p>
        </p:txBody>
      </p:sp>
      <p:sp>
        <p:nvSpPr>
          <p:cNvPr id="25" name="a6z_166"/>
          <p:cNvSpPr/>
          <p:nvPr/>
        </p:nvSpPr>
        <p:spPr>
          <a:xfrm>
            <a:off x="3839986" y="2192521"/>
            <a:ext cx="292608" cy="292608"/>
          </a:xfrm>
          <a:prstGeom prst="ellipse">
            <a:avLst/>
          </a:prstGeom>
          <a:solidFill>
            <a:srgbClr val="F59E0B"/>
          </a:solidFill>
          <a:ln w="25400">
            <a:solidFill>
              <a:srgbClr val="FFFFFF"/>
            </a:solidFill>
            <a:prstDash val="solid"/>
          </a:ln>
        </p:spPr>
      </p:sp>
      <p:sp>
        <p:nvSpPr>
          <p:cNvPr id="26" name="a6z_167"/>
          <p:cNvSpPr txBox="1"/>
          <p:nvPr/>
        </p:nvSpPr>
        <p:spPr>
          <a:xfrm>
            <a:off x="3839986" y="2192521"/>
            <a:ext cx="292608" cy="292608"/>
          </a:xfrm>
          <a:prstGeom prst="rect">
            <a:avLst/>
          </a:prstGeom>
          <a:noFill/>
          <a:ln/>
        </p:spPr>
        <p:txBody>
          <a:bodyPr wrap="square" lIns="0" tIns="0" rIns="0" bIns="0" rtlCol="0" anchor="ctr"/>
          <a:lstStyle/>
          <a:p>
            <a:pPr algn="ctr" indent="0" marL="0">
              <a:buNone/>
            </a:pPr>
            <a:r>
              <a:rPr lang="en-US" sz="1100" b="1" dirty="0">
                <a:solidFill>
                  <a:srgbClr val="1E2A78"/>
                </a:solidFill>
                <a:latin typeface="Arial" pitchFamily="34" charset="0"/>
                <a:ea typeface="Arial" pitchFamily="34" charset="-122"/>
                <a:cs typeface="Arial" pitchFamily="34" charset="-120"/>
              </a:rPr>
              <a:t>4</a:t>
            </a:r>
            <a:endParaRPr lang="en-US" sz="1100" dirty="0"/>
          </a:p>
        </p:txBody>
      </p:sp>
      <p:sp>
        <p:nvSpPr>
          <p:cNvPr id="27" name="a6f_168"/>
          <p:cNvSpPr/>
          <p:nvPr/>
        </p:nvSpPr>
        <p:spPr>
          <a:xfrm>
            <a:off x="411480" y="3291840"/>
            <a:ext cx="292608" cy="292608"/>
          </a:xfrm>
          <a:prstGeom prst="ellipse">
            <a:avLst/>
          </a:prstGeom>
          <a:solidFill>
            <a:srgbClr val="F59E0B"/>
          </a:solidFill>
          <a:ln w="12700">
            <a:solidFill>
              <a:srgbClr val="F59E0B"/>
            </a:solidFill>
            <a:prstDash val="solid"/>
          </a:ln>
        </p:spPr>
      </p:sp>
      <p:sp>
        <p:nvSpPr>
          <p:cNvPr id="28" name="a6f_169"/>
          <p:cNvSpPr txBox="1"/>
          <p:nvPr/>
        </p:nvSpPr>
        <p:spPr>
          <a:xfrm>
            <a:off x="411480" y="3291840"/>
            <a:ext cx="292608" cy="292608"/>
          </a:xfrm>
          <a:prstGeom prst="rect">
            <a:avLst/>
          </a:prstGeom>
          <a:noFill/>
          <a:ln/>
        </p:spPr>
        <p:txBody>
          <a:bodyPr wrap="square" lIns="0" tIns="0" rIns="0" bIns="0" rtlCol="0" anchor="ctr"/>
          <a:lstStyle/>
          <a:p>
            <a:pPr algn="ctr" indent="0" marL="0">
              <a:buNone/>
            </a:pPr>
            <a:r>
              <a:rPr lang="en-US" sz="1100" b="1" dirty="0">
                <a:solidFill>
                  <a:srgbClr val="1E2A78"/>
                </a:solidFill>
                <a:latin typeface="Arial" pitchFamily="34" charset="0"/>
                <a:ea typeface="Arial" pitchFamily="34" charset="-122"/>
                <a:cs typeface="Arial" pitchFamily="34" charset="-120"/>
              </a:rPr>
              <a:t>4</a:t>
            </a:r>
            <a:endParaRPr lang="en-US" sz="1100" dirty="0"/>
          </a:p>
        </p:txBody>
      </p:sp>
      <p:sp>
        <p:nvSpPr>
          <p:cNvPr id="29" name="a6f_170"/>
          <p:cNvSpPr txBox="1"/>
          <p:nvPr/>
        </p:nvSpPr>
        <p:spPr>
          <a:xfrm>
            <a:off x="795528" y="3291840"/>
            <a:ext cx="2011680" cy="256032"/>
          </a:xfrm>
          <a:prstGeom prst="rect">
            <a:avLst/>
          </a:prstGeom>
          <a:noFill/>
          <a:ln/>
        </p:spPr>
        <p:txBody>
          <a:bodyPr wrap="square" lIns="0" tIns="0" rIns="0" bIns="0" rtlCol="0" anchor="t"/>
          <a:lstStyle/>
          <a:p>
            <a:pPr indent="0" marL="0">
              <a:buNone/>
            </a:pPr>
            <a:r>
              <a:rPr lang="en-US" sz="1250" b="1" dirty="0">
                <a:solidFill>
                  <a:srgbClr val="1E2A78"/>
                </a:solidFill>
                <a:latin typeface="Arial" pitchFamily="34" charset="0"/>
                <a:ea typeface="Arial" pitchFamily="34" charset="-122"/>
                <a:cs typeface="Arial" pitchFamily="34" charset="-120"/>
              </a:rPr>
              <a:t>Scanner un visage</a:t>
            </a:r>
            <a:endParaRPr lang="en-US" sz="1250" dirty="0"/>
          </a:p>
        </p:txBody>
      </p:sp>
      <p:sp>
        <p:nvSpPr>
          <p:cNvPr id="30" name="a6f_171"/>
          <p:cNvSpPr txBox="1"/>
          <p:nvPr/>
        </p:nvSpPr>
        <p:spPr>
          <a:xfrm>
            <a:off x="795528" y="3547872"/>
            <a:ext cx="2011680" cy="640080"/>
          </a:xfrm>
          <a:prstGeom prst="rect">
            <a:avLst/>
          </a:prstGeom>
          <a:noFill/>
          <a:ln/>
        </p:spPr>
        <p:txBody>
          <a:bodyPr wrap="square" lIns="0" tIns="0" rIns="0" bIns="0" rtlCol="0" anchor="t"/>
          <a:lstStyle/>
          <a:p>
            <a:pPr indent="0" marL="0">
              <a:buNone/>
            </a:pPr>
            <a:r>
              <a:rPr lang="en-US" sz="1000" dirty="0">
                <a:solidFill>
                  <a:srgbClr val="5C6685"/>
                </a:solidFill>
                <a:latin typeface="Arial" pitchFamily="34" charset="0"/>
                <a:ea typeface="Arial" pitchFamily="34" charset="-122"/>
                <a:cs typeface="Arial" pitchFamily="34" charset="-120"/>
              </a:rPr>
              <a:t>Le gros bouton : identifier une personne en un instant.</a:t>
            </a:r>
            <a:endParaRPr lang="en-US" sz="1000" dirty="0"/>
          </a:p>
        </p:txBody>
      </p:sp>
      <p:sp>
        <p:nvSpPr>
          <p:cNvPr id="31" name="a7z_172"/>
          <p:cNvSpPr/>
          <p:nvPr/>
        </p:nvSpPr>
        <p:spPr>
          <a:xfrm>
            <a:off x="4010818" y="2763589"/>
            <a:ext cx="292608" cy="292608"/>
          </a:xfrm>
          <a:prstGeom prst="ellipse">
            <a:avLst/>
          </a:prstGeom>
          <a:solidFill>
            <a:srgbClr val="F59E0B"/>
          </a:solidFill>
          <a:ln w="25400">
            <a:solidFill>
              <a:srgbClr val="FFFFFF"/>
            </a:solidFill>
            <a:prstDash val="solid"/>
          </a:ln>
        </p:spPr>
      </p:sp>
      <p:sp>
        <p:nvSpPr>
          <p:cNvPr id="32" name="a7z_173"/>
          <p:cNvSpPr txBox="1"/>
          <p:nvPr/>
        </p:nvSpPr>
        <p:spPr>
          <a:xfrm>
            <a:off x="4010818" y="2763589"/>
            <a:ext cx="292608" cy="292608"/>
          </a:xfrm>
          <a:prstGeom prst="rect">
            <a:avLst/>
          </a:prstGeom>
          <a:noFill/>
          <a:ln/>
        </p:spPr>
        <p:txBody>
          <a:bodyPr wrap="square" lIns="0" tIns="0" rIns="0" bIns="0" rtlCol="0" anchor="ctr"/>
          <a:lstStyle/>
          <a:p>
            <a:pPr algn="ctr" indent="0" marL="0">
              <a:buNone/>
            </a:pPr>
            <a:r>
              <a:rPr lang="en-US" sz="1100" b="1" dirty="0">
                <a:solidFill>
                  <a:srgbClr val="1E2A78"/>
                </a:solidFill>
                <a:latin typeface="Arial" pitchFamily="34" charset="0"/>
                <a:ea typeface="Arial" pitchFamily="34" charset="-122"/>
                <a:cs typeface="Arial" pitchFamily="34" charset="-120"/>
              </a:rPr>
              <a:t>5</a:t>
            </a:r>
            <a:endParaRPr lang="en-US" sz="1100" dirty="0"/>
          </a:p>
        </p:txBody>
      </p:sp>
      <p:sp>
        <p:nvSpPr>
          <p:cNvPr id="33" name="a7f_174"/>
          <p:cNvSpPr/>
          <p:nvPr/>
        </p:nvSpPr>
        <p:spPr>
          <a:xfrm>
            <a:off x="6309360" y="2240280"/>
            <a:ext cx="292608" cy="292608"/>
          </a:xfrm>
          <a:prstGeom prst="ellipse">
            <a:avLst/>
          </a:prstGeom>
          <a:solidFill>
            <a:srgbClr val="F59E0B"/>
          </a:solidFill>
          <a:ln w="12700">
            <a:solidFill>
              <a:srgbClr val="F59E0B"/>
            </a:solidFill>
            <a:prstDash val="solid"/>
          </a:ln>
        </p:spPr>
      </p:sp>
      <p:sp>
        <p:nvSpPr>
          <p:cNvPr id="34" name="a7f_175"/>
          <p:cNvSpPr txBox="1"/>
          <p:nvPr/>
        </p:nvSpPr>
        <p:spPr>
          <a:xfrm>
            <a:off x="6309360" y="2240280"/>
            <a:ext cx="292608" cy="292608"/>
          </a:xfrm>
          <a:prstGeom prst="rect">
            <a:avLst/>
          </a:prstGeom>
          <a:noFill/>
          <a:ln/>
        </p:spPr>
        <p:txBody>
          <a:bodyPr wrap="square" lIns="0" tIns="0" rIns="0" bIns="0" rtlCol="0" anchor="ctr"/>
          <a:lstStyle/>
          <a:p>
            <a:pPr algn="ctr" indent="0" marL="0">
              <a:buNone/>
            </a:pPr>
            <a:r>
              <a:rPr lang="en-US" sz="1100" b="1" dirty="0">
                <a:solidFill>
                  <a:srgbClr val="1E2A78"/>
                </a:solidFill>
                <a:latin typeface="Arial" pitchFamily="34" charset="0"/>
                <a:ea typeface="Arial" pitchFamily="34" charset="-122"/>
                <a:cs typeface="Arial" pitchFamily="34" charset="-120"/>
              </a:rPr>
              <a:t>5</a:t>
            </a:r>
            <a:endParaRPr lang="en-US" sz="1100" dirty="0"/>
          </a:p>
        </p:txBody>
      </p:sp>
      <p:sp>
        <p:nvSpPr>
          <p:cNvPr id="35" name="a7f_176"/>
          <p:cNvSpPr txBox="1"/>
          <p:nvPr/>
        </p:nvSpPr>
        <p:spPr>
          <a:xfrm>
            <a:off x="6693408" y="2240280"/>
            <a:ext cx="2011680" cy="256032"/>
          </a:xfrm>
          <a:prstGeom prst="rect">
            <a:avLst/>
          </a:prstGeom>
          <a:noFill/>
          <a:ln/>
        </p:spPr>
        <p:txBody>
          <a:bodyPr wrap="square" lIns="0" tIns="0" rIns="0" bIns="0" rtlCol="0" anchor="t"/>
          <a:lstStyle/>
          <a:p>
            <a:pPr indent="0" marL="0">
              <a:buNone/>
            </a:pPr>
            <a:r>
              <a:rPr lang="en-US" sz="1250" b="1" dirty="0">
                <a:solidFill>
                  <a:srgbClr val="1E2A78"/>
                </a:solidFill>
                <a:latin typeface="Arial" pitchFamily="34" charset="0"/>
                <a:ea typeface="Arial" pitchFamily="34" charset="-122"/>
                <a:cs typeface="Arial" pitchFamily="34" charset="-120"/>
              </a:rPr>
              <a:t>Personnes</a:t>
            </a:r>
            <a:endParaRPr lang="en-US" sz="1250" dirty="0"/>
          </a:p>
        </p:txBody>
      </p:sp>
      <p:sp>
        <p:nvSpPr>
          <p:cNvPr id="36" name="a7f_177"/>
          <p:cNvSpPr txBox="1"/>
          <p:nvPr/>
        </p:nvSpPr>
        <p:spPr>
          <a:xfrm>
            <a:off x="6693408" y="2496312"/>
            <a:ext cx="2011680" cy="640080"/>
          </a:xfrm>
          <a:prstGeom prst="rect">
            <a:avLst/>
          </a:prstGeom>
          <a:noFill/>
          <a:ln/>
        </p:spPr>
        <p:txBody>
          <a:bodyPr wrap="square" lIns="0" tIns="0" rIns="0" bIns="0" rtlCol="0" anchor="t"/>
          <a:lstStyle/>
          <a:p>
            <a:pPr indent="0" marL="0">
              <a:buNone/>
            </a:pPr>
            <a:r>
              <a:rPr lang="en-US" sz="1000" dirty="0">
                <a:solidFill>
                  <a:srgbClr val="5C6685"/>
                </a:solidFill>
                <a:latin typeface="Arial" pitchFamily="34" charset="0"/>
                <a:ea typeface="Arial" pitchFamily="34" charset="-122"/>
                <a:cs typeface="Arial" pitchFamily="34" charset="-120"/>
              </a:rPr>
              <a:t>La liste de l’école : recherche, filtres, fiches.</a:t>
            </a:r>
            <a:endParaRPr lang="en-US" sz="1000" dirty="0"/>
          </a:p>
        </p:txBody>
      </p:sp>
      <p:sp>
        <p:nvSpPr>
          <p:cNvPr id="37" name="a8z_178"/>
          <p:cNvSpPr/>
          <p:nvPr/>
        </p:nvSpPr>
        <p:spPr>
          <a:xfrm>
            <a:off x="4767360" y="2763589"/>
            <a:ext cx="292608" cy="292608"/>
          </a:xfrm>
          <a:prstGeom prst="ellipse">
            <a:avLst/>
          </a:prstGeom>
          <a:solidFill>
            <a:srgbClr val="F59E0B"/>
          </a:solidFill>
          <a:ln w="25400">
            <a:solidFill>
              <a:srgbClr val="FFFFFF"/>
            </a:solidFill>
            <a:prstDash val="solid"/>
          </a:ln>
        </p:spPr>
      </p:sp>
      <p:sp>
        <p:nvSpPr>
          <p:cNvPr id="38" name="a8z_179"/>
          <p:cNvSpPr txBox="1"/>
          <p:nvPr/>
        </p:nvSpPr>
        <p:spPr>
          <a:xfrm>
            <a:off x="4767360" y="2763589"/>
            <a:ext cx="292608" cy="292608"/>
          </a:xfrm>
          <a:prstGeom prst="rect">
            <a:avLst/>
          </a:prstGeom>
          <a:noFill/>
          <a:ln/>
        </p:spPr>
        <p:txBody>
          <a:bodyPr wrap="square" lIns="0" tIns="0" rIns="0" bIns="0" rtlCol="0" anchor="ctr"/>
          <a:lstStyle/>
          <a:p>
            <a:pPr algn="ctr" indent="0" marL="0">
              <a:buNone/>
            </a:pPr>
            <a:r>
              <a:rPr lang="en-US" sz="1100" b="1" dirty="0">
                <a:solidFill>
                  <a:srgbClr val="1E2A78"/>
                </a:solidFill>
                <a:latin typeface="Arial" pitchFamily="34" charset="0"/>
                <a:ea typeface="Arial" pitchFamily="34" charset="-122"/>
                <a:cs typeface="Arial" pitchFamily="34" charset="-120"/>
              </a:rPr>
              <a:t>6</a:t>
            </a:r>
            <a:endParaRPr lang="en-US" sz="1100" dirty="0"/>
          </a:p>
        </p:txBody>
      </p:sp>
      <p:sp>
        <p:nvSpPr>
          <p:cNvPr id="39" name="a8f_180"/>
          <p:cNvSpPr/>
          <p:nvPr/>
        </p:nvSpPr>
        <p:spPr>
          <a:xfrm>
            <a:off x="6309360" y="3291840"/>
            <a:ext cx="292608" cy="292608"/>
          </a:xfrm>
          <a:prstGeom prst="ellipse">
            <a:avLst/>
          </a:prstGeom>
          <a:solidFill>
            <a:srgbClr val="F59E0B"/>
          </a:solidFill>
          <a:ln w="12700">
            <a:solidFill>
              <a:srgbClr val="F59E0B"/>
            </a:solidFill>
            <a:prstDash val="solid"/>
          </a:ln>
        </p:spPr>
      </p:sp>
      <p:sp>
        <p:nvSpPr>
          <p:cNvPr id="40" name="a8f_181"/>
          <p:cNvSpPr txBox="1"/>
          <p:nvPr/>
        </p:nvSpPr>
        <p:spPr>
          <a:xfrm>
            <a:off x="6309360" y="3291840"/>
            <a:ext cx="292608" cy="292608"/>
          </a:xfrm>
          <a:prstGeom prst="rect">
            <a:avLst/>
          </a:prstGeom>
          <a:noFill/>
          <a:ln/>
        </p:spPr>
        <p:txBody>
          <a:bodyPr wrap="square" lIns="0" tIns="0" rIns="0" bIns="0" rtlCol="0" anchor="ctr"/>
          <a:lstStyle/>
          <a:p>
            <a:pPr algn="ctr" indent="0" marL="0">
              <a:buNone/>
            </a:pPr>
            <a:r>
              <a:rPr lang="en-US" sz="1100" b="1" dirty="0">
                <a:solidFill>
                  <a:srgbClr val="1E2A78"/>
                </a:solidFill>
                <a:latin typeface="Arial" pitchFamily="34" charset="0"/>
                <a:ea typeface="Arial" pitchFamily="34" charset="-122"/>
                <a:cs typeface="Arial" pitchFamily="34" charset="-120"/>
              </a:rPr>
              <a:t>6</a:t>
            </a:r>
            <a:endParaRPr lang="en-US" sz="1100" dirty="0"/>
          </a:p>
        </p:txBody>
      </p:sp>
      <p:sp>
        <p:nvSpPr>
          <p:cNvPr id="41" name="a8f_182"/>
          <p:cNvSpPr txBox="1"/>
          <p:nvPr/>
        </p:nvSpPr>
        <p:spPr>
          <a:xfrm>
            <a:off x="6693408" y="3291840"/>
            <a:ext cx="2011680" cy="256032"/>
          </a:xfrm>
          <a:prstGeom prst="rect">
            <a:avLst/>
          </a:prstGeom>
          <a:noFill/>
          <a:ln/>
        </p:spPr>
        <p:txBody>
          <a:bodyPr wrap="square" lIns="0" tIns="0" rIns="0" bIns="0" rtlCol="0" anchor="t"/>
          <a:lstStyle/>
          <a:p>
            <a:pPr indent="0" marL="0">
              <a:buNone/>
            </a:pPr>
            <a:r>
              <a:rPr lang="en-US" sz="1250" b="1" dirty="0">
                <a:solidFill>
                  <a:srgbClr val="1E2A78"/>
                </a:solidFill>
                <a:latin typeface="Arial" pitchFamily="34" charset="0"/>
                <a:ea typeface="Arial" pitchFamily="34" charset="-122"/>
                <a:cs typeface="Arial" pitchFamily="34" charset="-120"/>
              </a:rPr>
              <a:t>Ajouter</a:t>
            </a:r>
            <a:endParaRPr lang="en-US" sz="1250" dirty="0"/>
          </a:p>
        </p:txBody>
      </p:sp>
      <p:sp>
        <p:nvSpPr>
          <p:cNvPr id="42" name="a8f_183"/>
          <p:cNvSpPr txBox="1"/>
          <p:nvPr/>
        </p:nvSpPr>
        <p:spPr>
          <a:xfrm>
            <a:off x="6693408" y="3547872"/>
            <a:ext cx="2011680" cy="640080"/>
          </a:xfrm>
          <a:prstGeom prst="rect">
            <a:avLst/>
          </a:prstGeom>
          <a:noFill/>
          <a:ln/>
        </p:spPr>
        <p:txBody>
          <a:bodyPr wrap="square" lIns="0" tIns="0" rIns="0" bIns="0" rtlCol="0" anchor="t"/>
          <a:lstStyle/>
          <a:p>
            <a:pPr indent="0" marL="0">
              <a:buNone/>
            </a:pPr>
            <a:r>
              <a:rPr lang="en-US" sz="1000" dirty="0">
                <a:solidFill>
                  <a:srgbClr val="5C6685"/>
                </a:solidFill>
                <a:latin typeface="Arial" pitchFamily="34" charset="0"/>
                <a:ea typeface="Arial" pitchFamily="34" charset="-122"/>
                <a:cs typeface="Arial" pitchFamily="34" charset="-120"/>
              </a:rPr>
              <a:t>Inscrire une nouvelle personne (si l’agent en a le droit).</a:t>
            </a:r>
            <a:endParaRPr lang="en-US" sz="10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37"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450" fill="hold"/>
                                        <p:tgtEl>
                                          <p:spTgt spid="7"/>
                                        </p:tgtEl>
                                        <p:attrNameLst>
                                          <p:attrName>ppt_w</p:attrName>
                                        </p:attrNameLst>
                                      </p:cBhvr>
                                      <p:tavLst>
                                        <p:tav tm="0">
                                          <p:val>
                                            <p:fltVal val="0"/>
                                          </p:val>
                                        </p:tav>
                                        <p:tav tm="100000">
                                          <p:val>
                                            <p:strVal val="#ppt_w"/>
                                          </p:val>
                                        </p:tav>
                                      </p:tavLst>
                                    </p:anim>
                                    <p:anim calcmode="lin" valueType="num">
                                      <p:cBhvr>
                                        <p:cTn id="18" dur="450" fill="hold"/>
                                        <p:tgtEl>
                                          <p:spTgt spid="7"/>
                                        </p:tgtEl>
                                        <p:attrNameLst>
                                          <p:attrName>ppt_h</p:attrName>
                                        </p:attrNameLst>
                                      </p:cBhvr>
                                      <p:tavLst>
                                        <p:tav tm="0">
                                          <p:val>
                                            <p:fltVal val="0"/>
                                          </p:val>
                                        </p:tav>
                                        <p:tav tm="100000">
                                          <p:val>
                                            <p:strVal val="#ppt_h"/>
                                          </p:val>
                                        </p:tav>
                                      </p:tavLst>
                                    </p:anim>
                                    <p:animEffect transition="in" filter="fade">
                                      <p:cBhvr>
                                        <p:cTn id="19" dur="45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450" fill="hold"/>
                                        <p:tgtEl>
                                          <p:spTgt spid="8"/>
                                        </p:tgtEl>
                                        <p:attrNameLst>
                                          <p:attrName>ppt_w</p:attrName>
                                        </p:attrNameLst>
                                      </p:cBhvr>
                                      <p:tavLst>
                                        <p:tav tm="0">
                                          <p:val>
                                            <p:fltVal val="0"/>
                                          </p:val>
                                        </p:tav>
                                        <p:tav tm="100000">
                                          <p:val>
                                            <p:strVal val="#ppt_w"/>
                                          </p:val>
                                        </p:tav>
                                      </p:tavLst>
                                    </p:anim>
                                    <p:anim calcmode="lin" valueType="num">
                                      <p:cBhvr>
                                        <p:cTn id="23" dur="450" fill="hold"/>
                                        <p:tgtEl>
                                          <p:spTgt spid="8"/>
                                        </p:tgtEl>
                                        <p:attrNameLst>
                                          <p:attrName>ppt_h</p:attrName>
                                        </p:attrNameLst>
                                      </p:cBhvr>
                                      <p:tavLst>
                                        <p:tav tm="0">
                                          <p:val>
                                            <p:fltVal val="0"/>
                                          </p:val>
                                        </p:tav>
                                        <p:tav tm="100000">
                                          <p:val>
                                            <p:strVal val="#ppt_h"/>
                                          </p:val>
                                        </p:tav>
                                      </p:tavLst>
                                    </p:anim>
                                    <p:animEffect transition="in" filter="fade">
                                      <p:cBhvr>
                                        <p:cTn id="24" dur="45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par>
                          <p:cTn id="60" fill="hold">
                            <p:stCondLst>
                              <p:cond delay="1500"/>
                            </p:stCondLst>
                            <p:childTnLst>
                              <p:par>
                                <p:cTn id="38" presetID="53" presetClass="entr" presetSubtype="16"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p:cTn id="40" dur="450" fill="hold"/>
                                        <p:tgtEl>
                                          <p:spTgt spid="13"/>
                                        </p:tgtEl>
                                        <p:attrNameLst>
                                          <p:attrName>ppt_w</p:attrName>
                                        </p:attrNameLst>
                                      </p:cBhvr>
                                      <p:tavLst>
                                        <p:tav tm="0">
                                          <p:val>
                                            <p:fltVal val="0"/>
                                          </p:val>
                                        </p:tav>
                                        <p:tav tm="100000">
                                          <p:val>
                                            <p:strVal val="#ppt_w"/>
                                          </p:val>
                                        </p:tav>
                                      </p:tavLst>
                                    </p:anim>
                                    <p:anim calcmode="lin" valueType="num">
                                      <p:cBhvr>
                                        <p:cTn id="41" dur="450" fill="hold"/>
                                        <p:tgtEl>
                                          <p:spTgt spid="13"/>
                                        </p:tgtEl>
                                        <p:attrNameLst>
                                          <p:attrName>ppt_h</p:attrName>
                                        </p:attrNameLst>
                                      </p:cBhvr>
                                      <p:tavLst>
                                        <p:tav tm="0">
                                          <p:val>
                                            <p:fltVal val="0"/>
                                          </p:val>
                                        </p:tav>
                                        <p:tav tm="100000">
                                          <p:val>
                                            <p:strVal val="#ppt_h"/>
                                          </p:val>
                                        </p:tav>
                                      </p:tavLst>
                                    </p:anim>
                                    <p:animEffect transition="in" filter="fade">
                                      <p:cBhvr>
                                        <p:cTn id="42" dur="450"/>
                                        <p:tgtEl>
                                          <p:spTgt spid="13"/>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p:cTn id="45" dur="450" fill="hold"/>
                                        <p:tgtEl>
                                          <p:spTgt spid="14"/>
                                        </p:tgtEl>
                                        <p:attrNameLst>
                                          <p:attrName>ppt_w</p:attrName>
                                        </p:attrNameLst>
                                      </p:cBhvr>
                                      <p:tavLst>
                                        <p:tav tm="0">
                                          <p:val>
                                            <p:fltVal val="0"/>
                                          </p:val>
                                        </p:tav>
                                        <p:tav tm="100000">
                                          <p:val>
                                            <p:strVal val="#ppt_w"/>
                                          </p:val>
                                        </p:tav>
                                      </p:tavLst>
                                    </p:anim>
                                    <p:anim calcmode="lin" valueType="num">
                                      <p:cBhvr>
                                        <p:cTn id="46" dur="450" fill="hold"/>
                                        <p:tgtEl>
                                          <p:spTgt spid="14"/>
                                        </p:tgtEl>
                                        <p:attrNameLst>
                                          <p:attrName>ppt_h</p:attrName>
                                        </p:attrNameLst>
                                      </p:cBhvr>
                                      <p:tavLst>
                                        <p:tav tm="0">
                                          <p:val>
                                            <p:fltVal val="0"/>
                                          </p:val>
                                        </p:tav>
                                        <p:tav tm="100000">
                                          <p:val>
                                            <p:strVal val="#ppt_h"/>
                                          </p:val>
                                        </p:tav>
                                      </p:tavLst>
                                    </p:anim>
                                    <p:animEffect transition="in" filter="fade">
                                      <p:cBhvr>
                                        <p:cTn id="47" dur="450"/>
                                        <p:tgtEl>
                                          <p:spTgt spid="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childTnLst>
                          </p:cTn>
                        </p:par>
                        <p:par>
                          <p:cTn id="83" fill="hold">
                            <p:stCondLst>
                              <p:cond delay="2000"/>
                            </p:stCondLst>
                            <p:childTnLst>
                              <p:par>
                                <p:cTn id="61" presetID="53" presetClass="entr" presetSubtype="16" fill="hold" grpId="0" nodeType="after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p:cTn id="63" dur="450" fill="hold"/>
                                        <p:tgtEl>
                                          <p:spTgt spid="19"/>
                                        </p:tgtEl>
                                        <p:attrNameLst>
                                          <p:attrName>ppt_w</p:attrName>
                                        </p:attrNameLst>
                                      </p:cBhvr>
                                      <p:tavLst>
                                        <p:tav tm="0">
                                          <p:val>
                                            <p:fltVal val="0"/>
                                          </p:val>
                                        </p:tav>
                                        <p:tav tm="100000">
                                          <p:val>
                                            <p:strVal val="#ppt_w"/>
                                          </p:val>
                                        </p:tav>
                                      </p:tavLst>
                                    </p:anim>
                                    <p:anim calcmode="lin" valueType="num">
                                      <p:cBhvr>
                                        <p:cTn id="64" dur="450" fill="hold"/>
                                        <p:tgtEl>
                                          <p:spTgt spid="19"/>
                                        </p:tgtEl>
                                        <p:attrNameLst>
                                          <p:attrName>ppt_h</p:attrName>
                                        </p:attrNameLst>
                                      </p:cBhvr>
                                      <p:tavLst>
                                        <p:tav tm="0">
                                          <p:val>
                                            <p:fltVal val="0"/>
                                          </p:val>
                                        </p:tav>
                                        <p:tav tm="100000">
                                          <p:val>
                                            <p:strVal val="#ppt_h"/>
                                          </p:val>
                                        </p:tav>
                                      </p:tavLst>
                                    </p:anim>
                                    <p:animEffect transition="in" filter="fade">
                                      <p:cBhvr>
                                        <p:cTn id="65" dur="450"/>
                                        <p:tgtEl>
                                          <p:spTgt spid="19"/>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p:cTn id="68" dur="450" fill="hold"/>
                                        <p:tgtEl>
                                          <p:spTgt spid="20"/>
                                        </p:tgtEl>
                                        <p:attrNameLst>
                                          <p:attrName>ppt_w</p:attrName>
                                        </p:attrNameLst>
                                      </p:cBhvr>
                                      <p:tavLst>
                                        <p:tav tm="0">
                                          <p:val>
                                            <p:fltVal val="0"/>
                                          </p:val>
                                        </p:tav>
                                        <p:tav tm="100000">
                                          <p:val>
                                            <p:strVal val="#ppt_w"/>
                                          </p:val>
                                        </p:tav>
                                      </p:tavLst>
                                    </p:anim>
                                    <p:anim calcmode="lin" valueType="num">
                                      <p:cBhvr>
                                        <p:cTn id="69" dur="450" fill="hold"/>
                                        <p:tgtEl>
                                          <p:spTgt spid="20"/>
                                        </p:tgtEl>
                                        <p:attrNameLst>
                                          <p:attrName>ppt_h</p:attrName>
                                        </p:attrNameLst>
                                      </p:cBhvr>
                                      <p:tavLst>
                                        <p:tav tm="0">
                                          <p:val>
                                            <p:fltVal val="0"/>
                                          </p:val>
                                        </p:tav>
                                        <p:tav tm="100000">
                                          <p:val>
                                            <p:strVal val="#ppt_h"/>
                                          </p:val>
                                        </p:tav>
                                      </p:tavLst>
                                    </p:anim>
                                    <p:animEffect transition="in" filter="fade">
                                      <p:cBhvr>
                                        <p:cTn id="70" dur="450"/>
                                        <p:tgtEl>
                                          <p:spTgt spid="2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500"/>
                                        <p:tgtEl>
                                          <p:spTgt spid="2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500"/>
                                        <p:tgtEl>
                                          <p:spTgt spid="2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500"/>
                                        <p:tgtEl>
                                          <p:spTgt spid="2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500"/>
                                        <p:tgtEl>
                                          <p:spTgt spid="24"/>
                                        </p:tgtEl>
                                      </p:cBhvr>
                                    </p:animEffect>
                                  </p:childTnLst>
                                </p:cTn>
                              </p:par>
                            </p:childTnLst>
                          </p:cTn>
                        </p:par>
                        <p:par>
                          <p:cTn id="106" fill="hold">
                            <p:stCondLst>
                              <p:cond delay="2500"/>
                            </p:stCondLst>
                            <p:childTnLst>
                              <p:par>
                                <p:cTn id="84" presetID="53" presetClass="entr" presetSubtype="16" fill="hold" grpId="0" nodeType="afterEffect">
                                  <p:stCondLst>
                                    <p:cond delay="0"/>
                                  </p:stCondLst>
                                  <p:childTnLst>
                                    <p:set>
                                      <p:cBhvr>
                                        <p:cTn id="85" dur="1" fill="hold">
                                          <p:stCondLst>
                                            <p:cond delay="0"/>
                                          </p:stCondLst>
                                        </p:cTn>
                                        <p:tgtEl>
                                          <p:spTgt spid="25"/>
                                        </p:tgtEl>
                                        <p:attrNameLst>
                                          <p:attrName>style.visibility</p:attrName>
                                        </p:attrNameLst>
                                      </p:cBhvr>
                                      <p:to>
                                        <p:strVal val="visible"/>
                                      </p:to>
                                    </p:set>
                                    <p:anim calcmode="lin" valueType="num">
                                      <p:cBhvr>
                                        <p:cTn id="86" dur="450" fill="hold"/>
                                        <p:tgtEl>
                                          <p:spTgt spid="25"/>
                                        </p:tgtEl>
                                        <p:attrNameLst>
                                          <p:attrName>ppt_w</p:attrName>
                                        </p:attrNameLst>
                                      </p:cBhvr>
                                      <p:tavLst>
                                        <p:tav tm="0">
                                          <p:val>
                                            <p:fltVal val="0"/>
                                          </p:val>
                                        </p:tav>
                                        <p:tav tm="100000">
                                          <p:val>
                                            <p:strVal val="#ppt_w"/>
                                          </p:val>
                                        </p:tav>
                                      </p:tavLst>
                                    </p:anim>
                                    <p:anim calcmode="lin" valueType="num">
                                      <p:cBhvr>
                                        <p:cTn id="87" dur="450" fill="hold"/>
                                        <p:tgtEl>
                                          <p:spTgt spid="25"/>
                                        </p:tgtEl>
                                        <p:attrNameLst>
                                          <p:attrName>ppt_h</p:attrName>
                                        </p:attrNameLst>
                                      </p:cBhvr>
                                      <p:tavLst>
                                        <p:tav tm="0">
                                          <p:val>
                                            <p:fltVal val="0"/>
                                          </p:val>
                                        </p:tav>
                                        <p:tav tm="100000">
                                          <p:val>
                                            <p:strVal val="#ppt_h"/>
                                          </p:val>
                                        </p:tav>
                                      </p:tavLst>
                                    </p:anim>
                                    <p:animEffect transition="in" filter="fade">
                                      <p:cBhvr>
                                        <p:cTn id="88" dur="450"/>
                                        <p:tgtEl>
                                          <p:spTgt spid="25"/>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26"/>
                                        </p:tgtEl>
                                        <p:attrNameLst>
                                          <p:attrName>style.visibility</p:attrName>
                                        </p:attrNameLst>
                                      </p:cBhvr>
                                      <p:to>
                                        <p:strVal val="visible"/>
                                      </p:to>
                                    </p:set>
                                    <p:anim calcmode="lin" valueType="num">
                                      <p:cBhvr>
                                        <p:cTn id="91" dur="450" fill="hold"/>
                                        <p:tgtEl>
                                          <p:spTgt spid="26"/>
                                        </p:tgtEl>
                                        <p:attrNameLst>
                                          <p:attrName>ppt_w</p:attrName>
                                        </p:attrNameLst>
                                      </p:cBhvr>
                                      <p:tavLst>
                                        <p:tav tm="0">
                                          <p:val>
                                            <p:fltVal val="0"/>
                                          </p:val>
                                        </p:tav>
                                        <p:tav tm="100000">
                                          <p:val>
                                            <p:strVal val="#ppt_w"/>
                                          </p:val>
                                        </p:tav>
                                      </p:tavLst>
                                    </p:anim>
                                    <p:anim calcmode="lin" valueType="num">
                                      <p:cBhvr>
                                        <p:cTn id="92" dur="450" fill="hold"/>
                                        <p:tgtEl>
                                          <p:spTgt spid="26"/>
                                        </p:tgtEl>
                                        <p:attrNameLst>
                                          <p:attrName>ppt_h</p:attrName>
                                        </p:attrNameLst>
                                      </p:cBhvr>
                                      <p:tavLst>
                                        <p:tav tm="0">
                                          <p:val>
                                            <p:fltVal val="0"/>
                                          </p:val>
                                        </p:tav>
                                        <p:tav tm="100000">
                                          <p:val>
                                            <p:strVal val="#ppt_h"/>
                                          </p:val>
                                        </p:tav>
                                      </p:tavLst>
                                    </p:anim>
                                    <p:animEffect transition="in" filter="fade">
                                      <p:cBhvr>
                                        <p:cTn id="93" dur="450"/>
                                        <p:tgtEl>
                                          <p:spTgt spid="2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7"/>
                                        </p:tgtEl>
                                        <p:attrNameLst>
                                          <p:attrName>style.visibility</p:attrName>
                                        </p:attrNameLst>
                                      </p:cBhvr>
                                      <p:to>
                                        <p:strVal val="visible"/>
                                      </p:to>
                                    </p:set>
                                    <p:animEffect transition="in" filter="fade">
                                      <p:cBhvr>
                                        <p:cTn id="96" dur="500"/>
                                        <p:tgtEl>
                                          <p:spTgt spid="27"/>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8"/>
                                        </p:tgtEl>
                                        <p:attrNameLst>
                                          <p:attrName>style.visibility</p:attrName>
                                        </p:attrNameLst>
                                      </p:cBhvr>
                                      <p:to>
                                        <p:strVal val="visible"/>
                                      </p:to>
                                    </p:set>
                                    <p:animEffect transition="in" filter="fade">
                                      <p:cBhvr>
                                        <p:cTn id="99" dur="500"/>
                                        <p:tgtEl>
                                          <p:spTgt spid="28"/>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29"/>
                                        </p:tgtEl>
                                        <p:attrNameLst>
                                          <p:attrName>style.visibility</p:attrName>
                                        </p:attrNameLst>
                                      </p:cBhvr>
                                      <p:to>
                                        <p:strVal val="visible"/>
                                      </p:to>
                                    </p:set>
                                    <p:animEffect transition="in" filter="fade">
                                      <p:cBhvr>
                                        <p:cTn id="102" dur="500"/>
                                        <p:tgtEl>
                                          <p:spTgt spid="29"/>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0"/>
                                        </p:tgtEl>
                                        <p:attrNameLst>
                                          <p:attrName>style.visibility</p:attrName>
                                        </p:attrNameLst>
                                      </p:cBhvr>
                                      <p:to>
                                        <p:strVal val="visible"/>
                                      </p:to>
                                    </p:set>
                                    <p:animEffect transition="in" filter="fade">
                                      <p:cBhvr>
                                        <p:cTn id="105" dur="500"/>
                                        <p:tgtEl>
                                          <p:spTgt spid="30"/>
                                        </p:tgtEl>
                                      </p:cBhvr>
                                    </p:animEffect>
                                  </p:childTnLst>
                                </p:cTn>
                              </p:par>
                            </p:childTnLst>
                          </p:cTn>
                        </p:par>
                        <p:par>
                          <p:cTn id="129" fill="hold">
                            <p:stCondLst>
                              <p:cond delay="3000"/>
                            </p:stCondLst>
                            <p:childTnLst>
                              <p:par>
                                <p:cTn id="107" presetID="53" presetClass="entr" presetSubtype="16" fill="hold" grpId="0" nodeType="afterEffect">
                                  <p:stCondLst>
                                    <p:cond delay="0"/>
                                  </p:stCondLst>
                                  <p:childTnLst>
                                    <p:set>
                                      <p:cBhvr>
                                        <p:cTn id="108" dur="1" fill="hold">
                                          <p:stCondLst>
                                            <p:cond delay="0"/>
                                          </p:stCondLst>
                                        </p:cTn>
                                        <p:tgtEl>
                                          <p:spTgt spid="31"/>
                                        </p:tgtEl>
                                        <p:attrNameLst>
                                          <p:attrName>style.visibility</p:attrName>
                                        </p:attrNameLst>
                                      </p:cBhvr>
                                      <p:to>
                                        <p:strVal val="visible"/>
                                      </p:to>
                                    </p:set>
                                    <p:anim calcmode="lin" valueType="num">
                                      <p:cBhvr>
                                        <p:cTn id="109" dur="450" fill="hold"/>
                                        <p:tgtEl>
                                          <p:spTgt spid="31"/>
                                        </p:tgtEl>
                                        <p:attrNameLst>
                                          <p:attrName>ppt_w</p:attrName>
                                        </p:attrNameLst>
                                      </p:cBhvr>
                                      <p:tavLst>
                                        <p:tav tm="0">
                                          <p:val>
                                            <p:fltVal val="0"/>
                                          </p:val>
                                        </p:tav>
                                        <p:tav tm="100000">
                                          <p:val>
                                            <p:strVal val="#ppt_w"/>
                                          </p:val>
                                        </p:tav>
                                      </p:tavLst>
                                    </p:anim>
                                    <p:anim calcmode="lin" valueType="num">
                                      <p:cBhvr>
                                        <p:cTn id="110" dur="450" fill="hold"/>
                                        <p:tgtEl>
                                          <p:spTgt spid="31"/>
                                        </p:tgtEl>
                                        <p:attrNameLst>
                                          <p:attrName>ppt_h</p:attrName>
                                        </p:attrNameLst>
                                      </p:cBhvr>
                                      <p:tavLst>
                                        <p:tav tm="0">
                                          <p:val>
                                            <p:fltVal val="0"/>
                                          </p:val>
                                        </p:tav>
                                        <p:tav tm="100000">
                                          <p:val>
                                            <p:strVal val="#ppt_h"/>
                                          </p:val>
                                        </p:tav>
                                      </p:tavLst>
                                    </p:anim>
                                    <p:animEffect transition="in" filter="fade">
                                      <p:cBhvr>
                                        <p:cTn id="111" dur="450"/>
                                        <p:tgtEl>
                                          <p:spTgt spid="31"/>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32"/>
                                        </p:tgtEl>
                                        <p:attrNameLst>
                                          <p:attrName>style.visibility</p:attrName>
                                        </p:attrNameLst>
                                      </p:cBhvr>
                                      <p:to>
                                        <p:strVal val="visible"/>
                                      </p:to>
                                    </p:set>
                                    <p:anim calcmode="lin" valueType="num">
                                      <p:cBhvr>
                                        <p:cTn id="114" dur="450" fill="hold"/>
                                        <p:tgtEl>
                                          <p:spTgt spid="32"/>
                                        </p:tgtEl>
                                        <p:attrNameLst>
                                          <p:attrName>ppt_w</p:attrName>
                                        </p:attrNameLst>
                                      </p:cBhvr>
                                      <p:tavLst>
                                        <p:tav tm="0">
                                          <p:val>
                                            <p:fltVal val="0"/>
                                          </p:val>
                                        </p:tav>
                                        <p:tav tm="100000">
                                          <p:val>
                                            <p:strVal val="#ppt_w"/>
                                          </p:val>
                                        </p:tav>
                                      </p:tavLst>
                                    </p:anim>
                                    <p:anim calcmode="lin" valueType="num">
                                      <p:cBhvr>
                                        <p:cTn id="115" dur="450" fill="hold"/>
                                        <p:tgtEl>
                                          <p:spTgt spid="32"/>
                                        </p:tgtEl>
                                        <p:attrNameLst>
                                          <p:attrName>ppt_h</p:attrName>
                                        </p:attrNameLst>
                                      </p:cBhvr>
                                      <p:tavLst>
                                        <p:tav tm="0">
                                          <p:val>
                                            <p:fltVal val="0"/>
                                          </p:val>
                                        </p:tav>
                                        <p:tav tm="100000">
                                          <p:val>
                                            <p:strVal val="#ppt_h"/>
                                          </p:val>
                                        </p:tav>
                                      </p:tavLst>
                                    </p:anim>
                                    <p:animEffect transition="in" filter="fade">
                                      <p:cBhvr>
                                        <p:cTn id="116" dur="450"/>
                                        <p:tgtEl>
                                          <p:spTgt spid="3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3"/>
                                        </p:tgtEl>
                                        <p:attrNameLst>
                                          <p:attrName>style.visibility</p:attrName>
                                        </p:attrNameLst>
                                      </p:cBhvr>
                                      <p:to>
                                        <p:strVal val="visible"/>
                                      </p:to>
                                    </p:set>
                                    <p:animEffect transition="in" filter="fade">
                                      <p:cBhvr>
                                        <p:cTn id="119" dur="500"/>
                                        <p:tgtEl>
                                          <p:spTgt spid="3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34"/>
                                        </p:tgtEl>
                                        <p:attrNameLst>
                                          <p:attrName>style.visibility</p:attrName>
                                        </p:attrNameLst>
                                      </p:cBhvr>
                                      <p:to>
                                        <p:strVal val="visible"/>
                                      </p:to>
                                    </p:set>
                                    <p:animEffect transition="in" filter="fade">
                                      <p:cBhvr>
                                        <p:cTn id="122" dur="500"/>
                                        <p:tgtEl>
                                          <p:spTgt spid="3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35"/>
                                        </p:tgtEl>
                                        <p:attrNameLst>
                                          <p:attrName>style.visibility</p:attrName>
                                        </p:attrNameLst>
                                      </p:cBhvr>
                                      <p:to>
                                        <p:strVal val="visible"/>
                                      </p:to>
                                    </p:set>
                                    <p:animEffect transition="in" filter="fade">
                                      <p:cBhvr>
                                        <p:cTn id="125" dur="500"/>
                                        <p:tgtEl>
                                          <p:spTgt spid="3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36"/>
                                        </p:tgtEl>
                                        <p:attrNameLst>
                                          <p:attrName>style.visibility</p:attrName>
                                        </p:attrNameLst>
                                      </p:cBhvr>
                                      <p:to>
                                        <p:strVal val="visible"/>
                                      </p:to>
                                    </p:set>
                                    <p:animEffect transition="in" filter="fade">
                                      <p:cBhvr>
                                        <p:cTn id="128" dur="500"/>
                                        <p:tgtEl>
                                          <p:spTgt spid="36"/>
                                        </p:tgtEl>
                                      </p:cBhvr>
                                    </p:animEffect>
                                  </p:childTnLst>
                                </p:cTn>
                              </p:par>
                            </p:childTnLst>
                          </p:cTn>
                        </p:par>
                        <p:par>
                          <p:cTn id="152" fill="hold">
                            <p:stCondLst>
                              <p:cond delay="3500"/>
                            </p:stCondLst>
                            <p:childTnLst>
                              <p:par>
                                <p:cTn id="130" presetID="53" presetClass="entr" presetSubtype="16" fill="hold" grpId="0" nodeType="afterEffect">
                                  <p:stCondLst>
                                    <p:cond delay="0"/>
                                  </p:stCondLst>
                                  <p:childTnLst>
                                    <p:set>
                                      <p:cBhvr>
                                        <p:cTn id="131" dur="1" fill="hold">
                                          <p:stCondLst>
                                            <p:cond delay="0"/>
                                          </p:stCondLst>
                                        </p:cTn>
                                        <p:tgtEl>
                                          <p:spTgt spid="37"/>
                                        </p:tgtEl>
                                        <p:attrNameLst>
                                          <p:attrName>style.visibility</p:attrName>
                                        </p:attrNameLst>
                                      </p:cBhvr>
                                      <p:to>
                                        <p:strVal val="visible"/>
                                      </p:to>
                                    </p:set>
                                    <p:anim calcmode="lin" valueType="num">
                                      <p:cBhvr>
                                        <p:cTn id="132" dur="450" fill="hold"/>
                                        <p:tgtEl>
                                          <p:spTgt spid="37"/>
                                        </p:tgtEl>
                                        <p:attrNameLst>
                                          <p:attrName>ppt_w</p:attrName>
                                        </p:attrNameLst>
                                      </p:cBhvr>
                                      <p:tavLst>
                                        <p:tav tm="0">
                                          <p:val>
                                            <p:fltVal val="0"/>
                                          </p:val>
                                        </p:tav>
                                        <p:tav tm="100000">
                                          <p:val>
                                            <p:strVal val="#ppt_w"/>
                                          </p:val>
                                        </p:tav>
                                      </p:tavLst>
                                    </p:anim>
                                    <p:anim calcmode="lin" valueType="num">
                                      <p:cBhvr>
                                        <p:cTn id="133" dur="450" fill="hold"/>
                                        <p:tgtEl>
                                          <p:spTgt spid="37"/>
                                        </p:tgtEl>
                                        <p:attrNameLst>
                                          <p:attrName>ppt_h</p:attrName>
                                        </p:attrNameLst>
                                      </p:cBhvr>
                                      <p:tavLst>
                                        <p:tav tm="0">
                                          <p:val>
                                            <p:fltVal val="0"/>
                                          </p:val>
                                        </p:tav>
                                        <p:tav tm="100000">
                                          <p:val>
                                            <p:strVal val="#ppt_h"/>
                                          </p:val>
                                        </p:tav>
                                      </p:tavLst>
                                    </p:anim>
                                    <p:animEffect transition="in" filter="fade">
                                      <p:cBhvr>
                                        <p:cTn id="134" dur="450"/>
                                        <p:tgtEl>
                                          <p:spTgt spid="37"/>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38"/>
                                        </p:tgtEl>
                                        <p:attrNameLst>
                                          <p:attrName>style.visibility</p:attrName>
                                        </p:attrNameLst>
                                      </p:cBhvr>
                                      <p:to>
                                        <p:strVal val="visible"/>
                                      </p:to>
                                    </p:set>
                                    <p:anim calcmode="lin" valueType="num">
                                      <p:cBhvr>
                                        <p:cTn id="137" dur="450" fill="hold"/>
                                        <p:tgtEl>
                                          <p:spTgt spid="38"/>
                                        </p:tgtEl>
                                        <p:attrNameLst>
                                          <p:attrName>ppt_w</p:attrName>
                                        </p:attrNameLst>
                                      </p:cBhvr>
                                      <p:tavLst>
                                        <p:tav tm="0">
                                          <p:val>
                                            <p:fltVal val="0"/>
                                          </p:val>
                                        </p:tav>
                                        <p:tav tm="100000">
                                          <p:val>
                                            <p:strVal val="#ppt_w"/>
                                          </p:val>
                                        </p:tav>
                                      </p:tavLst>
                                    </p:anim>
                                    <p:anim calcmode="lin" valueType="num">
                                      <p:cBhvr>
                                        <p:cTn id="138" dur="450" fill="hold"/>
                                        <p:tgtEl>
                                          <p:spTgt spid="38"/>
                                        </p:tgtEl>
                                        <p:attrNameLst>
                                          <p:attrName>ppt_h</p:attrName>
                                        </p:attrNameLst>
                                      </p:cBhvr>
                                      <p:tavLst>
                                        <p:tav tm="0">
                                          <p:val>
                                            <p:fltVal val="0"/>
                                          </p:val>
                                        </p:tav>
                                        <p:tav tm="100000">
                                          <p:val>
                                            <p:strVal val="#ppt_h"/>
                                          </p:val>
                                        </p:tav>
                                      </p:tavLst>
                                    </p:anim>
                                    <p:animEffect transition="in" filter="fade">
                                      <p:cBhvr>
                                        <p:cTn id="139" dur="450"/>
                                        <p:tgtEl>
                                          <p:spTgt spid="38"/>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39"/>
                                        </p:tgtEl>
                                        <p:attrNameLst>
                                          <p:attrName>style.visibility</p:attrName>
                                        </p:attrNameLst>
                                      </p:cBhvr>
                                      <p:to>
                                        <p:strVal val="visible"/>
                                      </p:to>
                                    </p:set>
                                    <p:animEffect transition="in" filter="fade">
                                      <p:cBhvr>
                                        <p:cTn id="142" dur="500"/>
                                        <p:tgtEl>
                                          <p:spTgt spid="39"/>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0"/>
                                        </p:tgtEl>
                                        <p:attrNameLst>
                                          <p:attrName>style.visibility</p:attrName>
                                        </p:attrNameLst>
                                      </p:cBhvr>
                                      <p:to>
                                        <p:strVal val="visible"/>
                                      </p:to>
                                    </p:set>
                                    <p:animEffect transition="in" filter="fade">
                                      <p:cBhvr>
                                        <p:cTn id="145" dur="500"/>
                                        <p:tgtEl>
                                          <p:spTgt spid="40"/>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41"/>
                                        </p:tgtEl>
                                        <p:attrNameLst>
                                          <p:attrName>style.visibility</p:attrName>
                                        </p:attrNameLst>
                                      </p:cBhvr>
                                      <p:to>
                                        <p:strVal val="visible"/>
                                      </p:to>
                                    </p:set>
                                    <p:animEffect transition="in" filter="fade">
                                      <p:cBhvr>
                                        <p:cTn id="148" dur="500"/>
                                        <p:tgtEl>
                                          <p:spTgt spid="4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42"/>
                                        </p:tgtEl>
                                        <p:attrNameLst>
                                          <p:attrName>style.visibility</p:attrName>
                                        </p:attrNameLst>
                                      </p:cBhvr>
                                      <p:to>
                                        <p:strVal val="visible"/>
                                      </p:to>
                                    </p:set>
                                    <p:animEffect transition="in" filter="fade">
                                      <p:cBhvr>
                                        <p:cTn id="15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8</a:t>
            </a:r>
            <a:endParaRPr lang="en-US" sz="800" dirty="0"/>
          </a:p>
        </p:txBody>
      </p:sp>
      <p:sp>
        <p:nvSpPr>
          <p:cNvPr id="4" name="a1f_184"/>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03 · L'APPLICATION MOBILE</a:t>
            </a:r>
            <a:endParaRPr lang="en-US" sz="1100" dirty="0"/>
          </a:p>
        </p:txBody>
      </p:sp>
      <p:sp>
        <p:nvSpPr>
          <p:cNvPr id="5" name="a1f_185"/>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Enregistrer un visage : 5 poses guidées</a:t>
            </a:r>
            <a:endParaRPr lang="en-US" sz="2700" dirty="0"/>
          </a:p>
        </p:txBody>
      </p:sp>
      <p:pic>
        <p:nvPicPr>
          <p:cNvPr id="6" name="a2u_186" descr="/tmp/claude-0/-home-user-face-id/e849e0f3-7743-5449-a322-d35a4c4c9845/scratchpad/deck/img/app_enroll.png">    </p:cNvPr>
          <p:cNvPicPr>
            <a:picLocks noChangeAspect="1"/>
          </p:cNvPicPr>
          <p:nvPr/>
        </p:nvPicPr>
        <p:blipFill>
          <a:blip r:embed="rId1"/>
          <a:stretch>
            <a:fillRect/>
          </a:stretch>
        </p:blipFill>
        <p:spPr>
          <a:xfrm>
            <a:off x="457200" y="1143000"/>
            <a:ext cx="1757131" cy="3611880"/>
          </a:xfrm>
          <a:prstGeom prst="rect">
            <a:avLst/>
          </a:prstGeom>
        </p:spPr>
      </p:pic>
      <p:sp>
        <p:nvSpPr>
          <p:cNvPr id="7" name="a3z_187"/>
          <p:cNvSpPr/>
          <p:nvPr/>
        </p:nvSpPr>
        <p:spPr>
          <a:xfrm>
            <a:off x="2606040" y="1280160"/>
            <a:ext cx="566928" cy="566928"/>
          </a:xfrm>
          <a:prstGeom prst="ellipse">
            <a:avLst/>
          </a:prstGeom>
          <a:solidFill>
            <a:srgbClr val="10B981"/>
          </a:solidFill>
          <a:ln w="12700">
            <a:solidFill>
              <a:srgbClr val="10B981"/>
            </a:solidFill>
            <a:prstDash val="solid"/>
          </a:ln>
        </p:spPr>
      </p:sp>
      <p:pic>
        <p:nvPicPr>
          <p:cNvPr id="8" name="a3z_187i" descr="preencoded.png">    </p:cNvPr>
          <p:cNvPicPr>
            <a:picLocks noChangeAspect="1"/>
          </p:cNvPicPr>
          <p:nvPr/>
        </p:nvPicPr>
        <p:blipFill>
          <a:blip r:embed="rId2"/>
          <a:stretch>
            <a:fillRect/>
          </a:stretch>
        </p:blipFill>
        <p:spPr>
          <a:xfrm>
            <a:off x="2742103" y="1416223"/>
            <a:ext cx="294803" cy="294803"/>
          </a:xfrm>
          <a:prstGeom prst="rect">
            <a:avLst/>
          </a:prstGeom>
        </p:spPr>
      </p:pic>
      <p:sp>
        <p:nvSpPr>
          <p:cNvPr id="9" name="a3f_188"/>
          <p:cNvSpPr txBox="1"/>
          <p:nvPr/>
        </p:nvSpPr>
        <p:spPr>
          <a:xfrm>
            <a:off x="2423160" y="1901952"/>
            <a:ext cx="932688" cy="228600"/>
          </a:xfrm>
          <a:prstGeom prst="rect">
            <a:avLst/>
          </a:prstGeom>
          <a:noFill/>
          <a:ln/>
        </p:spPr>
        <p:txBody>
          <a:bodyPr wrap="square" lIns="0" tIns="0" rIns="0" bIns="0" rtlCol="0" anchor="t"/>
          <a:lstStyle/>
          <a:p>
            <a:pPr algn="ctr" indent="0" marL="0">
              <a:buNone/>
            </a:pPr>
            <a:r>
              <a:rPr lang="en-US" sz="1050" b="1" dirty="0">
                <a:solidFill>
                  <a:srgbClr val="1E2A78"/>
                </a:solidFill>
                <a:latin typeface="Arial" pitchFamily="34" charset="0"/>
                <a:ea typeface="Arial" pitchFamily="34" charset="-122"/>
                <a:cs typeface="Arial" pitchFamily="34" charset="-120"/>
              </a:rPr>
              <a:t>Face</a:t>
            </a:r>
            <a:endParaRPr lang="en-US" sz="1050" dirty="0"/>
          </a:p>
        </p:txBody>
      </p:sp>
      <p:sp>
        <p:nvSpPr>
          <p:cNvPr id="10" name="a4z_189"/>
          <p:cNvSpPr/>
          <p:nvPr/>
        </p:nvSpPr>
        <p:spPr>
          <a:xfrm>
            <a:off x="3520440" y="1280160"/>
            <a:ext cx="566928" cy="566928"/>
          </a:xfrm>
          <a:prstGeom prst="ellipse">
            <a:avLst/>
          </a:prstGeom>
          <a:solidFill>
            <a:srgbClr val="1E2A78"/>
          </a:solidFill>
          <a:ln w="12700">
            <a:solidFill>
              <a:srgbClr val="1E2A78"/>
            </a:solidFill>
            <a:prstDash val="solid"/>
          </a:ln>
        </p:spPr>
      </p:sp>
      <p:pic>
        <p:nvPicPr>
          <p:cNvPr id="11" name="a4z_189i" descr="preencoded.png">    </p:cNvPr>
          <p:cNvPicPr>
            <a:picLocks noChangeAspect="1"/>
          </p:cNvPicPr>
          <p:nvPr/>
        </p:nvPicPr>
        <p:blipFill>
          <a:blip r:embed="rId3"/>
          <a:stretch>
            <a:fillRect/>
          </a:stretch>
        </p:blipFill>
        <p:spPr>
          <a:xfrm>
            <a:off x="3656503" y="1416223"/>
            <a:ext cx="294803" cy="294803"/>
          </a:xfrm>
          <a:prstGeom prst="rect">
            <a:avLst/>
          </a:prstGeom>
        </p:spPr>
      </p:pic>
      <p:sp>
        <p:nvSpPr>
          <p:cNvPr id="12" name="a4f_190"/>
          <p:cNvSpPr txBox="1"/>
          <p:nvPr/>
        </p:nvSpPr>
        <p:spPr>
          <a:xfrm>
            <a:off x="3337560" y="1901952"/>
            <a:ext cx="932688" cy="228600"/>
          </a:xfrm>
          <a:prstGeom prst="rect">
            <a:avLst/>
          </a:prstGeom>
          <a:noFill/>
          <a:ln/>
        </p:spPr>
        <p:txBody>
          <a:bodyPr wrap="square" lIns="0" tIns="0" rIns="0" bIns="0" rtlCol="0" anchor="t"/>
          <a:lstStyle/>
          <a:p>
            <a:pPr algn="ctr" indent="0" marL="0">
              <a:buNone/>
            </a:pPr>
            <a:r>
              <a:rPr lang="en-US" sz="1050" b="1" dirty="0">
                <a:solidFill>
                  <a:srgbClr val="1E2A78"/>
                </a:solidFill>
                <a:latin typeface="Arial" pitchFamily="34" charset="0"/>
                <a:ea typeface="Arial" pitchFamily="34" charset="-122"/>
                <a:cs typeface="Arial" pitchFamily="34" charset="-120"/>
              </a:rPr>
              <a:t>Gauche</a:t>
            </a:r>
            <a:endParaRPr lang="en-US" sz="1050" dirty="0"/>
          </a:p>
        </p:txBody>
      </p:sp>
      <p:sp>
        <p:nvSpPr>
          <p:cNvPr id="13" name="a5z_191"/>
          <p:cNvSpPr/>
          <p:nvPr/>
        </p:nvSpPr>
        <p:spPr>
          <a:xfrm>
            <a:off x="4434840" y="1280160"/>
            <a:ext cx="566928" cy="566928"/>
          </a:xfrm>
          <a:prstGeom prst="ellipse">
            <a:avLst/>
          </a:prstGeom>
          <a:solidFill>
            <a:srgbClr val="1E2A78"/>
          </a:solidFill>
          <a:ln w="12700">
            <a:solidFill>
              <a:srgbClr val="1E2A78"/>
            </a:solidFill>
            <a:prstDash val="solid"/>
          </a:ln>
        </p:spPr>
      </p:sp>
      <p:pic>
        <p:nvPicPr>
          <p:cNvPr id="14" name="a5z_191i" descr="preencoded.png">    </p:cNvPr>
          <p:cNvPicPr>
            <a:picLocks noChangeAspect="1"/>
          </p:cNvPicPr>
          <p:nvPr/>
        </p:nvPicPr>
        <p:blipFill>
          <a:blip r:embed="rId4"/>
          <a:stretch>
            <a:fillRect/>
          </a:stretch>
        </p:blipFill>
        <p:spPr>
          <a:xfrm>
            <a:off x="4570903" y="1416223"/>
            <a:ext cx="294803" cy="294803"/>
          </a:xfrm>
          <a:prstGeom prst="rect">
            <a:avLst/>
          </a:prstGeom>
        </p:spPr>
      </p:pic>
      <p:sp>
        <p:nvSpPr>
          <p:cNvPr id="15" name="a5f_192"/>
          <p:cNvSpPr txBox="1"/>
          <p:nvPr/>
        </p:nvSpPr>
        <p:spPr>
          <a:xfrm>
            <a:off x="4251960" y="1901952"/>
            <a:ext cx="932688" cy="228600"/>
          </a:xfrm>
          <a:prstGeom prst="rect">
            <a:avLst/>
          </a:prstGeom>
          <a:noFill/>
          <a:ln/>
        </p:spPr>
        <p:txBody>
          <a:bodyPr wrap="square" lIns="0" tIns="0" rIns="0" bIns="0" rtlCol="0" anchor="t"/>
          <a:lstStyle/>
          <a:p>
            <a:pPr algn="ctr" indent="0" marL="0">
              <a:buNone/>
            </a:pPr>
            <a:r>
              <a:rPr lang="en-US" sz="1050" b="1" dirty="0">
                <a:solidFill>
                  <a:srgbClr val="1E2A78"/>
                </a:solidFill>
                <a:latin typeface="Arial" pitchFamily="34" charset="0"/>
                <a:ea typeface="Arial" pitchFamily="34" charset="-122"/>
                <a:cs typeface="Arial" pitchFamily="34" charset="-120"/>
              </a:rPr>
              <a:t>Droite</a:t>
            </a:r>
            <a:endParaRPr lang="en-US" sz="1050" dirty="0"/>
          </a:p>
        </p:txBody>
      </p:sp>
      <p:sp>
        <p:nvSpPr>
          <p:cNvPr id="16" name="a6z_193"/>
          <p:cNvSpPr/>
          <p:nvPr/>
        </p:nvSpPr>
        <p:spPr>
          <a:xfrm>
            <a:off x="5349240" y="1280160"/>
            <a:ext cx="566928" cy="566928"/>
          </a:xfrm>
          <a:prstGeom prst="ellipse">
            <a:avLst/>
          </a:prstGeom>
          <a:solidFill>
            <a:srgbClr val="1E2A78"/>
          </a:solidFill>
          <a:ln w="12700">
            <a:solidFill>
              <a:srgbClr val="1E2A78"/>
            </a:solidFill>
            <a:prstDash val="solid"/>
          </a:ln>
        </p:spPr>
      </p:sp>
      <p:pic>
        <p:nvPicPr>
          <p:cNvPr id="17" name="a6z_193i" descr="preencoded.png">    </p:cNvPr>
          <p:cNvPicPr>
            <a:picLocks noChangeAspect="1"/>
          </p:cNvPicPr>
          <p:nvPr/>
        </p:nvPicPr>
        <p:blipFill>
          <a:blip r:embed="rId5"/>
          <a:stretch>
            <a:fillRect/>
          </a:stretch>
        </p:blipFill>
        <p:spPr>
          <a:xfrm>
            <a:off x="5485303" y="1416223"/>
            <a:ext cx="294803" cy="294803"/>
          </a:xfrm>
          <a:prstGeom prst="rect">
            <a:avLst/>
          </a:prstGeom>
        </p:spPr>
      </p:pic>
      <p:sp>
        <p:nvSpPr>
          <p:cNvPr id="18" name="a6f_194"/>
          <p:cNvSpPr txBox="1"/>
          <p:nvPr/>
        </p:nvSpPr>
        <p:spPr>
          <a:xfrm>
            <a:off x="5166360" y="1901952"/>
            <a:ext cx="932688" cy="228600"/>
          </a:xfrm>
          <a:prstGeom prst="rect">
            <a:avLst/>
          </a:prstGeom>
          <a:noFill/>
          <a:ln/>
        </p:spPr>
        <p:txBody>
          <a:bodyPr wrap="square" lIns="0" tIns="0" rIns="0" bIns="0" rtlCol="0" anchor="t"/>
          <a:lstStyle/>
          <a:p>
            <a:pPr algn="ctr" indent="0" marL="0">
              <a:buNone/>
            </a:pPr>
            <a:r>
              <a:rPr lang="en-US" sz="1050" b="1" dirty="0">
                <a:solidFill>
                  <a:srgbClr val="1E2A78"/>
                </a:solidFill>
                <a:latin typeface="Arial" pitchFamily="34" charset="0"/>
                <a:ea typeface="Arial" pitchFamily="34" charset="-122"/>
                <a:cs typeface="Arial" pitchFamily="34" charset="-120"/>
              </a:rPr>
              <a:t>Haut</a:t>
            </a:r>
            <a:endParaRPr lang="en-US" sz="1050" dirty="0"/>
          </a:p>
        </p:txBody>
      </p:sp>
      <p:sp>
        <p:nvSpPr>
          <p:cNvPr id="19" name="a7z_195"/>
          <p:cNvSpPr/>
          <p:nvPr/>
        </p:nvSpPr>
        <p:spPr>
          <a:xfrm>
            <a:off x="6263640" y="1280160"/>
            <a:ext cx="566928" cy="566928"/>
          </a:xfrm>
          <a:prstGeom prst="ellipse">
            <a:avLst/>
          </a:prstGeom>
          <a:solidFill>
            <a:srgbClr val="1E2A78"/>
          </a:solidFill>
          <a:ln w="12700">
            <a:solidFill>
              <a:srgbClr val="1E2A78"/>
            </a:solidFill>
            <a:prstDash val="solid"/>
          </a:ln>
        </p:spPr>
      </p:sp>
      <p:pic>
        <p:nvPicPr>
          <p:cNvPr id="20" name="a7z_195i" descr="preencoded.png">    </p:cNvPr>
          <p:cNvPicPr>
            <a:picLocks noChangeAspect="1"/>
          </p:cNvPicPr>
          <p:nvPr/>
        </p:nvPicPr>
        <p:blipFill>
          <a:blip r:embed="rId6"/>
          <a:stretch>
            <a:fillRect/>
          </a:stretch>
        </p:blipFill>
        <p:spPr>
          <a:xfrm>
            <a:off x="6399703" y="1416223"/>
            <a:ext cx="294803" cy="294803"/>
          </a:xfrm>
          <a:prstGeom prst="rect">
            <a:avLst/>
          </a:prstGeom>
        </p:spPr>
      </p:pic>
      <p:sp>
        <p:nvSpPr>
          <p:cNvPr id="21" name="a7f_196"/>
          <p:cNvSpPr txBox="1"/>
          <p:nvPr/>
        </p:nvSpPr>
        <p:spPr>
          <a:xfrm>
            <a:off x="6080760" y="1901952"/>
            <a:ext cx="932688" cy="228600"/>
          </a:xfrm>
          <a:prstGeom prst="rect">
            <a:avLst/>
          </a:prstGeom>
          <a:noFill/>
          <a:ln/>
        </p:spPr>
        <p:txBody>
          <a:bodyPr wrap="square" lIns="0" tIns="0" rIns="0" bIns="0" rtlCol="0" anchor="t"/>
          <a:lstStyle/>
          <a:p>
            <a:pPr algn="ctr" indent="0" marL="0">
              <a:buNone/>
            </a:pPr>
            <a:r>
              <a:rPr lang="en-US" sz="1050" b="1" dirty="0">
                <a:solidFill>
                  <a:srgbClr val="1E2A78"/>
                </a:solidFill>
                <a:latin typeface="Arial" pitchFamily="34" charset="0"/>
                <a:ea typeface="Arial" pitchFamily="34" charset="-122"/>
                <a:cs typeface="Arial" pitchFamily="34" charset="-120"/>
              </a:rPr>
              <a:t>Bas</a:t>
            </a:r>
            <a:endParaRPr lang="en-US" sz="1050" dirty="0"/>
          </a:p>
        </p:txBody>
      </p:sp>
      <p:sp>
        <p:nvSpPr>
          <p:cNvPr id="22" name="a8z_197"/>
          <p:cNvSpPr/>
          <p:nvPr/>
        </p:nvSpPr>
        <p:spPr>
          <a:xfrm>
            <a:off x="2606040" y="2468880"/>
            <a:ext cx="420624" cy="420624"/>
          </a:xfrm>
          <a:prstGeom prst="ellipse">
            <a:avLst/>
          </a:prstGeom>
          <a:solidFill>
            <a:srgbClr val="00B4D8"/>
          </a:solidFill>
          <a:ln w="12700">
            <a:solidFill>
              <a:srgbClr val="00B4D8"/>
            </a:solidFill>
            <a:prstDash val="solid"/>
          </a:ln>
        </p:spPr>
      </p:sp>
      <p:pic>
        <p:nvPicPr>
          <p:cNvPr id="23" name="a8z_197i" descr="preencoded.png">    </p:cNvPr>
          <p:cNvPicPr>
            <a:picLocks noChangeAspect="1"/>
          </p:cNvPicPr>
          <p:nvPr/>
        </p:nvPicPr>
        <p:blipFill>
          <a:blip r:embed="rId7"/>
          <a:stretch>
            <a:fillRect/>
          </a:stretch>
        </p:blipFill>
        <p:spPr>
          <a:xfrm>
            <a:off x="2706990" y="2569830"/>
            <a:ext cx="218724" cy="218724"/>
          </a:xfrm>
          <a:prstGeom prst="rect">
            <a:avLst/>
          </a:prstGeom>
        </p:spPr>
      </p:pic>
      <p:sp>
        <p:nvSpPr>
          <p:cNvPr id="24" name="a8u_198"/>
          <p:cNvSpPr txBox="1"/>
          <p:nvPr/>
        </p:nvSpPr>
        <p:spPr>
          <a:xfrm>
            <a:off x="3163824" y="2450592"/>
            <a:ext cx="228600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Capture automatique</a:t>
            </a:r>
            <a:endParaRPr lang="en-US" sz="1300" dirty="0"/>
          </a:p>
        </p:txBody>
      </p:sp>
      <p:sp>
        <p:nvSpPr>
          <p:cNvPr id="25" name="a8u_199"/>
          <p:cNvSpPr txBox="1"/>
          <p:nvPr/>
        </p:nvSpPr>
        <p:spPr>
          <a:xfrm>
            <a:off x="3163824" y="2706624"/>
            <a:ext cx="228600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L’agent suit les consignes à l’écran ; chaque pose est photographiée toute seule, avec une vibration.</a:t>
            </a:r>
            <a:endParaRPr lang="en-US" sz="1050" dirty="0"/>
          </a:p>
        </p:txBody>
      </p:sp>
      <p:sp>
        <p:nvSpPr>
          <p:cNvPr id="26" name="a9z_200"/>
          <p:cNvSpPr/>
          <p:nvPr/>
        </p:nvSpPr>
        <p:spPr>
          <a:xfrm>
            <a:off x="5669280" y="2468880"/>
            <a:ext cx="420624" cy="420624"/>
          </a:xfrm>
          <a:prstGeom prst="ellipse">
            <a:avLst/>
          </a:prstGeom>
          <a:solidFill>
            <a:srgbClr val="00B4D8"/>
          </a:solidFill>
          <a:ln w="12700">
            <a:solidFill>
              <a:srgbClr val="00B4D8"/>
            </a:solidFill>
            <a:prstDash val="solid"/>
          </a:ln>
        </p:spPr>
      </p:sp>
      <p:pic>
        <p:nvPicPr>
          <p:cNvPr id="27" name="a9z_200i" descr="preencoded.png">    </p:cNvPr>
          <p:cNvPicPr>
            <a:picLocks noChangeAspect="1"/>
          </p:cNvPicPr>
          <p:nvPr/>
        </p:nvPicPr>
        <p:blipFill>
          <a:blip r:embed="rId8"/>
          <a:stretch>
            <a:fillRect/>
          </a:stretch>
        </p:blipFill>
        <p:spPr>
          <a:xfrm>
            <a:off x="5770230" y="2569830"/>
            <a:ext cx="218724" cy="218724"/>
          </a:xfrm>
          <a:prstGeom prst="rect">
            <a:avLst/>
          </a:prstGeom>
        </p:spPr>
      </p:pic>
      <p:sp>
        <p:nvSpPr>
          <p:cNvPr id="28" name="a9u_201"/>
          <p:cNvSpPr txBox="1"/>
          <p:nvPr/>
        </p:nvSpPr>
        <p:spPr>
          <a:xfrm>
            <a:off x="6227064" y="2450592"/>
            <a:ext cx="228600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Une seule personne</a:t>
            </a:r>
            <a:endParaRPr lang="en-US" sz="1300" dirty="0"/>
          </a:p>
        </p:txBody>
      </p:sp>
      <p:sp>
        <p:nvSpPr>
          <p:cNvPr id="29" name="a9u_202"/>
          <p:cNvSpPr txBox="1"/>
          <p:nvPr/>
        </p:nvSpPr>
        <p:spPr>
          <a:xfrm>
            <a:off x="6227064" y="2706624"/>
            <a:ext cx="228600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Si deux visages sont dans le cadre, l’appli le signale et attend.</a:t>
            </a:r>
            <a:endParaRPr lang="en-US" sz="1050" dirty="0"/>
          </a:p>
        </p:txBody>
      </p:sp>
      <p:sp>
        <p:nvSpPr>
          <p:cNvPr id="30" name="a10z_203"/>
          <p:cNvSpPr/>
          <p:nvPr/>
        </p:nvSpPr>
        <p:spPr>
          <a:xfrm>
            <a:off x="2606040" y="3566160"/>
            <a:ext cx="420624" cy="420624"/>
          </a:xfrm>
          <a:prstGeom prst="ellipse">
            <a:avLst/>
          </a:prstGeom>
          <a:solidFill>
            <a:srgbClr val="00B4D8"/>
          </a:solidFill>
          <a:ln w="12700">
            <a:solidFill>
              <a:srgbClr val="00B4D8"/>
            </a:solidFill>
            <a:prstDash val="solid"/>
          </a:ln>
        </p:spPr>
      </p:sp>
      <p:pic>
        <p:nvPicPr>
          <p:cNvPr id="31" name="a10z_203i" descr="preencoded.png">    </p:cNvPr>
          <p:cNvPicPr>
            <a:picLocks noChangeAspect="1"/>
          </p:cNvPicPr>
          <p:nvPr/>
        </p:nvPicPr>
        <p:blipFill>
          <a:blip r:embed="rId9"/>
          <a:stretch>
            <a:fillRect/>
          </a:stretch>
        </p:blipFill>
        <p:spPr>
          <a:xfrm>
            <a:off x="2706990" y="3667110"/>
            <a:ext cx="218724" cy="218724"/>
          </a:xfrm>
          <a:prstGeom prst="rect">
            <a:avLst/>
          </a:prstGeom>
        </p:spPr>
      </p:pic>
      <p:sp>
        <p:nvSpPr>
          <p:cNvPr id="32" name="a10u_204"/>
          <p:cNvSpPr txBox="1"/>
          <p:nvPr/>
        </p:nvSpPr>
        <p:spPr>
          <a:xfrm>
            <a:off x="3163824" y="3547872"/>
            <a:ext cx="228600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Jusqu’à 10 photos</a:t>
            </a:r>
            <a:endParaRPr lang="en-US" sz="1300" dirty="0"/>
          </a:p>
        </p:txBody>
      </p:sp>
      <p:sp>
        <p:nvSpPr>
          <p:cNvPr id="33" name="a10u_205"/>
          <p:cNvSpPr txBox="1"/>
          <p:nvPr/>
        </p:nvSpPr>
        <p:spPr>
          <a:xfrm>
            <a:off x="3163824" y="3803904"/>
            <a:ext cx="228600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On peut compléter avec des photos de la galerie (un seul visage par photo).</a:t>
            </a:r>
            <a:endParaRPr lang="en-US" sz="1050" dirty="0"/>
          </a:p>
        </p:txBody>
      </p:sp>
      <p:sp>
        <p:nvSpPr>
          <p:cNvPr id="34" name="a11z_206"/>
          <p:cNvSpPr/>
          <p:nvPr/>
        </p:nvSpPr>
        <p:spPr>
          <a:xfrm>
            <a:off x="5669280" y="3566160"/>
            <a:ext cx="420624" cy="420624"/>
          </a:xfrm>
          <a:prstGeom prst="ellipse">
            <a:avLst/>
          </a:prstGeom>
          <a:solidFill>
            <a:srgbClr val="00B4D8"/>
          </a:solidFill>
          <a:ln w="12700">
            <a:solidFill>
              <a:srgbClr val="00B4D8"/>
            </a:solidFill>
            <a:prstDash val="solid"/>
          </a:ln>
        </p:spPr>
      </p:sp>
      <p:pic>
        <p:nvPicPr>
          <p:cNvPr id="35" name="a11z_206i" descr="preencoded.png">    </p:cNvPr>
          <p:cNvPicPr>
            <a:picLocks noChangeAspect="1"/>
          </p:cNvPicPr>
          <p:nvPr/>
        </p:nvPicPr>
        <p:blipFill>
          <a:blip r:embed="rId10"/>
          <a:stretch>
            <a:fillRect/>
          </a:stretch>
        </p:blipFill>
        <p:spPr>
          <a:xfrm>
            <a:off x="5770230" y="3667110"/>
            <a:ext cx="218724" cy="218724"/>
          </a:xfrm>
          <a:prstGeom prst="rect">
            <a:avLst/>
          </a:prstGeom>
        </p:spPr>
      </p:pic>
      <p:sp>
        <p:nvSpPr>
          <p:cNvPr id="36" name="a11u_207"/>
          <p:cNvSpPr txBox="1"/>
          <p:nvPr/>
        </p:nvSpPr>
        <p:spPr>
          <a:xfrm>
            <a:off x="6227064" y="3547872"/>
            <a:ext cx="228600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Anti-doublon</a:t>
            </a:r>
            <a:endParaRPr lang="en-US" sz="1300" dirty="0"/>
          </a:p>
        </p:txBody>
      </p:sp>
      <p:sp>
        <p:nvSpPr>
          <p:cNvPr id="37" name="a11u_208"/>
          <p:cNvSpPr txBox="1"/>
          <p:nvPr/>
        </p:nvSpPr>
        <p:spPr>
          <a:xfrm>
            <a:off x="6227064" y="3803904"/>
            <a:ext cx="228600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Si le visage ressemble à une personne déjà inscrite, l’appli prévient avant d’enregistrer.</a:t>
            </a:r>
            <a:endParaRPr lang="en-US" sz="10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childTnLst>
                          </p:cTn>
                        </p:par>
                        <p:par>
                          <p:cTn id="30" fill="hold">
                            <p:stCondLst>
                              <p:cond delay="1100"/>
                            </p:stCondLst>
                            <p:childTnLst>
                              <p:par>
                                <p:cTn id="17" presetID="53" presetClass="entr" presetSubtype="16"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450" fill="hold"/>
                                        <p:tgtEl>
                                          <p:spTgt spid="7"/>
                                        </p:tgtEl>
                                        <p:attrNameLst>
                                          <p:attrName>ppt_w</p:attrName>
                                        </p:attrNameLst>
                                      </p:cBhvr>
                                      <p:tavLst>
                                        <p:tav tm="0">
                                          <p:val>
                                            <p:fltVal val="0"/>
                                          </p:val>
                                        </p:tav>
                                        <p:tav tm="100000">
                                          <p:val>
                                            <p:strVal val="#ppt_w"/>
                                          </p:val>
                                        </p:tav>
                                      </p:tavLst>
                                    </p:anim>
                                    <p:anim calcmode="lin" valueType="num">
                                      <p:cBhvr>
                                        <p:cTn id="20" dur="450" fill="hold"/>
                                        <p:tgtEl>
                                          <p:spTgt spid="7"/>
                                        </p:tgtEl>
                                        <p:attrNameLst>
                                          <p:attrName>ppt_h</p:attrName>
                                        </p:attrNameLst>
                                      </p:cBhvr>
                                      <p:tavLst>
                                        <p:tav tm="0">
                                          <p:val>
                                            <p:fltVal val="0"/>
                                          </p:val>
                                        </p:tav>
                                        <p:tav tm="100000">
                                          <p:val>
                                            <p:strVal val="#ppt_h"/>
                                          </p:val>
                                        </p:tav>
                                      </p:tavLst>
                                    </p:anim>
                                    <p:animEffect transition="in" filter="fade">
                                      <p:cBhvr>
                                        <p:cTn id="21" dur="450"/>
                                        <p:tgtEl>
                                          <p:spTgt spid="7"/>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450" fill="hold"/>
                                        <p:tgtEl>
                                          <p:spTgt spid="8"/>
                                        </p:tgtEl>
                                        <p:attrNameLst>
                                          <p:attrName>ppt_w</p:attrName>
                                        </p:attrNameLst>
                                      </p:cBhvr>
                                      <p:tavLst>
                                        <p:tav tm="0">
                                          <p:val>
                                            <p:fltVal val="0"/>
                                          </p:val>
                                        </p:tav>
                                        <p:tav tm="100000">
                                          <p:val>
                                            <p:strVal val="#ppt_w"/>
                                          </p:val>
                                        </p:tav>
                                      </p:tavLst>
                                    </p:anim>
                                    <p:anim calcmode="lin" valueType="num">
                                      <p:cBhvr>
                                        <p:cTn id="25" dur="450" fill="hold"/>
                                        <p:tgtEl>
                                          <p:spTgt spid="8"/>
                                        </p:tgtEl>
                                        <p:attrNameLst>
                                          <p:attrName>ppt_h</p:attrName>
                                        </p:attrNameLst>
                                      </p:cBhvr>
                                      <p:tavLst>
                                        <p:tav tm="0">
                                          <p:val>
                                            <p:fltVal val="0"/>
                                          </p:val>
                                        </p:tav>
                                        <p:tav tm="100000">
                                          <p:val>
                                            <p:strVal val="#ppt_h"/>
                                          </p:val>
                                        </p:tav>
                                      </p:tavLst>
                                    </p:anim>
                                    <p:animEffect transition="in" filter="fade">
                                      <p:cBhvr>
                                        <p:cTn id="26" dur="45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par>
                          <p:cTn id="44" fill="hold">
                            <p:stCondLst>
                              <p:cond delay="1600"/>
                            </p:stCondLst>
                            <p:childTnLst>
                              <p:par>
                                <p:cTn id="31" presetID="53" presetClass="entr" presetSubtype="16"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450" fill="hold"/>
                                        <p:tgtEl>
                                          <p:spTgt spid="10"/>
                                        </p:tgtEl>
                                        <p:attrNameLst>
                                          <p:attrName>ppt_w</p:attrName>
                                        </p:attrNameLst>
                                      </p:cBhvr>
                                      <p:tavLst>
                                        <p:tav tm="0">
                                          <p:val>
                                            <p:fltVal val="0"/>
                                          </p:val>
                                        </p:tav>
                                        <p:tav tm="100000">
                                          <p:val>
                                            <p:strVal val="#ppt_w"/>
                                          </p:val>
                                        </p:tav>
                                      </p:tavLst>
                                    </p:anim>
                                    <p:anim calcmode="lin" valueType="num">
                                      <p:cBhvr>
                                        <p:cTn id="34" dur="450" fill="hold"/>
                                        <p:tgtEl>
                                          <p:spTgt spid="10"/>
                                        </p:tgtEl>
                                        <p:attrNameLst>
                                          <p:attrName>ppt_h</p:attrName>
                                        </p:attrNameLst>
                                      </p:cBhvr>
                                      <p:tavLst>
                                        <p:tav tm="0">
                                          <p:val>
                                            <p:fltVal val="0"/>
                                          </p:val>
                                        </p:tav>
                                        <p:tav tm="100000">
                                          <p:val>
                                            <p:strVal val="#ppt_h"/>
                                          </p:val>
                                        </p:tav>
                                      </p:tavLst>
                                    </p:anim>
                                    <p:animEffect transition="in" filter="fade">
                                      <p:cBhvr>
                                        <p:cTn id="35" dur="450"/>
                                        <p:tgtEl>
                                          <p:spTgt spid="1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p:cTn id="38" dur="450" fill="hold"/>
                                        <p:tgtEl>
                                          <p:spTgt spid="11"/>
                                        </p:tgtEl>
                                        <p:attrNameLst>
                                          <p:attrName>ppt_w</p:attrName>
                                        </p:attrNameLst>
                                      </p:cBhvr>
                                      <p:tavLst>
                                        <p:tav tm="0">
                                          <p:val>
                                            <p:fltVal val="0"/>
                                          </p:val>
                                        </p:tav>
                                        <p:tav tm="100000">
                                          <p:val>
                                            <p:strVal val="#ppt_w"/>
                                          </p:val>
                                        </p:tav>
                                      </p:tavLst>
                                    </p:anim>
                                    <p:anim calcmode="lin" valueType="num">
                                      <p:cBhvr>
                                        <p:cTn id="39" dur="450" fill="hold"/>
                                        <p:tgtEl>
                                          <p:spTgt spid="11"/>
                                        </p:tgtEl>
                                        <p:attrNameLst>
                                          <p:attrName>ppt_h</p:attrName>
                                        </p:attrNameLst>
                                      </p:cBhvr>
                                      <p:tavLst>
                                        <p:tav tm="0">
                                          <p:val>
                                            <p:fltVal val="0"/>
                                          </p:val>
                                        </p:tav>
                                        <p:tav tm="100000">
                                          <p:val>
                                            <p:strVal val="#ppt_h"/>
                                          </p:val>
                                        </p:tav>
                                      </p:tavLst>
                                    </p:anim>
                                    <p:animEffect transition="in" filter="fade">
                                      <p:cBhvr>
                                        <p:cTn id="40" dur="450"/>
                                        <p:tgtEl>
                                          <p:spTgt spid="1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childTnLst>
                          </p:cTn>
                        </p:par>
                        <p:par>
                          <p:cTn id="58" fill="hold">
                            <p:stCondLst>
                              <p:cond delay="2100"/>
                            </p:stCondLst>
                            <p:childTnLst>
                              <p:par>
                                <p:cTn id="45" presetID="53" presetClass="entr" presetSubtype="16"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450" fill="hold"/>
                                        <p:tgtEl>
                                          <p:spTgt spid="13"/>
                                        </p:tgtEl>
                                        <p:attrNameLst>
                                          <p:attrName>ppt_w</p:attrName>
                                        </p:attrNameLst>
                                      </p:cBhvr>
                                      <p:tavLst>
                                        <p:tav tm="0">
                                          <p:val>
                                            <p:fltVal val="0"/>
                                          </p:val>
                                        </p:tav>
                                        <p:tav tm="100000">
                                          <p:val>
                                            <p:strVal val="#ppt_w"/>
                                          </p:val>
                                        </p:tav>
                                      </p:tavLst>
                                    </p:anim>
                                    <p:anim calcmode="lin" valueType="num">
                                      <p:cBhvr>
                                        <p:cTn id="48" dur="450" fill="hold"/>
                                        <p:tgtEl>
                                          <p:spTgt spid="13"/>
                                        </p:tgtEl>
                                        <p:attrNameLst>
                                          <p:attrName>ppt_h</p:attrName>
                                        </p:attrNameLst>
                                      </p:cBhvr>
                                      <p:tavLst>
                                        <p:tav tm="0">
                                          <p:val>
                                            <p:fltVal val="0"/>
                                          </p:val>
                                        </p:tav>
                                        <p:tav tm="100000">
                                          <p:val>
                                            <p:strVal val="#ppt_h"/>
                                          </p:val>
                                        </p:tav>
                                      </p:tavLst>
                                    </p:anim>
                                    <p:animEffect transition="in" filter="fade">
                                      <p:cBhvr>
                                        <p:cTn id="49" dur="450"/>
                                        <p:tgtEl>
                                          <p:spTgt spid="13"/>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p:cTn id="52" dur="450" fill="hold"/>
                                        <p:tgtEl>
                                          <p:spTgt spid="14"/>
                                        </p:tgtEl>
                                        <p:attrNameLst>
                                          <p:attrName>ppt_w</p:attrName>
                                        </p:attrNameLst>
                                      </p:cBhvr>
                                      <p:tavLst>
                                        <p:tav tm="0">
                                          <p:val>
                                            <p:fltVal val="0"/>
                                          </p:val>
                                        </p:tav>
                                        <p:tav tm="100000">
                                          <p:val>
                                            <p:strVal val="#ppt_w"/>
                                          </p:val>
                                        </p:tav>
                                      </p:tavLst>
                                    </p:anim>
                                    <p:anim calcmode="lin" valueType="num">
                                      <p:cBhvr>
                                        <p:cTn id="53" dur="450" fill="hold"/>
                                        <p:tgtEl>
                                          <p:spTgt spid="14"/>
                                        </p:tgtEl>
                                        <p:attrNameLst>
                                          <p:attrName>ppt_h</p:attrName>
                                        </p:attrNameLst>
                                      </p:cBhvr>
                                      <p:tavLst>
                                        <p:tav tm="0">
                                          <p:val>
                                            <p:fltVal val="0"/>
                                          </p:val>
                                        </p:tav>
                                        <p:tav tm="100000">
                                          <p:val>
                                            <p:strVal val="#ppt_h"/>
                                          </p:val>
                                        </p:tav>
                                      </p:tavLst>
                                    </p:anim>
                                    <p:animEffect transition="in" filter="fade">
                                      <p:cBhvr>
                                        <p:cTn id="54" dur="450"/>
                                        <p:tgtEl>
                                          <p:spTgt spid="1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par>
                          <p:cTn id="72" fill="hold">
                            <p:stCondLst>
                              <p:cond delay="2600"/>
                            </p:stCondLst>
                            <p:childTnLst>
                              <p:par>
                                <p:cTn id="59" presetID="53" presetClass="entr" presetSubtype="16" fill="hold" grpId="0" nodeType="after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p:cTn id="61" dur="450" fill="hold"/>
                                        <p:tgtEl>
                                          <p:spTgt spid="16"/>
                                        </p:tgtEl>
                                        <p:attrNameLst>
                                          <p:attrName>ppt_w</p:attrName>
                                        </p:attrNameLst>
                                      </p:cBhvr>
                                      <p:tavLst>
                                        <p:tav tm="0">
                                          <p:val>
                                            <p:fltVal val="0"/>
                                          </p:val>
                                        </p:tav>
                                        <p:tav tm="100000">
                                          <p:val>
                                            <p:strVal val="#ppt_w"/>
                                          </p:val>
                                        </p:tav>
                                      </p:tavLst>
                                    </p:anim>
                                    <p:anim calcmode="lin" valueType="num">
                                      <p:cBhvr>
                                        <p:cTn id="62" dur="450" fill="hold"/>
                                        <p:tgtEl>
                                          <p:spTgt spid="16"/>
                                        </p:tgtEl>
                                        <p:attrNameLst>
                                          <p:attrName>ppt_h</p:attrName>
                                        </p:attrNameLst>
                                      </p:cBhvr>
                                      <p:tavLst>
                                        <p:tav tm="0">
                                          <p:val>
                                            <p:fltVal val="0"/>
                                          </p:val>
                                        </p:tav>
                                        <p:tav tm="100000">
                                          <p:val>
                                            <p:strVal val="#ppt_h"/>
                                          </p:val>
                                        </p:tav>
                                      </p:tavLst>
                                    </p:anim>
                                    <p:animEffect transition="in" filter="fade">
                                      <p:cBhvr>
                                        <p:cTn id="63" dur="450"/>
                                        <p:tgtEl>
                                          <p:spTgt spid="16"/>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 calcmode="lin" valueType="num">
                                      <p:cBhvr>
                                        <p:cTn id="66" dur="450" fill="hold"/>
                                        <p:tgtEl>
                                          <p:spTgt spid="17"/>
                                        </p:tgtEl>
                                        <p:attrNameLst>
                                          <p:attrName>ppt_w</p:attrName>
                                        </p:attrNameLst>
                                      </p:cBhvr>
                                      <p:tavLst>
                                        <p:tav tm="0">
                                          <p:val>
                                            <p:fltVal val="0"/>
                                          </p:val>
                                        </p:tav>
                                        <p:tav tm="100000">
                                          <p:val>
                                            <p:strVal val="#ppt_w"/>
                                          </p:val>
                                        </p:tav>
                                      </p:tavLst>
                                    </p:anim>
                                    <p:anim calcmode="lin" valueType="num">
                                      <p:cBhvr>
                                        <p:cTn id="67" dur="450" fill="hold"/>
                                        <p:tgtEl>
                                          <p:spTgt spid="17"/>
                                        </p:tgtEl>
                                        <p:attrNameLst>
                                          <p:attrName>ppt_h</p:attrName>
                                        </p:attrNameLst>
                                      </p:cBhvr>
                                      <p:tavLst>
                                        <p:tav tm="0">
                                          <p:val>
                                            <p:fltVal val="0"/>
                                          </p:val>
                                        </p:tav>
                                        <p:tav tm="100000">
                                          <p:val>
                                            <p:strVal val="#ppt_h"/>
                                          </p:val>
                                        </p:tav>
                                      </p:tavLst>
                                    </p:anim>
                                    <p:animEffect transition="in" filter="fade">
                                      <p:cBhvr>
                                        <p:cTn id="68" dur="450"/>
                                        <p:tgtEl>
                                          <p:spTgt spid="1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childTnLst>
                                </p:cTn>
                              </p:par>
                            </p:childTnLst>
                          </p:cTn>
                        </p:par>
                        <p:par>
                          <p:cTn id="86" fill="hold">
                            <p:stCondLst>
                              <p:cond delay="3100"/>
                            </p:stCondLst>
                            <p:childTnLst>
                              <p:par>
                                <p:cTn id="73" presetID="53" presetClass="entr" presetSubtype="16" fill="hold" grpId="0" nodeType="after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p:cTn id="75" dur="450" fill="hold"/>
                                        <p:tgtEl>
                                          <p:spTgt spid="19"/>
                                        </p:tgtEl>
                                        <p:attrNameLst>
                                          <p:attrName>ppt_w</p:attrName>
                                        </p:attrNameLst>
                                      </p:cBhvr>
                                      <p:tavLst>
                                        <p:tav tm="0">
                                          <p:val>
                                            <p:fltVal val="0"/>
                                          </p:val>
                                        </p:tav>
                                        <p:tav tm="100000">
                                          <p:val>
                                            <p:strVal val="#ppt_w"/>
                                          </p:val>
                                        </p:tav>
                                      </p:tavLst>
                                    </p:anim>
                                    <p:anim calcmode="lin" valueType="num">
                                      <p:cBhvr>
                                        <p:cTn id="76" dur="450" fill="hold"/>
                                        <p:tgtEl>
                                          <p:spTgt spid="19"/>
                                        </p:tgtEl>
                                        <p:attrNameLst>
                                          <p:attrName>ppt_h</p:attrName>
                                        </p:attrNameLst>
                                      </p:cBhvr>
                                      <p:tavLst>
                                        <p:tav tm="0">
                                          <p:val>
                                            <p:fltVal val="0"/>
                                          </p:val>
                                        </p:tav>
                                        <p:tav tm="100000">
                                          <p:val>
                                            <p:strVal val="#ppt_h"/>
                                          </p:val>
                                        </p:tav>
                                      </p:tavLst>
                                    </p:anim>
                                    <p:animEffect transition="in" filter="fade">
                                      <p:cBhvr>
                                        <p:cTn id="77" dur="450"/>
                                        <p:tgtEl>
                                          <p:spTgt spid="19"/>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20"/>
                                        </p:tgtEl>
                                        <p:attrNameLst>
                                          <p:attrName>style.visibility</p:attrName>
                                        </p:attrNameLst>
                                      </p:cBhvr>
                                      <p:to>
                                        <p:strVal val="visible"/>
                                      </p:to>
                                    </p:set>
                                    <p:anim calcmode="lin" valueType="num">
                                      <p:cBhvr>
                                        <p:cTn id="80" dur="450" fill="hold"/>
                                        <p:tgtEl>
                                          <p:spTgt spid="20"/>
                                        </p:tgtEl>
                                        <p:attrNameLst>
                                          <p:attrName>ppt_w</p:attrName>
                                        </p:attrNameLst>
                                      </p:cBhvr>
                                      <p:tavLst>
                                        <p:tav tm="0">
                                          <p:val>
                                            <p:fltVal val="0"/>
                                          </p:val>
                                        </p:tav>
                                        <p:tav tm="100000">
                                          <p:val>
                                            <p:strVal val="#ppt_w"/>
                                          </p:val>
                                        </p:tav>
                                      </p:tavLst>
                                    </p:anim>
                                    <p:anim calcmode="lin" valueType="num">
                                      <p:cBhvr>
                                        <p:cTn id="81" dur="450" fill="hold"/>
                                        <p:tgtEl>
                                          <p:spTgt spid="20"/>
                                        </p:tgtEl>
                                        <p:attrNameLst>
                                          <p:attrName>ppt_h</p:attrName>
                                        </p:attrNameLst>
                                      </p:cBhvr>
                                      <p:tavLst>
                                        <p:tav tm="0">
                                          <p:val>
                                            <p:fltVal val="0"/>
                                          </p:val>
                                        </p:tav>
                                        <p:tav tm="100000">
                                          <p:val>
                                            <p:strVal val="#ppt_h"/>
                                          </p:val>
                                        </p:tav>
                                      </p:tavLst>
                                    </p:anim>
                                    <p:animEffect transition="in" filter="fade">
                                      <p:cBhvr>
                                        <p:cTn id="82" dur="450"/>
                                        <p:tgtEl>
                                          <p:spTgt spid="2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childTnLst>
                                </p:cTn>
                              </p:par>
                            </p:childTnLst>
                          </p:cTn>
                        </p:par>
                        <p:par>
                          <p:cTn id="107" fill="hold">
                            <p:stCondLst>
                              <p:cond delay="3600"/>
                            </p:stCondLst>
                            <p:childTnLst>
                              <p:par>
                                <p:cTn id="87" presetID="53" presetClass="entr" presetSubtype="16" fill="hold" grpId="0" nodeType="afterEffect">
                                  <p:stCondLst>
                                    <p:cond delay="0"/>
                                  </p:stCondLst>
                                  <p:childTnLst>
                                    <p:set>
                                      <p:cBhvr>
                                        <p:cTn id="88" dur="1" fill="hold">
                                          <p:stCondLst>
                                            <p:cond delay="0"/>
                                          </p:stCondLst>
                                        </p:cTn>
                                        <p:tgtEl>
                                          <p:spTgt spid="22"/>
                                        </p:tgtEl>
                                        <p:attrNameLst>
                                          <p:attrName>style.visibility</p:attrName>
                                        </p:attrNameLst>
                                      </p:cBhvr>
                                      <p:to>
                                        <p:strVal val="visible"/>
                                      </p:to>
                                    </p:set>
                                    <p:anim calcmode="lin" valueType="num">
                                      <p:cBhvr>
                                        <p:cTn id="89" dur="450" fill="hold"/>
                                        <p:tgtEl>
                                          <p:spTgt spid="22"/>
                                        </p:tgtEl>
                                        <p:attrNameLst>
                                          <p:attrName>ppt_w</p:attrName>
                                        </p:attrNameLst>
                                      </p:cBhvr>
                                      <p:tavLst>
                                        <p:tav tm="0">
                                          <p:val>
                                            <p:fltVal val="0"/>
                                          </p:val>
                                        </p:tav>
                                        <p:tav tm="100000">
                                          <p:val>
                                            <p:strVal val="#ppt_w"/>
                                          </p:val>
                                        </p:tav>
                                      </p:tavLst>
                                    </p:anim>
                                    <p:anim calcmode="lin" valueType="num">
                                      <p:cBhvr>
                                        <p:cTn id="90" dur="450" fill="hold"/>
                                        <p:tgtEl>
                                          <p:spTgt spid="22"/>
                                        </p:tgtEl>
                                        <p:attrNameLst>
                                          <p:attrName>ppt_h</p:attrName>
                                        </p:attrNameLst>
                                      </p:cBhvr>
                                      <p:tavLst>
                                        <p:tav tm="0">
                                          <p:val>
                                            <p:fltVal val="0"/>
                                          </p:val>
                                        </p:tav>
                                        <p:tav tm="100000">
                                          <p:val>
                                            <p:strVal val="#ppt_h"/>
                                          </p:val>
                                        </p:tav>
                                      </p:tavLst>
                                    </p:anim>
                                    <p:animEffect transition="in" filter="fade">
                                      <p:cBhvr>
                                        <p:cTn id="91" dur="450"/>
                                        <p:tgtEl>
                                          <p:spTgt spid="22"/>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23"/>
                                        </p:tgtEl>
                                        <p:attrNameLst>
                                          <p:attrName>style.visibility</p:attrName>
                                        </p:attrNameLst>
                                      </p:cBhvr>
                                      <p:to>
                                        <p:strVal val="visible"/>
                                      </p:to>
                                    </p:set>
                                    <p:anim calcmode="lin" valueType="num">
                                      <p:cBhvr>
                                        <p:cTn id="94" dur="450" fill="hold"/>
                                        <p:tgtEl>
                                          <p:spTgt spid="23"/>
                                        </p:tgtEl>
                                        <p:attrNameLst>
                                          <p:attrName>ppt_w</p:attrName>
                                        </p:attrNameLst>
                                      </p:cBhvr>
                                      <p:tavLst>
                                        <p:tav tm="0">
                                          <p:val>
                                            <p:fltVal val="0"/>
                                          </p:val>
                                        </p:tav>
                                        <p:tav tm="100000">
                                          <p:val>
                                            <p:strVal val="#ppt_w"/>
                                          </p:val>
                                        </p:tav>
                                      </p:tavLst>
                                    </p:anim>
                                    <p:anim calcmode="lin" valueType="num">
                                      <p:cBhvr>
                                        <p:cTn id="95" dur="450" fill="hold"/>
                                        <p:tgtEl>
                                          <p:spTgt spid="23"/>
                                        </p:tgtEl>
                                        <p:attrNameLst>
                                          <p:attrName>ppt_h</p:attrName>
                                        </p:attrNameLst>
                                      </p:cBhvr>
                                      <p:tavLst>
                                        <p:tav tm="0">
                                          <p:val>
                                            <p:fltVal val="0"/>
                                          </p:val>
                                        </p:tav>
                                        <p:tav tm="100000">
                                          <p:val>
                                            <p:strVal val="#ppt_h"/>
                                          </p:val>
                                        </p:tav>
                                      </p:tavLst>
                                    </p:anim>
                                    <p:animEffect transition="in" filter="fade">
                                      <p:cBhvr>
                                        <p:cTn id="96" dur="450"/>
                                        <p:tgtEl>
                                          <p:spTgt spid="23"/>
                                        </p:tgtEl>
                                      </p:cBhvr>
                                    </p:animEffect>
                                  </p:childTnLst>
                                </p:cTn>
                              </p:par>
                              <p:par>
                                <p:cTn id="97" presetID="42" presetClass="entr" presetSubtype="0" fill="hold" grpId="0" nodeType="withEffect">
                                  <p:stCondLst>
                                    <p:cond delay="0"/>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600"/>
                                        <p:tgtEl>
                                          <p:spTgt spid="24"/>
                                        </p:tgtEl>
                                      </p:cBhvr>
                                    </p:animEffect>
                                    <p:anim calcmode="lin" valueType="num">
                                      <p:cBhvr additive="base">
                                        <p:cTn id="100" dur="600" fill="hold"/>
                                        <p:tgtEl>
                                          <p:spTgt spid="24"/>
                                        </p:tgtEl>
                                        <p:attrNameLst>
                                          <p:attrName>ppt_x</p:attrName>
                                        </p:attrNameLst>
                                      </p:cBhvr>
                                      <p:tavLst>
                                        <p:tav tm="0">
                                          <p:val>
                                            <p:strVal val="#ppt_x"/>
                                          </p:val>
                                        </p:tav>
                                        <p:tav tm="100000">
                                          <p:val>
                                            <p:strVal val="#ppt_x"/>
                                          </p:val>
                                        </p:tav>
                                      </p:tavLst>
                                    </p:anim>
                                    <p:anim calcmode="lin" valueType="num">
                                      <p:cBhvr additive="base">
                                        <p:cTn id="101" dur="600" fill="hold"/>
                                        <p:tgtEl>
                                          <p:spTgt spid="24"/>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5"/>
                                        </p:tgtEl>
                                        <p:attrNameLst>
                                          <p:attrName>style.visibility</p:attrName>
                                        </p:attrNameLst>
                                      </p:cBhvr>
                                      <p:to>
                                        <p:strVal val="visible"/>
                                      </p:to>
                                    </p:set>
                                    <p:animEffect transition="in" filter="fade">
                                      <p:cBhvr>
                                        <p:cTn id="104" dur="600"/>
                                        <p:tgtEl>
                                          <p:spTgt spid="25"/>
                                        </p:tgtEl>
                                      </p:cBhvr>
                                    </p:animEffect>
                                    <p:anim calcmode="lin" valueType="num">
                                      <p:cBhvr additive="base">
                                        <p:cTn id="105" dur="600" fill="hold"/>
                                        <p:tgtEl>
                                          <p:spTgt spid="25"/>
                                        </p:tgtEl>
                                        <p:attrNameLst>
                                          <p:attrName>ppt_x</p:attrName>
                                        </p:attrNameLst>
                                      </p:cBhvr>
                                      <p:tavLst>
                                        <p:tav tm="0">
                                          <p:val>
                                            <p:strVal val="#ppt_x"/>
                                          </p:val>
                                        </p:tav>
                                        <p:tav tm="100000">
                                          <p:val>
                                            <p:strVal val="#ppt_x"/>
                                          </p:val>
                                        </p:tav>
                                      </p:tavLst>
                                    </p:anim>
                                    <p:anim calcmode="lin" valueType="num">
                                      <p:cBhvr additive="base">
                                        <p:cTn id="106" dur="600" fill="hold"/>
                                        <p:tgtEl>
                                          <p:spTgt spid="25"/>
                                        </p:tgtEl>
                                        <p:attrNameLst>
                                          <p:attrName>ppt_y</p:attrName>
                                        </p:attrNameLst>
                                      </p:cBhvr>
                                      <p:tavLst>
                                        <p:tav tm="0">
                                          <p:val>
                                            <p:strVal val="#ppt_y+.1"/>
                                          </p:val>
                                        </p:tav>
                                        <p:tav tm="100000">
                                          <p:val>
                                            <p:strVal val="#ppt_y"/>
                                          </p:val>
                                        </p:tav>
                                      </p:tavLst>
                                    </p:anim>
                                  </p:childTnLst>
                                </p:cTn>
                              </p:par>
                            </p:childTnLst>
                          </p:cTn>
                        </p:par>
                        <p:par>
                          <p:cTn id="128" fill="hold">
                            <p:stCondLst>
                              <p:cond delay="4200"/>
                            </p:stCondLst>
                            <p:childTnLst>
                              <p:par>
                                <p:cTn id="108" presetID="53" presetClass="entr" presetSubtype="16" fill="hold" grpId="0" nodeType="afterEffect">
                                  <p:stCondLst>
                                    <p:cond delay="0"/>
                                  </p:stCondLst>
                                  <p:childTnLst>
                                    <p:set>
                                      <p:cBhvr>
                                        <p:cTn id="109" dur="1" fill="hold">
                                          <p:stCondLst>
                                            <p:cond delay="0"/>
                                          </p:stCondLst>
                                        </p:cTn>
                                        <p:tgtEl>
                                          <p:spTgt spid="26"/>
                                        </p:tgtEl>
                                        <p:attrNameLst>
                                          <p:attrName>style.visibility</p:attrName>
                                        </p:attrNameLst>
                                      </p:cBhvr>
                                      <p:to>
                                        <p:strVal val="visible"/>
                                      </p:to>
                                    </p:set>
                                    <p:anim calcmode="lin" valueType="num">
                                      <p:cBhvr>
                                        <p:cTn id="110" dur="450" fill="hold"/>
                                        <p:tgtEl>
                                          <p:spTgt spid="26"/>
                                        </p:tgtEl>
                                        <p:attrNameLst>
                                          <p:attrName>ppt_w</p:attrName>
                                        </p:attrNameLst>
                                      </p:cBhvr>
                                      <p:tavLst>
                                        <p:tav tm="0">
                                          <p:val>
                                            <p:fltVal val="0"/>
                                          </p:val>
                                        </p:tav>
                                        <p:tav tm="100000">
                                          <p:val>
                                            <p:strVal val="#ppt_w"/>
                                          </p:val>
                                        </p:tav>
                                      </p:tavLst>
                                    </p:anim>
                                    <p:anim calcmode="lin" valueType="num">
                                      <p:cBhvr>
                                        <p:cTn id="111" dur="450" fill="hold"/>
                                        <p:tgtEl>
                                          <p:spTgt spid="26"/>
                                        </p:tgtEl>
                                        <p:attrNameLst>
                                          <p:attrName>ppt_h</p:attrName>
                                        </p:attrNameLst>
                                      </p:cBhvr>
                                      <p:tavLst>
                                        <p:tav tm="0">
                                          <p:val>
                                            <p:fltVal val="0"/>
                                          </p:val>
                                        </p:tav>
                                        <p:tav tm="100000">
                                          <p:val>
                                            <p:strVal val="#ppt_h"/>
                                          </p:val>
                                        </p:tav>
                                      </p:tavLst>
                                    </p:anim>
                                    <p:animEffect transition="in" filter="fade">
                                      <p:cBhvr>
                                        <p:cTn id="112" dur="450"/>
                                        <p:tgtEl>
                                          <p:spTgt spid="26"/>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27"/>
                                        </p:tgtEl>
                                        <p:attrNameLst>
                                          <p:attrName>style.visibility</p:attrName>
                                        </p:attrNameLst>
                                      </p:cBhvr>
                                      <p:to>
                                        <p:strVal val="visible"/>
                                      </p:to>
                                    </p:set>
                                    <p:anim calcmode="lin" valueType="num">
                                      <p:cBhvr>
                                        <p:cTn id="115" dur="450" fill="hold"/>
                                        <p:tgtEl>
                                          <p:spTgt spid="27"/>
                                        </p:tgtEl>
                                        <p:attrNameLst>
                                          <p:attrName>ppt_w</p:attrName>
                                        </p:attrNameLst>
                                      </p:cBhvr>
                                      <p:tavLst>
                                        <p:tav tm="0">
                                          <p:val>
                                            <p:fltVal val="0"/>
                                          </p:val>
                                        </p:tav>
                                        <p:tav tm="100000">
                                          <p:val>
                                            <p:strVal val="#ppt_w"/>
                                          </p:val>
                                        </p:tav>
                                      </p:tavLst>
                                    </p:anim>
                                    <p:anim calcmode="lin" valueType="num">
                                      <p:cBhvr>
                                        <p:cTn id="116" dur="450" fill="hold"/>
                                        <p:tgtEl>
                                          <p:spTgt spid="27"/>
                                        </p:tgtEl>
                                        <p:attrNameLst>
                                          <p:attrName>ppt_h</p:attrName>
                                        </p:attrNameLst>
                                      </p:cBhvr>
                                      <p:tavLst>
                                        <p:tav tm="0">
                                          <p:val>
                                            <p:fltVal val="0"/>
                                          </p:val>
                                        </p:tav>
                                        <p:tav tm="100000">
                                          <p:val>
                                            <p:strVal val="#ppt_h"/>
                                          </p:val>
                                        </p:tav>
                                      </p:tavLst>
                                    </p:anim>
                                    <p:animEffect transition="in" filter="fade">
                                      <p:cBhvr>
                                        <p:cTn id="117" dur="450"/>
                                        <p:tgtEl>
                                          <p:spTgt spid="27"/>
                                        </p:tgtEl>
                                      </p:cBhvr>
                                    </p:animEffect>
                                  </p:childTnLst>
                                </p:cTn>
                              </p:par>
                              <p:par>
                                <p:cTn id="118" presetID="42" presetClass="entr" presetSubtype="0" fill="hold" grpId="0" nodeType="withEffect">
                                  <p:stCondLst>
                                    <p:cond delay="0"/>
                                  </p:stCondLst>
                                  <p:childTnLst>
                                    <p:set>
                                      <p:cBhvr>
                                        <p:cTn id="119" dur="1" fill="hold">
                                          <p:stCondLst>
                                            <p:cond delay="0"/>
                                          </p:stCondLst>
                                        </p:cTn>
                                        <p:tgtEl>
                                          <p:spTgt spid="28"/>
                                        </p:tgtEl>
                                        <p:attrNameLst>
                                          <p:attrName>style.visibility</p:attrName>
                                        </p:attrNameLst>
                                      </p:cBhvr>
                                      <p:to>
                                        <p:strVal val="visible"/>
                                      </p:to>
                                    </p:set>
                                    <p:animEffect transition="in" filter="fade">
                                      <p:cBhvr>
                                        <p:cTn id="120" dur="600"/>
                                        <p:tgtEl>
                                          <p:spTgt spid="28"/>
                                        </p:tgtEl>
                                      </p:cBhvr>
                                    </p:animEffect>
                                    <p:anim calcmode="lin" valueType="num">
                                      <p:cBhvr additive="base">
                                        <p:cTn id="121" dur="600" fill="hold"/>
                                        <p:tgtEl>
                                          <p:spTgt spid="28"/>
                                        </p:tgtEl>
                                        <p:attrNameLst>
                                          <p:attrName>ppt_x</p:attrName>
                                        </p:attrNameLst>
                                      </p:cBhvr>
                                      <p:tavLst>
                                        <p:tav tm="0">
                                          <p:val>
                                            <p:strVal val="#ppt_x"/>
                                          </p:val>
                                        </p:tav>
                                        <p:tav tm="100000">
                                          <p:val>
                                            <p:strVal val="#ppt_x"/>
                                          </p:val>
                                        </p:tav>
                                      </p:tavLst>
                                    </p:anim>
                                    <p:anim calcmode="lin" valueType="num">
                                      <p:cBhvr additive="base">
                                        <p:cTn id="122" dur="600" fill="hold"/>
                                        <p:tgtEl>
                                          <p:spTgt spid="28"/>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29"/>
                                        </p:tgtEl>
                                        <p:attrNameLst>
                                          <p:attrName>style.visibility</p:attrName>
                                        </p:attrNameLst>
                                      </p:cBhvr>
                                      <p:to>
                                        <p:strVal val="visible"/>
                                      </p:to>
                                    </p:set>
                                    <p:animEffect transition="in" filter="fade">
                                      <p:cBhvr>
                                        <p:cTn id="125" dur="600"/>
                                        <p:tgtEl>
                                          <p:spTgt spid="29"/>
                                        </p:tgtEl>
                                      </p:cBhvr>
                                    </p:animEffect>
                                    <p:anim calcmode="lin" valueType="num">
                                      <p:cBhvr additive="base">
                                        <p:cTn id="126" dur="600" fill="hold"/>
                                        <p:tgtEl>
                                          <p:spTgt spid="29"/>
                                        </p:tgtEl>
                                        <p:attrNameLst>
                                          <p:attrName>ppt_x</p:attrName>
                                        </p:attrNameLst>
                                      </p:cBhvr>
                                      <p:tavLst>
                                        <p:tav tm="0">
                                          <p:val>
                                            <p:strVal val="#ppt_x"/>
                                          </p:val>
                                        </p:tav>
                                        <p:tav tm="100000">
                                          <p:val>
                                            <p:strVal val="#ppt_x"/>
                                          </p:val>
                                        </p:tav>
                                      </p:tavLst>
                                    </p:anim>
                                    <p:anim calcmode="lin" valueType="num">
                                      <p:cBhvr additive="base">
                                        <p:cTn id="127" dur="600" fill="hold"/>
                                        <p:tgtEl>
                                          <p:spTgt spid="29"/>
                                        </p:tgtEl>
                                        <p:attrNameLst>
                                          <p:attrName>ppt_y</p:attrName>
                                        </p:attrNameLst>
                                      </p:cBhvr>
                                      <p:tavLst>
                                        <p:tav tm="0">
                                          <p:val>
                                            <p:strVal val="#ppt_y+.1"/>
                                          </p:val>
                                        </p:tav>
                                        <p:tav tm="100000">
                                          <p:val>
                                            <p:strVal val="#ppt_y"/>
                                          </p:val>
                                        </p:tav>
                                      </p:tavLst>
                                    </p:anim>
                                  </p:childTnLst>
                                </p:cTn>
                              </p:par>
                            </p:childTnLst>
                          </p:cTn>
                        </p:par>
                        <p:par>
                          <p:cTn id="149" fill="hold">
                            <p:stCondLst>
                              <p:cond delay="4800"/>
                            </p:stCondLst>
                            <p:childTnLst>
                              <p:par>
                                <p:cTn id="129" presetID="53" presetClass="entr" presetSubtype="16" fill="hold" grpId="0" nodeType="afterEffect">
                                  <p:stCondLst>
                                    <p:cond delay="0"/>
                                  </p:stCondLst>
                                  <p:childTnLst>
                                    <p:set>
                                      <p:cBhvr>
                                        <p:cTn id="130" dur="1" fill="hold">
                                          <p:stCondLst>
                                            <p:cond delay="0"/>
                                          </p:stCondLst>
                                        </p:cTn>
                                        <p:tgtEl>
                                          <p:spTgt spid="30"/>
                                        </p:tgtEl>
                                        <p:attrNameLst>
                                          <p:attrName>style.visibility</p:attrName>
                                        </p:attrNameLst>
                                      </p:cBhvr>
                                      <p:to>
                                        <p:strVal val="visible"/>
                                      </p:to>
                                    </p:set>
                                    <p:anim calcmode="lin" valueType="num">
                                      <p:cBhvr>
                                        <p:cTn id="131" dur="450" fill="hold"/>
                                        <p:tgtEl>
                                          <p:spTgt spid="30"/>
                                        </p:tgtEl>
                                        <p:attrNameLst>
                                          <p:attrName>ppt_w</p:attrName>
                                        </p:attrNameLst>
                                      </p:cBhvr>
                                      <p:tavLst>
                                        <p:tav tm="0">
                                          <p:val>
                                            <p:fltVal val="0"/>
                                          </p:val>
                                        </p:tav>
                                        <p:tav tm="100000">
                                          <p:val>
                                            <p:strVal val="#ppt_w"/>
                                          </p:val>
                                        </p:tav>
                                      </p:tavLst>
                                    </p:anim>
                                    <p:anim calcmode="lin" valueType="num">
                                      <p:cBhvr>
                                        <p:cTn id="132" dur="450" fill="hold"/>
                                        <p:tgtEl>
                                          <p:spTgt spid="30"/>
                                        </p:tgtEl>
                                        <p:attrNameLst>
                                          <p:attrName>ppt_h</p:attrName>
                                        </p:attrNameLst>
                                      </p:cBhvr>
                                      <p:tavLst>
                                        <p:tav tm="0">
                                          <p:val>
                                            <p:fltVal val="0"/>
                                          </p:val>
                                        </p:tav>
                                        <p:tav tm="100000">
                                          <p:val>
                                            <p:strVal val="#ppt_h"/>
                                          </p:val>
                                        </p:tav>
                                      </p:tavLst>
                                    </p:anim>
                                    <p:animEffect transition="in" filter="fade">
                                      <p:cBhvr>
                                        <p:cTn id="133" dur="450"/>
                                        <p:tgtEl>
                                          <p:spTgt spid="30"/>
                                        </p:tgtEl>
                                      </p:cBhvr>
                                    </p:animEffect>
                                  </p:childTnLst>
                                </p:cTn>
                              </p:par>
                              <p:par>
                                <p:cTn id="134" presetID="53" presetClass="entr" presetSubtype="16" fill="hold" grpId="0" nodeType="withEffect">
                                  <p:stCondLst>
                                    <p:cond delay="0"/>
                                  </p:stCondLst>
                                  <p:childTnLst>
                                    <p:set>
                                      <p:cBhvr>
                                        <p:cTn id="135" dur="1" fill="hold">
                                          <p:stCondLst>
                                            <p:cond delay="0"/>
                                          </p:stCondLst>
                                        </p:cTn>
                                        <p:tgtEl>
                                          <p:spTgt spid="31"/>
                                        </p:tgtEl>
                                        <p:attrNameLst>
                                          <p:attrName>style.visibility</p:attrName>
                                        </p:attrNameLst>
                                      </p:cBhvr>
                                      <p:to>
                                        <p:strVal val="visible"/>
                                      </p:to>
                                    </p:set>
                                    <p:anim calcmode="lin" valueType="num">
                                      <p:cBhvr>
                                        <p:cTn id="136" dur="450" fill="hold"/>
                                        <p:tgtEl>
                                          <p:spTgt spid="31"/>
                                        </p:tgtEl>
                                        <p:attrNameLst>
                                          <p:attrName>ppt_w</p:attrName>
                                        </p:attrNameLst>
                                      </p:cBhvr>
                                      <p:tavLst>
                                        <p:tav tm="0">
                                          <p:val>
                                            <p:fltVal val="0"/>
                                          </p:val>
                                        </p:tav>
                                        <p:tav tm="100000">
                                          <p:val>
                                            <p:strVal val="#ppt_w"/>
                                          </p:val>
                                        </p:tav>
                                      </p:tavLst>
                                    </p:anim>
                                    <p:anim calcmode="lin" valueType="num">
                                      <p:cBhvr>
                                        <p:cTn id="137" dur="450" fill="hold"/>
                                        <p:tgtEl>
                                          <p:spTgt spid="31"/>
                                        </p:tgtEl>
                                        <p:attrNameLst>
                                          <p:attrName>ppt_h</p:attrName>
                                        </p:attrNameLst>
                                      </p:cBhvr>
                                      <p:tavLst>
                                        <p:tav tm="0">
                                          <p:val>
                                            <p:fltVal val="0"/>
                                          </p:val>
                                        </p:tav>
                                        <p:tav tm="100000">
                                          <p:val>
                                            <p:strVal val="#ppt_h"/>
                                          </p:val>
                                        </p:tav>
                                      </p:tavLst>
                                    </p:anim>
                                    <p:animEffect transition="in" filter="fade">
                                      <p:cBhvr>
                                        <p:cTn id="138" dur="450"/>
                                        <p:tgtEl>
                                          <p:spTgt spid="31"/>
                                        </p:tgtEl>
                                      </p:cBhvr>
                                    </p:animEffect>
                                  </p:childTnLst>
                                </p:cTn>
                              </p:par>
                              <p:par>
                                <p:cTn id="139" presetID="42" presetClass="entr" presetSubtype="0" fill="hold" grpId="0" nodeType="withEffect">
                                  <p:stCondLst>
                                    <p:cond delay="0"/>
                                  </p:stCondLst>
                                  <p:childTnLst>
                                    <p:set>
                                      <p:cBhvr>
                                        <p:cTn id="140" dur="1" fill="hold">
                                          <p:stCondLst>
                                            <p:cond delay="0"/>
                                          </p:stCondLst>
                                        </p:cTn>
                                        <p:tgtEl>
                                          <p:spTgt spid="32"/>
                                        </p:tgtEl>
                                        <p:attrNameLst>
                                          <p:attrName>style.visibility</p:attrName>
                                        </p:attrNameLst>
                                      </p:cBhvr>
                                      <p:to>
                                        <p:strVal val="visible"/>
                                      </p:to>
                                    </p:set>
                                    <p:animEffect transition="in" filter="fade">
                                      <p:cBhvr>
                                        <p:cTn id="141" dur="600"/>
                                        <p:tgtEl>
                                          <p:spTgt spid="32"/>
                                        </p:tgtEl>
                                      </p:cBhvr>
                                    </p:animEffect>
                                    <p:anim calcmode="lin" valueType="num">
                                      <p:cBhvr additive="base">
                                        <p:cTn id="142" dur="600" fill="hold"/>
                                        <p:tgtEl>
                                          <p:spTgt spid="32"/>
                                        </p:tgtEl>
                                        <p:attrNameLst>
                                          <p:attrName>ppt_x</p:attrName>
                                        </p:attrNameLst>
                                      </p:cBhvr>
                                      <p:tavLst>
                                        <p:tav tm="0">
                                          <p:val>
                                            <p:strVal val="#ppt_x"/>
                                          </p:val>
                                        </p:tav>
                                        <p:tav tm="100000">
                                          <p:val>
                                            <p:strVal val="#ppt_x"/>
                                          </p:val>
                                        </p:tav>
                                      </p:tavLst>
                                    </p:anim>
                                    <p:anim calcmode="lin" valueType="num">
                                      <p:cBhvr additive="base">
                                        <p:cTn id="143" dur="600" fill="hold"/>
                                        <p:tgtEl>
                                          <p:spTgt spid="32"/>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33"/>
                                        </p:tgtEl>
                                        <p:attrNameLst>
                                          <p:attrName>style.visibility</p:attrName>
                                        </p:attrNameLst>
                                      </p:cBhvr>
                                      <p:to>
                                        <p:strVal val="visible"/>
                                      </p:to>
                                    </p:set>
                                    <p:animEffect transition="in" filter="fade">
                                      <p:cBhvr>
                                        <p:cTn id="146" dur="600"/>
                                        <p:tgtEl>
                                          <p:spTgt spid="33"/>
                                        </p:tgtEl>
                                      </p:cBhvr>
                                    </p:animEffect>
                                    <p:anim calcmode="lin" valueType="num">
                                      <p:cBhvr additive="base">
                                        <p:cTn id="147" dur="600" fill="hold"/>
                                        <p:tgtEl>
                                          <p:spTgt spid="33"/>
                                        </p:tgtEl>
                                        <p:attrNameLst>
                                          <p:attrName>ppt_x</p:attrName>
                                        </p:attrNameLst>
                                      </p:cBhvr>
                                      <p:tavLst>
                                        <p:tav tm="0">
                                          <p:val>
                                            <p:strVal val="#ppt_x"/>
                                          </p:val>
                                        </p:tav>
                                        <p:tav tm="100000">
                                          <p:val>
                                            <p:strVal val="#ppt_x"/>
                                          </p:val>
                                        </p:tav>
                                      </p:tavLst>
                                    </p:anim>
                                    <p:anim calcmode="lin" valueType="num">
                                      <p:cBhvr additive="base">
                                        <p:cTn id="148" dur="600" fill="hold"/>
                                        <p:tgtEl>
                                          <p:spTgt spid="33"/>
                                        </p:tgtEl>
                                        <p:attrNameLst>
                                          <p:attrName>ppt_y</p:attrName>
                                        </p:attrNameLst>
                                      </p:cBhvr>
                                      <p:tavLst>
                                        <p:tav tm="0">
                                          <p:val>
                                            <p:strVal val="#ppt_y+.1"/>
                                          </p:val>
                                        </p:tav>
                                        <p:tav tm="100000">
                                          <p:val>
                                            <p:strVal val="#ppt_y"/>
                                          </p:val>
                                        </p:tav>
                                      </p:tavLst>
                                    </p:anim>
                                  </p:childTnLst>
                                </p:cTn>
                              </p:par>
                            </p:childTnLst>
                          </p:cTn>
                        </p:par>
                        <p:par>
                          <p:cTn id="170" fill="hold">
                            <p:stCondLst>
                              <p:cond delay="5400"/>
                            </p:stCondLst>
                            <p:childTnLst>
                              <p:par>
                                <p:cTn id="150" presetID="53" presetClass="entr" presetSubtype="16" fill="hold" grpId="0" nodeType="afterEffect">
                                  <p:stCondLst>
                                    <p:cond delay="0"/>
                                  </p:stCondLst>
                                  <p:childTnLst>
                                    <p:set>
                                      <p:cBhvr>
                                        <p:cTn id="151" dur="1" fill="hold">
                                          <p:stCondLst>
                                            <p:cond delay="0"/>
                                          </p:stCondLst>
                                        </p:cTn>
                                        <p:tgtEl>
                                          <p:spTgt spid="34"/>
                                        </p:tgtEl>
                                        <p:attrNameLst>
                                          <p:attrName>style.visibility</p:attrName>
                                        </p:attrNameLst>
                                      </p:cBhvr>
                                      <p:to>
                                        <p:strVal val="visible"/>
                                      </p:to>
                                    </p:set>
                                    <p:anim calcmode="lin" valueType="num">
                                      <p:cBhvr>
                                        <p:cTn id="152" dur="450" fill="hold"/>
                                        <p:tgtEl>
                                          <p:spTgt spid="34"/>
                                        </p:tgtEl>
                                        <p:attrNameLst>
                                          <p:attrName>ppt_w</p:attrName>
                                        </p:attrNameLst>
                                      </p:cBhvr>
                                      <p:tavLst>
                                        <p:tav tm="0">
                                          <p:val>
                                            <p:fltVal val="0"/>
                                          </p:val>
                                        </p:tav>
                                        <p:tav tm="100000">
                                          <p:val>
                                            <p:strVal val="#ppt_w"/>
                                          </p:val>
                                        </p:tav>
                                      </p:tavLst>
                                    </p:anim>
                                    <p:anim calcmode="lin" valueType="num">
                                      <p:cBhvr>
                                        <p:cTn id="153" dur="450" fill="hold"/>
                                        <p:tgtEl>
                                          <p:spTgt spid="34"/>
                                        </p:tgtEl>
                                        <p:attrNameLst>
                                          <p:attrName>ppt_h</p:attrName>
                                        </p:attrNameLst>
                                      </p:cBhvr>
                                      <p:tavLst>
                                        <p:tav tm="0">
                                          <p:val>
                                            <p:fltVal val="0"/>
                                          </p:val>
                                        </p:tav>
                                        <p:tav tm="100000">
                                          <p:val>
                                            <p:strVal val="#ppt_h"/>
                                          </p:val>
                                        </p:tav>
                                      </p:tavLst>
                                    </p:anim>
                                    <p:animEffect transition="in" filter="fade">
                                      <p:cBhvr>
                                        <p:cTn id="154" dur="450"/>
                                        <p:tgtEl>
                                          <p:spTgt spid="34"/>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35"/>
                                        </p:tgtEl>
                                        <p:attrNameLst>
                                          <p:attrName>style.visibility</p:attrName>
                                        </p:attrNameLst>
                                      </p:cBhvr>
                                      <p:to>
                                        <p:strVal val="visible"/>
                                      </p:to>
                                    </p:set>
                                    <p:anim calcmode="lin" valueType="num">
                                      <p:cBhvr>
                                        <p:cTn id="157" dur="450" fill="hold"/>
                                        <p:tgtEl>
                                          <p:spTgt spid="35"/>
                                        </p:tgtEl>
                                        <p:attrNameLst>
                                          <p:attrName>ppt_w</p:attrName>
                                        </p:attrNameLst>
                                      </p:cBhvr>
                                      <p:tavLst>
                                        <p:tav tm="0">
                                          <p:val>
                                            <p:fltVal val="0"/>
                                          </p:val>
                                        </p:tav>
                                        <p:tav tm="100000">
                                          <p:val>
                                            <p:strVal val="#ppt_w"/>
                                          </p:val>
                                        </p:tav>
                                      </p:tavLst>
                                    </p:anim>
                                    <p:anim calcmode="lin" valueType="num">
                                      <p:cBhvr>
                                        <p:cTn id="158" dur="450" fill="hold"/>
                                        <p:tgtEl>
                                          <p:spTgt spid="35"/>
                                        </p:tgtEl>
                                        <p:attrNameLst>
                                          <p:attrName>ppt_h</p:attrName>
                                        </p:attrNameLst>
                                      </p:cBhvr>
                                      <p:tavLst>
                                        <p:tav tm="0">
                                          <p:val>
                                            <p:fltVal val="0"/>
                                          </p:val>
                                        </p:tav>
                                        <p:tav tm="100000">
                                          <p:val>
                                            <p:strVal val="#ppt_h"/>
                                          </p:val>
                                        </p:tav>
                                      </p:tavLst>
                                    </p:anim>
                                    <p:animEffect transition="in" filter="fade">
                                      <p:cBhvr>
                                        <p:cTn id="159" dur="450"/>
                                        <p:tgtEl>
                                          <p:spTgt spid="35"/>
                                        </p:tgtEl>
                                      </p:cBhvr>
                                    </p:animEffect>
                                  </p:childTnLst>
                                </p:cTn>
                              </p:par>
                              <p:par>
                                <p:cTn id="160" presetID="42" presetClass="entr" presetSubtype="0" fill="hold" grpId="0" nodeType="withEffect">
                                  <p:stCondLst>
                                    <p:cond delay="0"/>
                                  </p:stCondLst>
                                  <p:childTnLst>
                                    <p:set>
                                      <p:cBhvr>
                                        <p:cTn id="161" dur="1" fill="hold">
                                          <p:stCondLst>
                                            <p:cond delay="0"/>
                                          </p:stCondLst>
                                        </p:cTn>
                                        <p:tgtEl>
                                          <p:spTgt spid="36"/>
                                        </p:tgtEl>
                                        <p:attrNameLst>
                                          <p:attrName>style.visibility</p:attrName>
                                        </p:attrNameLst>
                                      </p:cBhvr>
                                      <p:to>
                                        <p:strVal val="visible"/>
                                      </p:to>
                                    </p:set>
                                    <p:animEffect transition="in" filter="fade">
                                      <p:cBhvr>
                                        <p:cTn id="162" dur="600"/>
                                        <p:tgtEl>
                                          <p:spTgt spid="36"/>
                                        </p:tgtEl>
                                      </p:cBhvr>
                                    </p:animEffect>
                                    <p:anim calcmode="lin" valueType="num">
                                      <p:cBhvr additive="base">
                                        <p:cTn id="163" dur="600" fill="hold"/>
                                        <p:tgtEl>
                                          <p:spTgt spid="36"/>
                                        </p:tgtEl>
                                        <p:attrNameLst>
                                          <p:attrName>ppt_x</p:attrName>
                                        </p:attrNameLst>
                                      </p:cBhvr>
                                      <p:tavLst>
                                        <p:tav tm="0">
                                          <p:val>
                                            <p:strVal val="#ppt_x"/>
                                          </p:val>
                                        </p:tav>
                                        <p:tav tm="100000">
                                          <p:val>
                                            <p:strVal val="#ppt_x"/>
                                          </p:val>
                                        </p:tav>
                                      </p:tavLst>
                                    </p:anim>
                                    <p:anim calcmode="lin" valueType="num">
                                      <p:cBhvr additive="base">
                                        <p:cTn id="164" dur="600" fill="hold"/>
                                        <p:tgtEl>
                                          <p:spTgt spid="36"/>
                                        </p:tgtEl>
                                        <p:attrNameLst>
                                          <p:attrName>ppt_y</p:attrName>
                                        </p:attrNameLst>
                                      </p:cBhvr>
                                      <p:tavLst>
                                        <p:tav tm="0">
                                          <p:val>
                                            <p:strVal val="#ppt_y+.1"/>
                                          </p:val>
                                        </p:tav>
                                        <p:tav tm="100000">
                                          <p:val>
                                            <p:strVal val="#ppt_y"/>
                                          </p:val>
                                        </p:tav>
                                      </p:tavLst>
                                    </p:anim>
                                  </p:childTnLst>
                                </p:cTn>
                              </p:par>
                              <p:par>
                                <p:cTn id="165" presetID="42" presetClass="entr" presetSubtype="0" fill="hold" grpId="0" nodeType="withEffect">
                                  <p:stCondLst>
                                    <p:cond delay="0"/>
                                  </p:stCondLst>
                                  <p:childTnLst>
                                    <p:set>
                                      <p:cBhvr>
                                        <p:cTn id="166" dur="1" fill="hold">
                                          <p:stCondLst>
                                            <p:cond delay="0"/>
                                          </p:stCondLst>
                                        </p:cTn>
                                        <p:tgtEl>
                                          <p:spTgt spid="37"/>
                                        </p:tgtEl>
                                        <p:attrNameLst>
                                          <p:attrName>style.visibility</p:attrName>
                                        </p:attrNameLst>
                                      </p:cBhvr>
                                      <p:to>
                                        <p:strVal val="visible"/>
                                      </p:to>
                                    </p:set>
                                    <p:animEffect transition="in" filter="fade">
                                      <p:cBhvr>
                                        <p:cTn id="167" dur="600"/>
                                        <p:tgtEl>
                                          <p:spTgt spid="37"/>
                                        </p:tgtEl>
                                      </p:cBhvr>
                                    </p:animEffect>
                                    <p:anim calcmode="lin" valueType="num">
                                      <p:cBhvr additive="base">
                                        <p:cTn id="168" dur="600" fill="hold"/>
                                        <p:tgtEl>
                                          <p:spTgt spid="37"/>
                                        </p:tgtEl>
                                        <p:attrNameLst>
                                          <p:attrName>ppt_x</p:attrName>
                                        </p:attrNameLst>
                                      </p:cBhvr>
                                      <p:tavLst>
                                        <p:tav tm="0">
                                          <p:val>
                                            <p:strVal val="#ppt_x"/>
                                          </p:val>
                                        </p:tav>
                                        <p:tav tm="100000">
                                          <p:val>
                                            <p:strVal val="#ppt_x"/>
                                          </p:val>
                                        </p:tav>
                                      </p:tavLst>
                                    </p:anim>
                                    <p:anim calcmode="lin" valueType="num">
                                      <p:cBhvr additive="base">
                                        <p:cTn id="169" dur="6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26" grpId="0" animBg="1"/>
      <p:bldP spid="28" grpId="0" animBg="1"/>
      <p:bldP spid="29" grpId="0" animBg="1"/>
      <p:bldP spid="30" grpId="0" animBg="1"/>
      <p:bldP spid="32" grpId="0" animBg="1"/>
      <p:bldP spid="33" grpId="0" animBg="1"/>
      <p:bldP spid="34" grpId="0" animBg="1"/>
      <p:bldP spid="36" grpId="0" animBg="1"/>
      <p:bldP spid="3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9</a:t>
            </a:r>
            <a:endParaRPr lang="en-US" sz="800" dirty="0"/>
          </a:p>
        </p:txBody>
      </p:sp>
      <p:sp>
        <p:nvSpPr>
          <p:cNvPr id="4" name="a1f_209"/>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03 · L'APPLICATION MOBILE</a:t>
            </a:r>
            <a:endParaRPr lang="en-US" sz="1100" dirty="0"/>
          </a:p>
        </p:txBody>
      </p:sp>
      <p:sp>
        <p:nvSpPr>
          <p:cNvPr id="5" name="a1f_210"/>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Une fiche complète pour chaque personne</a:t>
            </a:r>
            <a:endParaRPr lang="en-US" sz="2700" dirty="0"/>
          </a:p>
        </p:txBody>
      </p:sp>
      <p:pic>
        <p:nvPicPr>
          <p:cNvPr id="6" name="a2u_211" descr="/tmp/claude-0/-home-user-face-id/e849e0f3-7743-5449-a322-d35a4c4c9845/scratchpad/deck/img/app_form.png">    </p:cNvPr>
          <p:cNvPicPr>
            <a:picLocks noChangeAspect="1"/>
          </p:cNvPicPr>
          <p:nvPr/>
        </p:nvPicPr>
        <p:blipFill>
          <a:blip r:embed="rId1"/>
          <a:stretch>
            <a:fillRect/>
          </a:stretch>
        </p:blipFill>
        <p:spPr>
          <a:xfrm>
            <a:off x="457200" y="1143000"/>
            <a:ext cx="1757131" cy="3611880"/>
          </a:xfrm>
          <a:prstGeom prst="rect">
            <a:avLst/>
          </a:prstGeom>
        </p:spPr>
      </p:pic>
      <p:pic>
        <p:nvPicPr>
          <p:cNvPr id="7" name="a3u_212" descr="/tmp/claude-0/-home-user-face-id/e849e0f3-7743-5449-a322-d35a4c4c9845/scratchpad/deck/img/app_people.png">    </p:cNvPr>
          <p:cNvPicPr>
            <a:picLocks noChangeAspect="1"/>
          </p:cNvPicPr>
          <p:nvPr/>
        </p:nvPicPr>
        <p:blipFill>
          <a:blip r:embed="rId2"/>
          <a:stretch>
            <a:fillRect/>
          </a:stretch>
        </p:blipFill>
        <p:spPr>
          <a:xfrm>
            <a:off x="2331720" y="1143000"/>
            <a:ext cx="1757131" cy="3611880"/>
          </a:xfrm>
          <a:prstGeom prst="rect">
            <a:avLst/>
          </a:prstGeom>
        </p:spPr>
      </p:pic>
      <p:sp>
        <p:nvSpPr>
          <p:cNvPr id="8" name="a4z_213"/>
          <p:cNvSpPr/>
          <p:nvPr/>
        </p:nvSpPr>
        <p:spPr>
          <a:xfrm>
            <a:off x="4343400" y="1188720"/>
            <a:ext cx="402336" cy="402336"/>
          </a:xfrm>
          <a:prstGeom prst="ellipse">
            <a:avLst/>
          </a:prstGeom>
          <a:solidFill>
            <a:srgbClr val="1E2A78"/>
          </a:solidFill>
          <a:ln w="12700">
            <a:solidFill>
              <a:srgbClr val="1E2A78"/>
            </a:solidFill>
            <a:prstDash val="solid"/>
          </a:ln>
        </p:spPr>
      </p:sp>
      <p:pic>
        <p:nvPicPr>
          <p:cNvPr id="9" name="a4z_213i" descr="preencoded.png">    </p:cNvPr>
          <p:cNvPicPr>
            <a:picLocks noChangeAspect="1"/>
          </p:cNvPicPr>
          <p:nvPr/>
        </p:nvPicPr>
        <p:blipFill>
          <a:blip r:embed="rId3"/>
          <a:stretch>
            <a:fillRect/>
          </a:stretch>
        </p:blipFill>
        <p:spPr>
          <a:xfrm>
            <a:off x="4439961" y="1285281"/>
            <a:ext cx="209215" cy="209215"/>
          </a:xfrm>
          <a:prstGeom prst="rect">
            <a:avLst/>
          </a:prstGeom>
        </p:spPr>
      </p:pic>
      <p:sp>
        <p:nvSpPr>
          <p:cNvPr id="10" name="a4f_214"/>
          <p:cNvSpPr txBox="1"/>
          <p:nvPr/>
        </p:nvSpPr>
        <p:spPr>
          <a:xfrm>
            <a:off x="4882896" y="1170432"/>
            <a:ext cx="38404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Identité</a:t>
            </a:r>
            <a:endParaRPr lang="en-US" sz="1300" dirty="0"/>
          </a:p>
        </p:txBody>
      </p:sp>
      <p:sp>
        <p:nvSpPr>
          <p:cNvPr id="11" name="a4f_215"/>
          <p:cNvSpPr txBox="1"/>
          <p:nvPr/>
        </p:nvSpPr>
        <p:spPr>
          <a:xfrm>
            <a:off x="4882896" y="1426464"/>
            <a:ext cx="384048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Type (élève, enseignant, personnel, surveillant, autre), matricule, nom, sexe, naissance, statut.</a:t>
            </a:r>
            <a:endParaRPr lang="en-US" sz="1050" dirty="0"/>
          </a:p>
        </p:txBody>
      </p:sp>
      <p:sp>
        <p:nvSpPr>
          <p:cNvPr id="12" name="a5z_216"/>
          <p:cNvSpPr/>
          <p:nvPr/>
        </p:nvSpPr>
        <p:spPr>
          <a:xfrm>
            <a:off x="4343400" y="1901952"/>
            <a:ext cx="402336" cy="402336"/>
          </a:xfrm>
          <a:prstGeom prst="ellipse">
            <a:avLst/>
          </a:prstGeom>
          <a:solidFill>
            <a:srgbClr val="1E2A78"/>
          </a:solidFill>
          <a:ln w="12700">
            <a:solidFill>
              <a:srgbClr val="1E2A78"/>
            </a:solidFill>
            <a:prstDash val="solid"/>
          </a:ln>
        </p:spPr>
      </p:sp>
      <p:pic>
        <p:nvPicPr>
          <p:cNvPr id="13" name="a5z_216i" descr="preencoded.png">    </p:cNvPr>
          <p:cNvPicPr>
            <a:picLocks noChangeAspect="1"/>
          </p:cNvPicPr>
          <p:nvPr/>
        </p:nvPicPr>
        <p:blipFill>
          <a:blip r:embed="rId4"/>
          <a:stretch>
            <a:fillRect/>
          </a:stretch>
        </p:blipFill>
        <p:spPr>
          <a:xfrm>
            <a:off x="4439961" y="1998513"/>
            <a:ext cx="209215" cy="209215"/>
          </a:xfrm>
          <a:prstGeom prst="rect">
            <a:avLst/>
          </a:prstGeom>
        </p:spPr>
      </p:pic>
      <p:sp>
        <p:nvSpPr>
          <p:cNvPr id="14" name="a5f_217"/>
          <p:cNvSpPr txBox="1"/>
          <p:nvPr/>
        </p:nvSpPr>
        <p:spPr>
          <a:xfrm>
            <a:off x="4882896" y="1883664"/>
            <a:ext cx="38404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Scolarité ou fonction</a:t>
            </a:r>
            <a:endParaRPr lang="en-US" sz="1300" dirty="0"/>
          </a:p>
        </p:txBody>
      </p:sp>
      <p:sp>
        <p:nvSpPr>
          <p:cNvPr id="15" name="a5f_218"/>
          <p:cNvSpPr txBox="1"/>
          <p:nvPr/>
        </p:nvSpPr>
        <p:spPr>
          <a:xfrm>
            <a:off x="4882896" y="2139696"/>
            <a:ext cx="384048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Classe, année scolaire, date d’inscription — ou fonction pour le personnel.</a:t>
            </a:r>
            <a:endParaRPr lang="en-US" sz="1050" dirty="0"/>
          </a:p>
        </p:txBody>
      </p:sp>
      <p:sp>
        <p:nvSpPr>
          <p:cNvPr id="16" name="a6z_219"/>
          <p:cNvSpPr/>
          <p:nvPr/>
        </p:nvSpPr>
        <p:spPr>
          <a:xfrm>
            <a:off x="4343400" y="2615184"/>
            <a:ext cx="402336" cy="402336"/>
          </a:xfrm>
          <a:prstGeom prst="ellipse">
            <a:avLst/>
          </a:prstGeom>
          <a:solidFill>
            <a:srgbClr val="1E2A78"/>
          </a:solidFill>
          <a:ln w="12700">
            <a:solidFill>
              <a:srgbClr val="1E2A78"/>
            </a:solidFill>
            <a:prstDash val="solid"/>
          </a:ln>
        </p:spPr>
      </p:sp>
      <p:pic>
        <p:nvPicPr>
          <p:cNvPr id="17" name="a6z_219i" descr="preencoded.png">    </p:cNvPr>
          <p:cNvPicPr>
            <a:picLocks noChangeAspect="1"/>
          </p:cNvPicPr>
          <p:nvPr/>
        </p:nvPicPr>
        <p:blipFill>
          <a:blip r:embed="rId5"/>
          <a:stretch>
            <a:fillRect/>
          </a:stretch>
        </p:blipFill>
        <p:spPr>
          <a:xfrm>
            <a:off x="4439961" y="2711745"/>
            <a:ext cx="209215" cy="209215"/>
          </a:xfrm>
          <a:prstGeom prst="rect">
            <a:avLst/>
          </a:prstGeom>
        </p:spPr>
      </p:pic>
      <p:sp>
        <p:nvSpPr>
          <p:cNvPr id="18" name="a6f_220"/>
          <p:cNvSpPr txBox="1"/>
          <p:nvPr/>
        </p:nvSpPr>
        <p:spPr>
          <a:xfrm>
            <a:off x="4882896" y="2596896"/>
            <a:ext cx="38404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Parents / contact</a:t>
            </a:r>
            <a:endParaRPr lang="en-US" sz="1300" dirty="0"/>
          </a:p>
        </p:txBody>
      </p:sp>
      <p:sp>
        <p:nvSpPr>
          <p:cNvPr id="19" name="a6f_221"/>
          <p:cNvSpPr txBox="1"/>
          <p:nvPr/>
        </p:nvSpPr>
        <p:spPr>
          <a:xfrm>
            <a:off x="4882896" y="2852928"/>
            <a:ext cx="384048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Nom et téléphone du parent, adresse.</a:t>
            </a:r>
            <a:endParaRPr lang="en-US" sz="1050" dirty="0"/>
          </a:p>
        </p:txBody>
      </p:sp>
      <p:sp>
        <p:nvSpPr>
          <p:cNvPr id="20" name="a7z_222"/>
          <p:cNvSpPr/>
          <p:nvPr/>
        </p:nvSpPr>
        <p:spPr>
          <a:xfrm>
            <a:off x="4343400" y="3328416"/>
            <a:ext cx="402336" cy="402336"/>
          </a:xfrm>
          <a:prstGeom prst="ellipse">
            <a:avLst/>
          </a:prstGeom>
          <a:solidFill>
            <a:srgbClr val="1E2A78"/>
          </a:solidFill>
          <a:ln w="12700">
            <a:solidFill>
              <a:srgbClr val="1E2A78"/>
            </a:solidFill>
            <a:prstDash val="solid"/>
          </a:ln>
        </p:spPr>
      </p:sp>
      <p:pic>
        <p:nvPicPr>
          <p:cNvPr id="21" name="a7z_222i" descr="preencoded.png">    </p:cNvPr>
          <p:cNvPicPr>
            <a:picLocks noChangeAspect="1"/>
          </p:cNvPicPr>
          <p:nvPr/>
        </p:nvPicPr>
        <p:blipFill>
          <a:blip r:embed="rId6"/>
          <a:stretch>
            <a:fillRect/>
          </a:stretch>
        </p:blipFill>
        <p:spPr>
          <a:xfrm>
            <a:off x="4439961" y="3424977"/>
            <a:ext cx="209215" cy="209215"/>
          </a:xfrm>
          <a:prstGeom prst="rect">
            <a:avLst/>
          </a:prstGeom>
        </p:spPr>
      </p:pic>
      <p:sp>
        <p:nvSpPr>
          <p:cNvPr id="22" name="a7f_223"/>
          <p:cNvSpPr txBox="1"/>
          <p:nvPr/>
        </p:nvSpPr>
        <p:spPr>
          <a:xfrm>
            <a:off x="4882896" y="3310128"/>
            <a:ext cx="38404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Santé et remarques</a:t>
            </a:r>
            <a:endParaRPr lang="en-US" sz="1300" dirty="0"/>
          </a:p>
        </p:txBody>
      </p:sp>
      <p:sp>
        <p:nvSpPr>
          <p:cNvPr id="23" name="a7f_224"/>
          <p:cNvSpPr txBox="1"/>
          <p:nvPr/>
        </p:nvSpPr>
        <p:spPr>
          <a:xfrm>
            <a:off x="4882896" y="3566160"/>
            <a:ext cx="384048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Allergies, traitements… visibles seulement avec la permission adaptée.</a:t>
            </a:r>
            <a:endParaRPr lang="en-US" sz="1050" dirty="0"/>
          </a:p>
        </p:txBody>
      </p:sp>
      <p:sp>
        <p:nvSpPr>
          <p:cNvPr id="24" name="a8z_225"/>
          <p:cNvSpPr/>
          <p:nvPr/>
        </p:nvSpPr>
        <p:spPr>
          <a:xfrm>
            <a:off x="4343400" y="4041648"/>
            <a:ext cx="402336" cy="402336"/>
          </a:xfrm>
          <a:prstGeom prst="ellipse">
            <a:avLst/>
          </a:prstGeom>
          <a:solidFill>
            <a:srgbClr val="00B4D8"/>
          </a:solidFill>
          <a:ln w="12700">
            <a:solidFill>
              <a:srgbClr val="00B4D8"/>
            </a:solidFill>
            <a:prstDash val="solid"/>
          </a:ln>
        </p:spPr>
      </p:sp>
      <p:pic>
        <p:nvPicPr>
          <p:cNvPr id="25" name="a8z_225i" descr="preencoded.png">    </p:cNvPr>
          <p:cNvPicPr>
            <a:picLocks noChangeAspect="1"/>
          </p:cNvPicPr>
          <p:nvPr/>
        </p:nvPicPr>
        <p:blipFill>
          <a:blip r:embed="rId7"/>
          <a:stretch>
            <a:fillRect/>
          </a:stretch>
        </p:blipFill>
        <p:spPr>
          <a:xfrm>
            <a:off x="4439961" y="4138209"/>
            <a:ext cx="209215" cy="209215"/>
          </a:xfrm>
          <a:prstGeom prst="rect">
            <a:avLst/>
          </a:prstGeom>
        </p:spPr>
      </p:pic>
      <p:sp>
        <p:nvSpPr>
          <p:cNvPr id="26" name="a8f_226"/>
          <p:cNvSpPr txBox="1"/>
          <p:nvPr/>
        </p:nvSpPr>
        <p:spPr>
          <a:xfrm>
            <a:off x="4882896" y="4023360"/>
            <a:ext cx="38404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Liste et recherche</a:t>
            </a:r>
            <a:endParaRPr lang="en-US" sz="1300" dirty="0"/>
          </a:p>
        </p:txBody>
      </p:sp>
      <p:sp>
        <p:nvSpPr>
          <p:cNvPr id="27" name="a8f_227"/>
          <p:cNvSpPr txBox="1"/>
          <p:nvPr/>
        </p:nvSpPr>
        <p:spPr>
          <a:xfrm>
            <a:off x="4882896" y="4279392"/>
            <a:ext cx="384048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Par nom, matricule ou classe ; filtres par type ; statut Actif, Parti, Suspendu.</a:t>
            </a:r>
            <a:endParaRPr lang="en-US" sz="10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childTnLst>
                          </p:cTn>
                        </p:par>
                        <p:par>
                          <p:cTn id="22" fill="hold">
                            <p:stCondLst>
                              <p:cond delay="1100"/>
                            </p:stCondLst>
                            <p:childTnLst>
                              <p:par>
                                <p:cTn id="17" presetID="42"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additive="base">
                                        <p:cTn id="20" dur="600" fill="hold"/>
                                        <p:tgtEl>
                                          <p:spTgt spid="7"/>
                                        </p:tgtEl>
                                        <p:attrNameLst>
                                          <p:attrName>ppt_x</p:attrName>
                                        </p:attrNameLst>
                                      </p:cBhvr>
                                      <p:tavLst>
                                        <p:tav tm="0">
                                          <p:val>
                                            <p:strVal val="#ppt_x"/>
                                          </p:val>
                                        </p:tav>
                                        <p:tav tm="100000">
                                          <p:val>
                                            <p:strVal val="#ppt_x"/>
                                          </p:val>
                                        </p:tav>
                                      </p:tavLst>
                                    </p:anim>
                                    <p:anim calcmode="lin" valueType="num">
                                      <p:cBhvr additive="base">
                                        <p:cTn id="21" dur="600" fill="hold"/>
                                        <p:tgtEl>
                                          <p:spTgt spid="7"/>
                                        </p:tgtEl>
                                        <p:attrNameLst>
                                          <p:attrName>ppt_y</p:attrName>
                                        </p:attrNameLst>
                                      </p:cBhvr>
                                      <p:tavLst>
                                        <p:tav tm="0">
                                          <p:val>
                                            <p:strVal val="#ppt_y+.1"/>
                                          </p:val>
                                        </p:tav>
                                        <p:tav tm="100000">
                                          <p:val>
                                            <p:strVal val="#ppt_y"/>
                                          </p:val>
                                        </p:tav>
                                      </p:tavLst>
                                    </p:anim>
                                  </p:childTnLst>
                                </p:cTn>
                              </p:par>
                            </p:childTnLst>
                          </p:cTn>
                        </p:par>
                        <p:par>
                          <p:cTn id="39" fill="hold">
                            <p:stCondLst>
                              <p:cond delay="1700"/>
                            </p:stCondLst>
                            <p:childTnLst>
                              <p:par>
                                <p:cTn id="23" presetID="53" presetClass="entr" presetSubtype="16"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450" fill="hold"/>
                                        <p:tgtEl>
                                          <p:spTgt spid="8"/>
                                        </p:tgtEl>
                                        <p:attrNameLst>
                                          <p:attrName>ppt_w</p:attrName>
                                        </p:attrNameLst>
                                      </p:cBhvr>
                                      <p:tavLst>
                                        <p:tav tm="0">
                                          <p:val>
                                            <p:fltVal val="0"/>
                                          </p:val>
                                        </p:tav>
                                        <p:tav tm="100000">
                                          <p:val>
                                            <p:strVal val="#ppt_w"/>
                                          </p:val>
                                        </p:tav>
                                      </p:tavLst>
                                    </p:anim>
                                    <p:anim calcmode="lin" valueType="num">
                                      <p:cBhvr>
                                        <p:cTn id="26" dur="450" fill="hold"/>
                                        <p:tgtEl>
                                          <p:spTgt spid="8"/>
                                        </p:tgtEl>
                                        <p:attrNameLst>
                                          <p:attrName>ppt_h</p:attrName>
                                        </p:attrNameLst>
                                      </p:cBhvr>
                                      <p:tavLst>
                                        <p:tav tm="0">
                                          <p:val>
                                            <p:fltVal val="0"/>
                                          </p:val>
                                        </p:tav>
                                        <p:tav tm="100000">
                                          <p:val>
                                            <p:strVal val="#ppt_h"/>
                                          </p:val>
                                        </p:tav>
                                      </p:tavLst>
                                    </p:anim>
                                    <p:animEffect transition="in" filter="fade">
                                      <p:cBhvr>
                                        <p:cTn id="27" dur="450"/>
                                        <p:tgtEl>
                                          <p:spTgt spid="8"/>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450" fill="hold"/>
                                        <p:tgtEl>
                                          <p:spTgt spid="9"/>
                                        </p:tgtEl>
                                        <p:attrNameLst>
                                          <p:attrName>ppt_w</p:attrName>
                                        </p:attrNameLst>
                                      </p:cBhvr>
                                      <p:tavLst>
                                        <p:tav tm="0">
                                          <p:val>
                                            <p:fltVal val="0"/>
                                          </p:val>
                                        </p:tav>
                                        <p:tav tm="100000">
                                          <p:val>
                                            <p:strVal val="#ppt_w"/>
                                          </p:val>
                                        </p:tav>
                                      </p:tavLst>
                                    </p:anim>
                                    <p:anim calcmode="lin" valueType="num">
                                      <p:cBhvr>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par>
                          <p:cTn id="56" fill="hold">
                            <p:stCondLst>
                              <p:cond delay="2200"/>
                            </p:stCondLst>
                            <p:childTnLst>
                              <p:par>
                                <p:cTn id="40" presetID="53" presetClass="entr" presetSubtype="16"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450" fill="hold"/>
                                        <p:tgtEl>
                                          <p:spTgt spid="12"/>
                                        </p:tgtEl>
                                        <p:attrNameLst>
                                          <p:attrName>ppt_w</p:attrName>
                                        </p:attrNameLst>
                                      </p:cBhvr>
                                      <p:tavLst>
                                        <p:tav tm="0">
                                          <p:val>
                                            <p:fltVal val="0"/>
                                          </p:val>
                                        </p:tav>
                                        <p:tav tm="100000">
                                          <p:val>
                                            <p:strVal val="#ppt_w"/>
                                          </p:val>
                                        </p:tav>
                                      </p:tavLst>
                                    </p:anim>
                                    <p:anim calcmode="lin" valueType="num">
                                      <p:cBhvr>
                                        <p:cTn id="43" dur="450" fill="hold"/>
                                        <p:tgtEl>
                                          <p:spTgt spid="12"/>
                                        </p:tgtEl>
                                        <p:attrNameLst>
                                          <p:attrName>ppt_h</p:attrName>
                                        </p:attrNameLst>
                                      </p:cBhvr>
                                      <p:tavLst>
                                        <p:tav tm="0">
                                          <p:val>
                                            <p:fltVal val="0"/>
                                          </p:val>
                                        </p:tav>
                                        <p:tav tm="100000">
                                          <p:val>
                                            <p:strVal val="#ppt_h"/>
                                          </p:val>
                                        </p:tav>
                                      </p:tavLst>
                                    </p:anim>
                                    <p:animEffect transition="in" filter="fade">
                                      <p:cBhvr>
                                        <p:cTn id="44" dur="450"/>
                                        <p:tgtEl>
                                          <p:spTgt spid="1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450" fill="hold"/>
                                        <p:tgtEl>
                                          <p:spTgt spid="13"/>
                                        </p:tgtEl>
                                        <p:attrNameLst>
                                          <p:attrName>ppt_w</p:attrName>
                                        </p:attrNameLst>
                                      </p:cBhvr>
                                      <p:tavLst>
                                        <p:tav tm="0">
                                          <p:val>
                                            <p:fltVal val="0"/>
                                          </p:val>
                                        </p:tav>
                                        <p:tav tm="100000">
                                          <p:val>
                                            <p:strVal val="#ppt_w"/>
                                          </p:val>
                                        </p:tav>
                                      </p:tavLst>
                                    </p:anim>
                                    <p:anim calcmode="lin" valueType="num">
                                      <p:cBhvr>
                                        <p:cTn id="48" dur="450" fill="hold"/>
                                        <p:tgtEl>
                                          <p:spTgt spid="13"/>
                                        </p:tgtEl>
                                        <p:attrNameLst>
                                          <p:attrName>ppt_h</p:attrName>
                                        </p:attrNameLst>
                                      </p:cBhvr>
                                      <p:tavLst>
                                        <p:tav tm="0">
                                          <p:val>
                                            <p:fltVal val="0"/>
                                          </p:val>
                                        </p:tav>
                                        <p:tav tm="100000">
                                          <p:val>
                                            <p:strVal val="#ppt_h"/>
                                          </p:val>
                                        </p:tav>
                                      </p:tavLst>
                                    </p:anim>
                                    <p:animEffect transition="in" filter="fade">
                                      <p:cBhvr>
                                        <p:cTn id="49" dur="45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par>
                          <p:cTn id="73" fill="hold">
                            <p:stCondLst>
                              <p:cond delay="2700"/>
                            </p:stCondLst>
                            <p:childTnLst>
                              <p:par>
                                <p:cTn id="57" presetID="53" presetClass="entr" presetSubtype="16" fill="hold" grpId="0" nodeType="after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p:cTn id="59" dur="450" fill="hold"/>
                                        <p:tgtEl>
                                          <p:spTgt spid="16"/>
                                        </p:tgtEl>
                                        <p:attrNameLst>
                                          <p:attrName>ppt_w</p:attrName>
                                        </p:attrNameLst>
                                      </p:cBhvr>
                                      <p:tavLst>
                                        <p:tav tm="0">
                                          <p:val>
                                            <p:fltVal val="0"/>
                                          </p:val>
                                        </p:tav>
                                        <p:tav tm="100000">
                                          <p:val>
                                            <p:strVal val="#ppt_w"/>
                                          </p:val>
                                        </p:tav>
                                      </p:tavLst>
                                    </p:anim>
                                    <p:anim calcmode="lin" valueType="num">
                                      <p:cBhvr>
                                        <p:cTn id="60" dur="450" fill="hold"/>
                                        <p:tgtEl>
                                          <p:spTgt spid="16"/>
                                        </p:tgtEl>
                                        <p:attrNameLst>
                                          <p:attrName>ppt_h</p:attrName>
                                        </p:attrNameLst>
                                      </p:cBhvr>
                                      <p:tavLst>
                                        <p:tav tm="0">
                                          <p:val>
                                            <p:fltVal val="0"/>
                                          </p:val>
                                        </p:tav>
                                        <p:tav tm="100000">
                                          <p:val>
                                            <p:strVal val="#ppt_h"/>
                                          </p:val>
                                        </p:tav>
                                      </p:tavLst>
                                    </p:anim>
                                    <p:animEffect transition="in" filter="fade">
                                      <p:cBhvr>
                                        <p:cTn id="61" dur="450"/>
                                        <p:tgtEl>
                                          <p:spTgt spid="16"/>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p:cTn id="64" dur="450" fill="hold"/>
                                        <p:tgtEl>
                                          <p:spTgt spid="17"/>
                                        </p:tgtEl>
                                        <p:attrNameLst>
                                          <p:attrName>ppt_w</p:attrName>
                                        </p:attrNameLst>
                                      </p:cBhvr>
                                      <p:tavLst>
                                        <p:tav tm="0">
                                          <p:val>
                                            <p:fltVal val="0"/>
                                          </p:val>
                                        </p:tav>
                                        <p:tav tm="100000">
                                          <p:val>
                                            <p:strVal val="#ppt_w"/>
                                          </p:val>
                                        </p:tav>
                                      </p:tavLst>
                                    </p:anim>
                                    <p:anim calcmode="lin" valueType="num">
                                      <p:cBhvr>
                                        <p:cTn id="65" dur="450" fill="hold"/>
                                        <p:tgtEl>
                                          <p:spTgt spid="17"/>
                                        </p:tgtEl>
                                        <p:attrNameLst>
                                          <p:attrName>ppt_h</p:attrName>
                                        </p:attrNameLst>
                                      </p:cBhvr>
                                      <p:tavLst>
                                        <p:tav tm="0">
                                          <p:val>
                                            <p:fltVal val="0"/>
                                          </p:val>
                                        </p:tav>
                                        <p:tav tm="100000">
                                          <p:val>
                                            <p:strVal val="#ppt_h"/>
                                          </p:val>
                                        </p:tav>
                                      </p:tavLst>
                                    </p:anim>
                                    <p:animEffect transition="in" filter="fade">
                                      <p:cBhvr>
                                        <p:cTn id="66" dur="450"/>
                                        <p:tgtEl>
                                          <p:spTgt spid="1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childTnLst>
                                </p:cTn>
                              </p:par>
                            </p:childTnLst>
                          </p:cTn>
                        </p:par>
                        <p:par>
                          <p:cTn id="90" fill="hold">
                            <p:stCondLst>
                              <p:cond delay="3200"/>
                            </p:stCondLst>
                            <p:childTnLst>
                              <p:par>
                                <p:cTn id="74" presetID="53" presetClass="entr" presetSubtype="16"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 calcmode="lin" valueType="num">
                                      <p:cBhvr>
                                        <p:cTn id="76" dur="450" fill="hold"/>
                                        <p:tgtEl>
                                          <p:spTgt spid="20"/>
                                        </p:tgtEl>
                                        <p:attrNameLst>
                                          <p:attrName>ppt_w</p:attrName>
                                        </p:attrNameLst>
                                      </p:cBhvr>
                                      <p:tavLst>
                                        <p:tav tm="0">
                                          <p:val>
                                            <p:fltVal val="0"/>
                                          </p:val>
                                        </p:tav>
                                        <p:tav tm="100000">
                                          <p:val>
                                            <p:strVal val="#ppt_w"/>
                                          </p:val>
                                        </p:tav>
                                      </p:tavLst>
                                    </p:anim>
                                    <p:anim calcmode="lin" valueType="num">
                                      <p:cBhvr>
                                        <p:cTn id="77" dur="450" fill="hold"/>
                                        <p:tgtEl>
                                          <p:spTgt spid="20"/>
                                        </p:tgtEl>
                                        <p:attrNameLst>
                                          <p:attrName>ppt_h</p:attrName>
                                        </p:attrNameLst>
                                      </p:cBhvr>
                                      <p:tavLst>
                                        <p:tav tm="0">
                                          <p:val>
                                            <p:fltVal val="0"/>
                                          </p:val>
                                        </p:tav>
                                        <p:tav tm="100000">
                                          <p:val>
                                            <p:strVal val="#ppt_h"/>
                                          </p:val>
                                        </p:tav>
                                      </p:tavLst>
                                    </p:anim>
                                    <p:animEffect transition="in" filter="fade">
                                      <p:cBhvr>
                                        <p:cTn id="78" dur="450"/>
                                        <p:tgtEl>
                                          <p:spTgt spid="20"/>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21"/>
                                        </p:tgtEl>
                                        <p:attrNameLst>
                                          <p:attrName>style.visibility</p:attrName>
                                        </p:attrNameLst>
                                      </p:cBhvr>
                                      <p:to>
                                        <p:strVal val="visible"/>
                                      </p:to>
                                    </p:set>
                                    <p:anim calcmode="lin" valueType="num">
                                      <p:cBhvr>
                                        <p:cTn id="81" dur="450" fill="hold"/>
                                        <p:tgtEl>
                                          <p:spTgt spid="21"/>
                                        </p:tgtEl>
                                        <p:attrNameLst>
                                          <p:attrName>ppt_w</p:attrName>
                                        </p:attrNameLst>
                                      </p:cBhvr>
                                      <p:tavLst>
                                        <p:tav tm="0">
                                          <p:val>
                                            <p:fltVal val="0"/>
                                          </p:val>
                                        </p:tav>
                                        <p:tav tm="100000">
                                          <p:val>
                                            <p:strVal val="#ppt_w"/>
                                          </p:val>
                                        </p:tav>
                                      </p:tavLst>
                                    </p:anim>
                                    <p:anim calcmode="lin" valueType="num">
                                      <p:cBhvr>
                                        <p:cTn id="82" dur="450" fill="hold"/>
                                        <p:tgtEl>
                                          <p:spTgt spid="21"/>
                                        </p:tgtEl>
                                        <p:attrNameLst>
                                          <p:attrName>ppt_h</p:attrName>
                                        </p:attrNameLst>
                                      </p:cBhvr>
                                      <p:tavLst>
                                        <p:tav tm="0">
                                          <p:val>
                                            <p:fltVal val="0"/>
                                          </p:val>
                                        </p:tav>
                                        <p:tav tm="100000">
                                          <p:val>
                                            <p:strVal val="#ppt_h"/>
                                          </p:val>
                                        </p:tav>
                                      </p:tavLst>
                                    </p:anim>
                                    <p:animEffect transition="in" filter="fade">
                                      <p:cBhvr>
                                        <p:cTn id="83" dur="450"/>
                                        <p:tgtEl>
                                          <p:spTgt spid="2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00"/>
                                        <p:tgtEl>
                                          <p:spTgt spid="23"/>
                                        </p:tgtEl>
                                      </p:cBhvr>
                                    </p:animEffect>
                                  </p:childTnLst>
                                </p:cTn>
                              </p:par>
                            </p:childTnLst>
                          </p:cTn>
                        </p:par>
                        <p:par>
                          <p:cTn id="107" fill="hold">
                            <p:stCondLst>
                              <p:cond delay="3700"/>
                            </p:stCondLst>
                            <p:childTnLst>
                              <p:par>
                                <p:cTn id="91" presetID="53" presetClass="entr" presetSubtype="16" fill="hold" grpId="0" nodeType="afterEffect">
                                  <p:stCondLst>
                                    <p:cond delay="0"/>
                                  </p:stCondLst>
                                  <p:childTnLst>
                                    <p:set>
                                      <p:cBhvr>
                                        <p:cTn id="92" dur="1" fill="hold">
                                          <p:stCondLst>
                                            <p:cond delay="0"/>
                                          </p:stCondLst>
                                        </p:cTn>
                                        <p:tgtEl>
                                          <p:spTgt spid="24"/>
                                        </p:tgtEl>
                                        <p:attrNameLst>
                                          <p:attrName>style.visibility</p:attrName>
                                        </p:attrNameLst>
                                      </p:cBhvr>
                                      <p:to>
                                        <p:strVal val="visible"/>
                                      </p:to>
                                    </p:set>
                                    <p:anim calcmode="lin" valueType="num">
                                      <p:cBhvr>
                                        <p:cTn id="93" dur="450" fill="hold"/>
                                        <p:tgtEl>
                                          <p:spTgt spid="24"/>
                                        </p:tgtEl>
                                        <p:attrNameLst>
                                          <p:attrName>ppt_w</p:attrName>
                                        </p:attrNameLst>
                                      </p:cBhvr>
                                      <p:tavLst>
                                        <p:tav tm="0">
                                          <p:val>
                                            <p:fltVal val="0"/>
                                          </p:val>
                                        </p:tav>
                                        <p:tav tm="100000">
                                          <p:val>
                                            <p:strVal val="#ppt_w"/>
                                          </p:val>
                                        </p:tav>
                                      </p:tavLst>
                                    </p:anim>
                                    <p:anim calcmode="lin" valueType="num">
                                      <p:cBhvr>
                                        <p:cTn id="94" dur="450" fill="hold"/>
                                        <p:tgtEl>
                                          <p:spTgt spid="24"/>
                                        </p:tgtEl>
                                        <p:attrNameLst>
                                          <p:attrName>ppt_h</p:attrName>
                                        </p:attrNameLst>
                                      </p:cBhvr>
                                      <p:tavLst>
                                        <p:tav tm="0">
                                          <p:val>
                                            <p:fltVal val="0"/>
                                          </p:val>
                                        </p:tav>
                                        <p:tav tm="100000">
                                          <p:val>
                                            <p:strVal val="#ppt_h"/>
                                          </p:val>
                                        </p:tav>
                                      </p:tavLst>
                                    </p:anim>
                                    <p:animEffect transition="in" filter="fade">
                                      <p:cBhvr>
                                        <p:cTn id="95" dur="450"/>
                                        <p:tgtEl>
                                          <p:spTgt spid="24"/>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25"/>
                                        </p:tgtEl>
                                        <p:attrNameLst>
                                          <p:attrName>style.visibility</p:attrName>
                                        </p:attrNameLst>
                                      </p:cBhvr>
                                      <p:to>
                                        <p:strVal val="visible"/>
                                      </p:to>
                                    </p:set>
                                    <p:anim calcmode="lin" valueType="num">
                                      <p:cBhvr>
                                        <p:cTn id="98" dur="450" fill="hold"/>
                                        <p:tgtEl>
                                          <p:spTgt spid="25"/>
                                        </p:tgtEl>
                                        <p:attrNameLst>
                                          <p:attrName>ppt_w</p:attrName>
                                        </p:attrNameLst>
                                      </p:cBhvr>
                                      <p:tavLst>
                                        <p:tav tm="0">
                                          <p:val>
                                            <p:fltVal val="0"/>
                                          </p:val>
                                        </p:tav>
                                        <p:tav tm="100000">
                                          <p:val>
                                            <p:strVal val="#ppt_w"/>
                                          </p:val>
                                        </p:tav>
                                      </p:tavLst>
                                    </p:anim>
                                    <p:anim calcmode="lin" valueType="num">
                                      <p:cBhvr>
                                        <p:cTn id="99" dur="450" fill="hold"/>
                                        <p:tgtEl>
                                          <p:spTgt spid="25"/>
                                        </p:tgtEl>
                                        <p:attrNameLst>
                                          <p:attrName>ppt_h</p:attrName>
                                        </p:attrNameLst>
                                      </p:cBhvr>
                                      <p:tavLst>
                                        <p:tav tm="0">
                                          <p:val>
                                            <p:fltVal val="0"/>
                                          </p:val>
                                        </p:tav>
                                        <p:tav tm="100000">
                                          <p:val>
                                            <p:strVal val="#ppt_h"/>
                                          </p:val>
                                        </p:tav>
                                      </p:tavLst>
                                    </p:anim>
                                    <p:animEffect transition="in" filter="fade">
                                      <p:cBhvr>
                                        <p:cTn id="100" dur="450"/>
                                        <p:tgtEl>
                                          <p:spTgt spid="2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500"/>
                                        <p:tgtEl>
                                          <p:spTgt spid="2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10</a:t>
            </a:r>
            <a:endParaRPr lang="en-US" sz="800" dirty="0"/>
          </a:p>
        </p:txBody>
      </p:sp>
      <p:sp>
        <p:nvSpPr>
          <p:cNvPr id="4" name="a1f_228"/>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03 · L'APPLICATION MOBILE</a:t>
            </a:r>
            <a:endParaRPr lang="en-US" sz="1100" dirty="0"/>
          </a:p>
        </p:txBody>
      </p:sp>
      <p:sp>
        <p:nvSpPr>
          <p:cNvPr id="5" name="a1f_229"/>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Scanner : la réponse en quelques secondes</a:t>
            </a:r>
            <a:endParaRPr lang="en-US" sz="2700" dirty="0"/>
          </a:p>
        </p:txBody>
      </p:sp>
      <p:pic>
        <p:nvPicPr>
          <p:cNvPr id="6" name="a2u_230" descr="/tmp/claude-0/-home-user-face-id/e849e0f3-7743-5449-a322-d35a4c4c9845/scratchpad/deck/img/app_scan.png">    </p:cNvPr>
          <p:cNvPicPr>
            <a:picLocks noChangeAspect="1"/>
          </p:cNvPicPr>
          <p:nvPr/>
        </p:nvPicPr>
        <p:blipFill>
          <a:blip r:embed="rId1"/>
          <a:stretch>
            <a:fillRect/>
          </a:stretch>
        </p:blipFill>
        <p:spPr>
          <a:xfrm>
            <a:off x="457200" y="1143000"/>
            <a:ext cx="1757131" cy="3611880"/>
          </a:xfrm>
          <a:prstGeom prst="rect">
            <a:avLst/>
          </a:prstGeom>
        </p:spPr>
      </p:pic>
      <p:pic>
        <p:nvPicPr>
          <p:cNvPr id="7" name="a3u_231" descr="/tmp/claude-0/-home-user-face-id/e849e0f3-7743-5449-a322-d35a4c4c9845/scratchpad/deck/img/app_result.png">    </p:cNvPr>
          <p:cNvPicPr>
            <a:picLocks noChangeAspect="1"/>
          </p:cNvPicPr>
          <p:nvPr/>
        </p:nvPicPr>
        <p:blipFill>
          <a:blip r:embed="rId2"/>
          <a:stretch>
            <a:fillRect/>
          </a:stretch>
        </p:blipFill>
        <p:spPr>
          <a:xfrm>
            <a:off x="2331720" y="1143000"/>
            <a:ext cx="1757131" cy="3611880"/>
          </a:xfrm>
          <a:prstGeom prst="rect">
            <a:avLst/>
          </a:prstGeom>
        </p:spPr>
      </p:pic>
      <p:sp>
        <p:nvSpPr>
          <p:cNvPr id="8" name="a4u_232"/>
          <p:cNvSpPr/>
          <p:nvPr/>
        </p:nvSpPr>
        <p:spPr>
          <a:xfrm>
            <a:off x="4343400" y="1188720"/>
            <a:ext cx="4343400" cy="804672"/>
          </a:xfrm>
          <a:prstGeom prst="roundRect">
            <a:avLst>
              <a:gd name="adj" fmla="val 9091"/>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9" name="a4u_233"/>
          <p:cNvSpPr/>
          <p:nvPr/>
        </p:nvSpPr>
        <p:spPr>
          <a:xfrm>
            <a:off x="4498848" y="1335024"/>
            <a:ext cx="512064" cy="512064"/>
          </a:xfrm>
          <a:prstGeom prst="ellipse">
            <a:avLst/>
          </a:prstGeom>
          <a:solidFill>
            <a:srgbClr val="10B981"/>
          </a:solidFill>
          <a:ln w="12700">
            <a:solidFill>
              <a:srgbClr val="10B981"/>
            </a:solidFill>
            <a:prstDash val="solid"/>
          </a:ln>
        </p:spPr>
      </p:sp>
      <p:pic>
        <p:nvPicPr>
          <p:cNvPr id="10" name="a4u_233i" descr="preencoded.png">    </p:cNvPr>
          <p:cNvPicPr>
            <a:picLocks noChangeAspect="1"/>
          </p:cNvPicPr>
          <p:nvPr/>
        </p:nvPicPr>
        <p:blipFill>
          <a:blip r:embed="rId3"/>
          <a:stretch>
            <a:fillRect/>
          </a:stretch>
        </p:blipFill>
        <p:spPr>
          <a:xfrm>
            <a:off x="4621743" y="1457919"/>
            <a:ext cx="266273" cy="266273"/>
          </a:xfrm>
          <a:prstGeom prst="rect">
            <a:avLst/>
          </a:prstGeom>
        </p:spPr>
      </p:pic>
      <p:sp>
        <p:nvSpPr>
          <p:cNvPr id="11" name="a4u_234"/>
          <p:cNvSpPr txBox="1"/>
          <p:nvPr/>
        </p:nvSpPr>
        <p:spPr>
          <a:xfrm>
            <a:off x="5138928" y="1298448"/>
            <a:ext cx="3429000" cy="256032"/>
          </a:xfrm>
          <a:prstGeom prst="rect">
            <a:avLst/>
          </a:prstGeom>
          <a:noFill/>
          <a:ln/>
        </p:spPr>
        <p:txBody>
          <a:bodyPr wrap="square" lIns="0" tIns="0" rIns="0" bIns="0" rtlCol="0" anchor="t"/>
          <a:lstStyle/>
          <a:p>
            <a:pPr indent="0" marL="0">
              <a:buNone/>
            </a:pPr>
            <a:r>
              <a:rPr lang="en-US" sz="1300" b="1" dirty="0">
                <a:solidFill>
                  <a:srgbClr val="10B981"/>
                </a:solidFill>
                <a:latin typeface="Arial" pitchFamily="34" charset="0"/>
                <a:ea typeface="Arial" pitchFamily="34" charset="-122"/>
                <a:cs typeface="Arial" pitchFamily="34" charset="-120"/>
              </a:rPr>
              <a:t>Personne reconnue</a:t>
            </a:r>
            <a:endParaRPr lang="en-US" sz="1300" dirty="0"/>
          </a:p>
        </p:txBody>
      </p:sp>
      <p:sp>
        <p:nvSpPr>
          <p:cNvPr id="12" name="a4u_235"/>
          <p:cNvSpPr txBox="1"/>
          <p:nvPr/>
        </p:nvSpPr>
        <p:spPr>
          <a:xfrm>
            <a:off x="5138928" y="1554480"/>
            <a:ext cx="3429000" cy="411480"/>
          </a:xfrm>
          <a:prstGeom prst="rect">
            <a:avLst/>
          </a:prstGeom>
          <a:noFill/>
          <a:ln/>
        </p:spPr>
        <p:txBody>
          <a:bodyPr wrap="square" lIns="0" tIns="0" rIns="0" bIns="0" rtlCol="0" anchor="t"/>
          <a:lstStyle/>
          <a:p>
            <a:pPr indent="0" marL="0">
              <a:buNone/>
            </a:pPr>
            <a:r>
              <a:rPr lang="en-US" sz="1000" dirty="0">
                <a:solidFill>
                  <a:srgbClr val="5C6685"/>
                </a:solidFill>
                <a:latin typeface="Arial" pitchFamily="34" charset="0"/>
                <a:ea typeface="Arial" pitchFamily="34" charset="-122"/>
                <a:cs typeface="Arial" pitchFamily="34" charset="-120"/>
              </a:rPr>
              <a:t>Similarité d’au moins 60 % : nom, photo, classe et fiche s’affichent.</a:t>
            </a:r>
            <a:endParaRPr lang="en-US" sz="1000" dirty="0"/>
          </a:p>
        </p:txBody>
      </p:sp>
      <p:sp>
        <p:nvSpPr>
          <p:cNvPr id="13" name="a5u_236"/>
          <p:cNvSpPr/>
          <p:nvPr/>
        </p:nvSpPr>
        <p:spPr>
          <a:xfrm>
            <a:off x="4343400" y="2121408"/>
            <a:ext cx="4343400" cy="804672"/>
          </a:xfrm>
          <a:prstGeom prst="roundRect">
            <a:avLst>
              <a:gd name="adj" fmla="val 9091"/>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4" name="a5u_237"/>
          <p:cNvSpPr/>
          <p:nvPr/>
        </p:nvSpPr>
        <p:spPr>
          <a:xfrm>
            <a:off x="4498848" y="2267712"/>
            <a:ext cx="512064" cy="512064"/>
          </a:xfrm>
          <a:prstGeom prst="ellipse">
            <a:avLst/>
          </a:prstGeom>
          <a:solidFill>
            <a:srgbClr val="F59E0B"/>
          </a:solidFill>
          <a:ln w="12700">
            <a:solidFill>
              <a:srgbClr val="F59E0B"/>
            </a:solidFill>
            <a:prstDash val="solid"/>
          </a:ln>
        </p:spPr>
      </p:sp>
      <p:pic>
        <p:nvPicPr>
          <p:cNvPr id="15" name="a5u_237i" descr="preencoded.png">    </p:cNvPr>
          <p:cNvPicPr>
            <a:picLocks noChangeAspect="1"/>
          </p:cNvPicPr>
          <p:nvPr/>
        </p:nvPicPr>
        <p:blipFill>
          <a:blip r:embed="rId4"/>
          <a:stretch>
            <a:fillRect/>
          </a:stretch>
        </p:blipFill>
        <p:spPr>
          <a:xfrm>
            <a:off x="4621743" y="2390607"/>
            <a:ext cx="266273" cy="266273"/>
          </a:xfrm>
          <a:prstGeom prst="rect">
            <a:avLst/>
          </a:prstGeom>
        </p:spPr>
      </p:pic>
      <p:sp>
        <p:nvSpPr>
          <p:cNvPr id="16" name="a5u_238"/>
          <p:cNvSpPr txBox="1"/>
          <p:nvPr/>
        </p:nvSpPr>
        <p:spPr>
          <a:xfrm>
            <a:off x="5138928" y="2231136"/>
            <a:ext cx="3429000" cy="256032"/>
          </a:xfrm>
          <a:prstGeom prst="rect">
            <a:avLst/>
          </a:prstGeom>
          <a:noFill/>
          <a:ln/>
        </p:spPr>
        <p:txBody>
          <a:bodyPr wrap="square" lIns="0" tIns="0" rIns="0" bIns="0" rtlCol="0" anchor="t"/>
          <a:lstStyle/>
          <a:p>
            <a:pPr indent="0" marL="0">
              <a:buNone/>
            </a:pPr>
            <a:r>
              <a:rPr lang="en-US" sz="1300" b="1" dirty="0">
                <a:solidFill>
                  <a:srgbClr val="B45309"/>
                </a:solidFill>
                <a:latin typeface="Arial" pitchFamily="34" charset="0"/>
                <a:ea typeface="Arial" pitchFamily="34" charset="-122"/>
                <a:cs typeface="Arial" pitchFamily="34" charset="-120"/>
              </a:rPr>
              <a:t>À vérifier</a:t>
            </a:r>
            <a:endParaRPr lang="en-US" sz="1300" dirty="0"/>
          </a:p>
        </p:txBody>
      </p:sp>
      <p:sp>
        <p:nvSpPr>
          <p:cNvPr id="17" name="a5u_239"/>
          <p:cNvSpPr txBox="1"/>
          <p:nvPr/>
        </p:nvSpPr>
        <p:spPr>
          <a:xfrm>
            <a:off x="5138928" y="2487168"/>
            <a:ext cx="3429000" cy="411480"/>
          </a:xfrm>
          <a:prstGeom prst="rect">
            <a:avLst/>
          </a:prstGeom>
          <a:noFill/>
          <a:ln/>
        </p:spPr>
        <p:txBody>
          <a:bodyPr wrap="square" lIns="0" tIns="0" rIns="0" bIns="0" rtlCol="0" anchor="t"/>
          <a:lstStyle/>
          <a:p>
            <a:pPr indent="0" marL="0">
              <a:buNone/>
            </a:pPr>
            <a:r>
              <a:rPr lang="en-US" sz="1000" dirty="0">
                <a:solidFill>
                  <a:srgbClr val="5C6685"/>
                </a:solidFill>
                <a:latin typeface="Arial" pitchFamily="34" charset="0"/>
                <a:ea typeface="Arial" pitchFamily="34" charset="-122"/>
                <a:cs typeface="Arial" pitchFamily="34" charset="-120"/>
              </a:rPr>
              <a:t>Entre 48 et 60 % : ressemblance partielle, l’agent vérifie l’identité.</a:t>
            </a:r>
            <a:endParaRPr lang="en-US" sz="1000" dirty="0"/>
          </a:p>
        </p:txBody>
      </p:sp>
      <p:sp>
        <p:nvSpPr>
          <p:cNvPr id="18" name="a6u_240"/>
          <p:cNvSpPr/>
          <p:nvPr/>
        </p:nvSpPr>
        <p:spPr>
          <a:xfrm>
            <a:off x="4343400" y="3054096"/>
            <a:ext cx="4343400" cy="804672"/>
          </a:xfrm>
          <a:prstGeom prst="roundRect">
            <a:avLst>
              <a:gd name="adj" fmla="val 9091"/>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9" name="a6u_241"/>
          <p:cNvSpPr/>
          <p:nvPr/>
        </p:nvSpPr>
        <p:spPr>
          <a:xfrm>
            <a:off x="4498848" y="3200400"/>
            <a:ext cx="512064" cy="512064"/>
          </a:xfrm>
          <a:prstGeom prst="ellipse">
            <a:avLst/>
          </a:prstGeom>
          <a:solidFill>
            <a:srgbClr val="EF5A5A"/>
          </a:solidFill>
          <a:ln w="12700">
            <a:solidFill>
              <a:srgbClr val="EF5A5A"/>
            </a:solidFill>
            <a:prstDash val="solid"/>
          </a:ln>
        </p:spPr>
      </p:sp>
      <p:pic>
        <p:nvPicPr>
          <p:cNvPr id="20" name="a6u_241i" descr="preencoded.png">    </p:cNvPr>
          <p:cNvPicPr>
            <a:picLocks noChangeAspect="1"/>
          </p:cNvPicPr>
          <p:nvPr/>
        </p:nvPicPr>
        <p:blipFill>
          <a:blip r:embed="rId5"/>
          <a:stretch>
            <a:fillRect/>
          </a:stretch>
        </p:blipFill>
        <p:spPr>
          <a:xfrm>
            <a:off x="4621743" y="3323295"/>
            <a:ext cx="266273" cy="266273"/>
          </a:xfrm>
          <a:prstGeom prst="rect">
            <a:avLst/>
          </a:prstGeom>
        </p:spPr>
      </p:pic>
      <p:sp>
        <p:nvSpPr>
          <p:cNvPr id="21" name="a6u_242"/>
          <p:cNvSpPr txBox="1"/>
          <p:nvPr/>
        </p:nvSpPr>
        <p:spPr>
          <a:xfrm>
            <a:off x="5138928" y="3163824"/>
            <a:ext cx="3429000" cy="256032"/>
          </a:xfrm>
          <a:prstGeom prst="rect">
            <a:avLst/>
          </a:prstGeom>
          <a:noFill/>
          <a:ln/>
        </p:spPr>
        <p:txBody>
          <a:bodyPr wrap="square" lIns="0" tIns="0" rIns="0" bIns="0" rtlCol="0" anchor="t"/>
          <a:lstStyle/>
          <a:p>
            <a:pPr indent="0" marL="0">
              <a:buNone/>
            </a:pPr>
            <a:r>
              <a:rPr lang="en-US" sz="1300" b="1" dirty="0">
                <a:solidFill>
                  <a:srgbClr val="EF5A5A"/>
                </a:solidFill>
                <a:latin typeface="Arial" pitchFamily="34" charset="0"/>
                <a:ea typeface="Arial" pitchFamily="34" charset="-122"/>
                <a:cs typeface="Arial" pitchFamily="34" charset="-120"/>
              </a:rPr>
              <a:t>INCONNU</a:t>
            </a:r>
            <a:endParaRPr lang="en-US" sz="1300" dirty="0"/>
          </a:p>
        </p:txBody>
      </p:sp>
      <p:sp>
        <p:nvSpPr>
          <p:cNvPr id="22" name="a6u_243"/>
          <p:cNvSpPr txBox="1"/>
          <p:nvPr/>
        </p:nvSpPr>
        <p:spPr>
          <a:xfrm>
            <a:off x="5138928" y="3419856"/>
            <a:ext cx="3429000" cy="411480"/>
          </a:xfrm>
          <a:prstGeom prst="rect">
            <a:avLst/>
          </a:prstGeom>
          <a:noFill/>
          <a:ln/>
        </p:spPr>
        <p:txBody>
          <a:bodyPr wrap="square" lIns="0" tIns="0" rIns="0" bIns="0" rtlCol="0" anchor="t"/>
          <a:lstStyle/>
          <a:p>
            <a:pPr indent="0" marL="0">
              <a:buNone/>
            </a:pPr>
            <a:r>
              <a:rPr lang="en-US" sz="1000" dirty="0">
                <a:solidFill>
                  <a:srgbClr val="5C6685"/>
                </a:solidFill>
                <a:latin typeface="Arial" pitchFamily="34" charset="0"/>
                <a:ea typeface="Arial" pitchFamily="34" charset="-122"/>
                <a:cs typeface="Arial" pitchFamily="34" charset="-120"/>
              </a:rPr>
              <a:t>Aucune personne de l’école ne correspond : à orienter vers l’accueil.</a:t>
            </a:r>
            <a:endParaRPr lang="en-US" sz="1000" dirty="0"/>
          </a:p>
        </p:txBody>
      </p:sp>
      <p:sp>
        <p:nvSpPr>
          <p:cNvPr id="23" name="a7f_244"/>
          <p:cNvSpPr txBox="1"/>
          <p:nvPr/>
        </p:nvSpPr>
        <p:spPr>
          <a:xfrm>
            <a:off x="4343400" y="4069080"/>
            <a:ext cx="4343400" cy="548640"/>
          </a:xfrm>
          <a:prstGeom prst="rect">
            <a:avLst/>
          </a:prstGeom>
          <a:noFill/>
          <a:ln/>
        </p:spPr>
        <p:txBody>
          <a:bodyPr wrap="square" lIns="0" tIns="0" rIns="0" bIns="0" rtlCol="0" anchor="t"/>
          <a:lstStyle/>
          <a:p>
            <a:pPr indent="0" marL="0">
              <a:buNone/>
            </a:pPr>
            <a:r>
              <a:rPr lang="en-US" sz="1050" b="1" dirty="0">
                <a:solidFill>
                  <a:srgbClr val="1E2A78"/>
                </a:solidFill>
                <a:latin typeface="Arial" pitchFamily="34" charset="0"/>
                <a:ea typeface="Arial" pitchFamily="34" charset="-122"/>
                <a:cs typeface="Arial" pitchFamily="34" charset="-120"/>
              </a:rPr>
              <a:t>Aussi : </a:t>
            </a:r>
            <a:pPr indent="0" marL="0">
              <a:buNone/>
            </a:pPr>
            <a:r>
              <a:rPr lang="en-US" sz="1050" dirty="0">
                <a:solidFill>
                  <a:srgbClr val="1B2240"/>
                </a:solidFill>
                <a:latin typeface="Arial" pitchFamily="34" charset="0"/>
                <a:ea typeface="Arial" pitchFamily="34" charset="-122"/>
                <a:cs typeface="Arial" pitchFamily="34" charset="-120"/>
              </a:rPr>
              <a:t>scan depuis une photo de la galerie · caméra avant ou arrière · lien direct vers le dossier dans la gestion de l’école.</a:t>
            </a:r>
            <a:endParaRPr lang="en-US" sz="10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childTnLst>
                          </p:cTn>
                        </p:par>
                        <p:par>
                          <p:cTn id="22" fill="hold">
                            <p:stCondLst>
                              <p:cond delay="1100"/>
                            </p:stCondLst>
                            <p:childTnLst>
                              <p:par>
                                <p:cTn id="17" presetID="42"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additive="base">
                                        <p:cTn id="20" dur="600" fill="hold"/>
                                        <p:tgtEl>
                                          <p:spTgt spid="7"/>
                                        </p:tgtEl>
                                        <p:attrNameLst>
                                          <p:attrName>ppt_x</p:attrName>
                                        </p:attrNameLst>
                                      </p:cBhvr>
                                      <p:tavLst>
                                        <p:tav tm="0">
                                          <p:val>
                                            <p:strVal val="#ppt_x"/>
                                          </p:val>
                                        </p:tav>
                                        <p:tav tm="100000">
                                          <p:val>
                                            <p:strVal val="#ppt_x"/>
                                          </p:val>
                                        </p:tav>
                                      </p:tavLst>
                                    </p:anim>
                                    <p:anim calcmode="lin" valueType="num">
                                      <p:cBhvr additive="base">
                                        <p:cTn id="21" dur="600" fill="hold"/>
                                        <p:tgtEl>
                                          <p:spTgt spid="7"/>
                                        </p:tgtEl>
                                        <p:attrNameLst>
                                          <p:attrName>ppt_y</p:attrName>
                                        </p:attrNameLst>
                                      </p:cBhvr>
                                      <p:tavLst>
                                        <p:tav tm="0">
                                          <p:val>
                                            <p:strVal val="#ppt_y+.1"/>
                                          </p:val>
                                        </p:tav>
                                        <p:tav tm="100000">
                                          <p:val>
                                            <p:strVal val="#ppt_y"/>
                                          </p:val>
                                        </p:tav>
                                      </p:tavLst>
                                    </p:anim>
                                  </p:childTnLst>
                                </p:cTn>
                              </p:par>
                            </p:childTnLst>
                          </p:cTn>
                        </p:par>
                        <p:par>
                          <p:cTn id="48" fill="hold">
                            <p:stCondLst>
                              <p:cond delay="1700"/>
                            </p:stCondLst>
                            <p:childTnLst>
                              <p:par>
                                <p:cTn id="23" presetID="42"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anim calcmode="lin" valueType="num">
                                      <p:cBhvr additive="base">
                                        <p:cTn id="26" dur="600" fill="hold"/>
                                        <p:tgtEl>
                                          <p:spTgt spid="8"/>
                                        </p:tgtEl>
                                        <p:attrNameLst>
                                          <p:attrName>ppt_x</p:attrName>
                                        </p:attrNameLst>
                                      </p:cBhvr>
                                      <p:tavLst>
                                        <p:tav tm="0">
                                          <p:val>
                                            <p:strVal val="#ppt_x"/>
                                          </p:val>
                                        </p:tav>
                                        <p:tav tm="100000">
                                          <p:val>
                                            <p:strVal val="#ppt_x"/>
                                          </p:val>
                                        </p:tav>
                                      </p:tavLst>
                                    </p:anim>
                                    <p:anim calcmode="lin" valueType="num">
                                      <p:cBhvr additive="base">
                                        <p:cTn id="27" dur="600" fill="hold"/>
                                        <p:tgtEl>
                                          <p:spTgt spid="8"/>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600"/>
                                        <p:tgtEl>
                                          <p:spTgt spid="9"/>
                                        </p:tgtEl>
                                      </p:cBhvr>
                                    </p:animEffect>
                                    <p:anim calcmode="lin" valueType="num">
                                      <p:cBhvr additive="base">
                                        <p:cTn id="31" dur="600" fill="hold"/>
                                        <p:tgtEl>
                                          <p:spTgt spid="9"/>
                                        </p:tgtEl>
                                        <p:attrNameLst>
                                          <p:attrName>ppt_x</p:attrName>
                                        </p:attrNameLst>
                                      </p:cBhvr>
                                      <p:tavLst>
                                        <p:tav tm="0">
                                          <p:val>
                                            <p:strVal val="#ppt_x"/>
                                          </p:val>
                                        </p:tav>
                                        <p:tav tm="100000">
                                          <p:val>
                                            <p:strVal val="#ppt_x"/>
                                          </p:val>
                                        </p:tav>
                                      </p:tavLst>
                                    </p:anim>
                                    <p:anim calcmode="lin" valueType="num">
                                      <p:cBhvr additive="base">
                                        <p:cTn id="32" dur="600" fill="hold"/>
                                        <p:tgtEl>
                                          <p:spTgt spid="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600"/>
                                        <p:tgtEl>
                                          <p:spTgt spid="10"/>
                                        </p:tgtEl>
                                      </p:cBhvr>
                                    </p:animEffect>
                                    <p:anim calcmode="lin" valueType="num">
                                      <p:cBhvr additive="base">
                                        <p:cTn id="36" dur="600" fill="hold"/>
                                        <p:tgtEl>
                                          <p:spTgt spid="10"/>
                                        </p:tgtEl>
                                        <p:attrNameLst>
                                          <p:attrName>ppt_x</p:attrName>
                                        </p:attrNameLst>
                                      </p:cBhvr>
                                      <p:tavLst>
                                        <p:tav tm="0">
                                          <p:val>
                                            <p:strVal val="#ppt_x"/>
                                          </p:val>
                                        </p:tav>
                                        <p:tav tm="100000">
                                          <p:val>
                                            <p:strVal val="#ppt_x"/>
                                          </p:val>
                                        </p:tav>
                                      </p:tavLst>
                                    </p:anim>
                                    <p:anim calcmode="lin" valueType="num">
                                      <p:cBhvr additive="base">
                                        <p:cTn id="37" dur="60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p:tgtEl>
                                          <p:spTgt spid="11"/>
                                        </p:tgtEl>
                                      </p:cBhvr>
                                    </p:animEffect>
                                    <p:anim calcmode="lin" valueType="num">
                                      <p:cBhvr additive="base">
                                        <p:cTn id="41" dur="600" fill="hold"/>
                                        <p:tgtEl>
                                          <p:spTgt spid="11"/>
                                        </p:tgtEl>
                                        <p:attrNameLst>
                                          <p:attrName>ppt_x</p:attrName>
                                        </p:attrNameLst>
                                      </p:cBhvr>
                                      <p:tavLst>
                                        <p:tav tm="0">
                                          <p:val>
                                            <p:strVal val="#ppt_x"/>
                                          </p:val>
                                        </p:tav>
                                        <p:tav tm="100000">
                                          <p:val>
                                            <p:strVal val="#ppt_x"/>
                                          </p:val>
                                        </p:tav>
                                      </p:tavLst>
                                    </p:anim>
                                    <p:anim calcmode="lin" valueType="num">
                                      <p:cBhvr additive="base">
                                        <p:cTn id="42" dur="600" fill="hold"/>
                                        <p:tgtEl>
                                          <p:spTgt spid="11"/>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600"/>
                                        <p:tgtEl>
                                          <p:spTgt spid="12"/>
                                        </p:tgtEl>
                                      </p:cBhvr>
                                    </p:animEffect>
                                    <p:anim calcmode="lin" valueType="num">
                                      <p:cBhvr additive="base">
                                        <p:cTn id="46" dur="600" fill="hold"/>
                                        <p:tgtEl>
                                          <p:spTgt spid="12"/>
                                        </p:tgtEl>
                                        <p:attrNameLst>
                                          <p:attrName>ppt_x</p:attrName>
                                        </p:attrNameLst>
                                      </p:cBhvr>
                                      <p:tavLst>
                                        <p:tav tm="0">
                                          <p:val>
                                            <p:strVal val="#ppt_x"/>
                                          </p:val>
                                        </p:tav>
                                        <p:tav tm="100000">
                                          <p:val>
                                            <p:strVal val="#ppt_x"/>
                                          </p:val>
                                        </p:tav>
                                      </p:tavLst>
                                    </p:anim>
                                    <p:anim calcmode="lin" valueType="num">
                                      <p:cBhvr additive="base">
                                        <p:cTn id="47" dur="600" fill="hold"/>
                                        <p:tgtEl>
                                          <p:spTgt spid="12"/>
                                        </p:tgtEl>
                                        <p:attrNameLst>
                                          <p:attrName>ppt_y</p:attrName>
                                        </p:attrNameLst>
                                      </p:cBhvr>
                                      <p:tavLst>
                                        <p:tav tm="0">
                                          <p:val>
                                            <p:strVal val="#ppt_y+.1"/>
                                          </p:val>
                                        </p:tav>
                                        <p:tav tm="100000">
                                          <p:val>
                                            <p:strVal val="#ppt_y"/>
                                          </p:val>
                                        </p:tav>
                                      </p:tavLst>
                                    </p:anim>
                                  </p:childTnLst>
                                </p:cTn>
                              </p:par>
                            </p:childTnLst>
                          </p:cTn>
                        </p:par>
                        <p:par>
                          <p:cTn id="74" fill="hold">
                            <p:stCondLst>
                              <p:cond delay="2300"/>
                            </p:stCondLst>
                            <p:childTnLst>
                              <p:par>
                                <p:cTn id="49" presetID="42"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600"/>
                                        <p:tgtEl>
                                          <p:spTgt spid="13"/>
                                        </p:tgtEl>
                                      </p:cBhvr>
                                    </p:animEffect>
                                    <p:anim calcmode="lin" valueType="num">
                                      <p:cBhvr additive="base">
                                        <p:cTn id="52" dur="600" fill="hold"/>
                                        <p:tgtEl>
                                          <p:spTgt spid="13"/>
                                        </p:tgtEl>
                                        <p:attrNameLst>
                                          <p:attrName>ppt_x</p:attrName>
                                        </p:attrNameLst>
                                      </p:cBhvr>
                                      <p:tavLst>
                                        <p:tav tm="0">
                                          <p:val>
                                            <p:strVal val="#ppt_x"/>
                                          </p:val>
                                        </p:tav>
                                        <p:tav tm="100000">
                                          <p:val>
                                            <p:strVal val="#ppt_x"/>
                                          </p:val>
                                        </p:tav>
                                      </p:tavLst>
                                    </p:anim>
                                    <p:anim calcmode="lin" valueType="num">
                                      <p:cBhvr additive="base">
                                        <p:cTn id="53" dur="600" fill="hold"/>
                                        <p:tgtEl>
                                          <p:spTgt spid="13"/>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600"/>
                                        <p:tgtEl>
                                          <p:spTgt spid="14"/>
                                        </p:tgtEl>
                                      </p:cBhvr>
                                    </p:animEffect>
                                    <p:anim calcmode="lin" valueType="num">
                                      <p:cBhvr additive="base">
                                        <p:cTn id="57" dur="600" fill="hold"/>
                                        <p:tgtEl>
                                          <p:spTgt spid="14"/>
                                        </p:tgtEl>
                                        <p:attrNameLst>
                                          <p:attrName>ppt_x</p:attrName>
                                        </p:attrNameLst>
                                      </p:cBhvr>
                                      <p:tavLst>
                                        <p:tav tm="0">
                                          <p:val>
                                            <p:strVal val="#ppt_x"/>
                                          </p:val>
                                        </p:tav>
                                        <p:tav tm="100000">
                                          <p:val>
                                            <p:strVal val="#ppt_x"/>
                                          </p:val>
                                        </p:tav>
                                      </p:tavLst>
                                    </p:anim>
                                    <p:anim calcmode="lin" valueType="num">
                                      <p:cBhvr additive="base">
                                        <p:cTn id="58" dur="600" fill="hold"/>
                                        <p:tgtEl>
                                          <p:spTgt spid="14"/>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600"/>
                                        <p:tgtEl>
                                          <p:spTgt spid="15"/>
                                        </p:tgtEl>
                                      </p:cBhvr>
                                    </p:animEffect>
                                    <p:anim calcmode="lin" valueType="num">
                                      <p:cBhvr additive="base">
                                        <p:cTn id="62" dur="600" fill="hold"/>
                                        <p:tgtEl>
                                          <p:spTgt spid="15"/>
                                        </p:tgtEl>
                                        <p:attrNameLst>
                                          <p:attrName>ppt_x</p:attrName>
                                        </p:attrNameLst>
                                      </p:cBhvr>
                                      <p:tavLst>
                                        <p:tav tm="0">
                                          <p:val>
                                            <p:strVal val="#ppt_x"/>
                                          </p:val>
                                        </p:tav>
                                        <p:tav tm="100000">
                                          <p:val>
                                            <p:strVal val="#ppt_x"/>
                                          </p:val>
                                        </p:tav>
                                      </p:tavLst>
                                    </p:anim>
                                    <p:anim calcmode="lin" valueType="num">
                                      <p:cBhvr additive="base">
                                        <p:cTn id="63" dur="600" fill="hold"/>
                                        <p:tgtEl>
                                          <p:spTgt spid="15"/>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600"/>
                                        <p:tgtEl>
                                          <p:spTgt spid="16"/>
                                        </p:tgtEl>
                                      </p:cBhvr>
                                    </p:animEffect>
                                    <p:anim calcmode="lin" valueType="num">
                                      <p:cBhvr additive="base">
                                        <p:cTn id="67" dur="600" fill="hold"/>
                                        <p:tgtEl>
                                          <p:spTgt spid="16"/>
                                        </p:tgtEl>
                                        <p:attrNameLst>
                                          <p:attrName>ppt_x</p:attrName>
                                        </p:attrNameLst>
                                      </p:cBhvr>
                                      <p:tavLst>
                                        <p:tav tm="0">
                                          <p:val>
                                            <p:strVal val="#ppt_x"/>
                                          </p:val>
                                        </p:tav>
                                        <p:tav tm="100000">
                                          <p:val>
                                            <p:strVal val="#ppt_x"/>
                                          </p:val>
                                        </p:tav>
                                      </p:tavLst>
                                    </p:anim>
                                    <p:anim calcmode="lin" valueType="num">
                                      <p:cBhvr additive="base">
                                        <p:cTn id="68" dur="600" fill="hold"/>
                                        <p:tgtEl>
                                          <p:spTgt spid="16"/>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600"/>
                                        <p:tgtEl>
                                          <p:spTgt spid="17"/>
                                        </p:tgtEl>
                                      </p:cBhvr>
                                    </p:animEffect>
                                    <p:anim calcmode="lin" valueType="num">
                                      <p:cBhvr additive="base">
                                        <p:cTn id="72" dur="600" fill="hold"/>
                                        <p:tgtEl>
                                          <p:spTgt spid="17"/>
                                        </p:tgtEl>
                                        <p:attrNameLst>
                                          <p:attrName>ppt_x</p:attrName>
                                        </p:attrNameLst>
                                      </p:cBhvr>
                                      <p:tavLst>
                                        <p:tav tm="0">
                                          <p:val>
                                            <p:strVal val="#ppt_x"/>
                                          </p:val>
                                        </p:tav>
                                        <p:tav tm="100000">
                                          <p:val>
                                            <p:strVal val="#ppt_x"/>
                                          </p:val>
                                        </p:tav>
                                      </p:tavLst>
                                    </p:anim>
                                    <p:anim calcmode="lin" valueType="num">
                                      <p:cBhvr additive="base">
                                        <p:cTn id="73" dur="600" fill="hold"/>
                                        <p:tgtEl>
                                          <p:spTgt spid="17"/>
                                        </p:tgtEl>
                                        <p:attrNameLst>
                                          <p:attrName>ppt_y</p:attrName>
                                        </p:attrNameLst>
                                      </p:cBhvr>
                                      <p:tavLst>
                                        <p:tav tm="0">
                                          <p:val>
                                            <p:strVal val="#ppt_y+.1"/>
                                          </p:val>
                                        </p:tav>
                                        <p:tav tm="100000">
                                          <p:val>
                                            <p:strVal val="#ppt_y"/>
                                          </p:val>
                                        </p:tav>
                                      </p:tavLst>
                                    </p:anim>
                                  </p:childTnLst>
                                </p:cTn>
                              </p:par>
                            </p:childTnLst>
                          </p:cTn>
                        </p:par>
                        <p:par>
                          <p:cTn id="100" fill="hold">
                            <p:stCondLst>
                              <p:cond delay="2900"/>
                            </p:stCondLst>
                            <p:childTnLst>
                              <p:par>
                                <p:cTn id="75" presetID="42" presetClass="entr" presetSubtype="0" fill="hold" grpId="0" nodeType="after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600"/>
                                        <p:tgtEl>
                                          <p:spTgt spid="18"/>
                                        </p:tgtEl>
                                      </p:cBhvr>
                                    </p:animEffect>
                                    <p:anim calcmode="lin" valueType="num">
                                      <p:cBhvr additive="base">
                                        <p:cTn id="78" dur="600" fill="hold"/>
                                        <p:tgtEl>
                                          <p:spTgt spid="18"/>
                                        </p:tgtEl>
                                        <p:attrNameLst>
                                          <p:attrName>ppt_x</p:attrName>
                                        </p:attrNameLst>
                                      </p:cBhvr>
                                      <p:tavLst>
                                        <p:tav tm="0">
                                          <p:val>
                                            <p:strVal val="#ppt_x"/>
                                          </p:val>
                                        </p:tav>
                                        <p:tav tm="100000">
                                          <p:val>
                                            <p:strVal val="#ppt_x"/>
                                          </p:val>
                                        </p:tav>
                                      </p:tavLst>
                                    </p:anim>
                                    <p:anim calcmode="lin" valueType="num">
                                      <p:cBhvr additive="base">
                                        <p:cTn id="79" dur="600" fill="hold"/>
                                        <p:tgtEl>
                                          <p:spTgt spid="18"/>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600"/>
                                        <p:tgtEl>
                                          <p:spTgt spid="19"/>
                                        </p:tgtEl>
                                      </p:cBhvr>
                                    </p:animEffect>
                                    <p:anim calcmode="lin" valueType="num">
                                      <p:cBhvr additive="base">
                                        <p:cTn id="83" dur="600" fill="hold"/>
                                        <p:tgtEl>
                                          <p:spTgt spid="19"/>
                                        </p:tgtEl>
                                        <p:attrNameLst>
                                          <p:attrName>ppt_x</p:attrName>
                                        </p:attrNameLst>
                                      </p:cBhvr>
                                      <p:tavLst>
                                        <p:tav tm="0">
                                          <p:val>
                                            <p:strVal val="#ppt_x"/>
                                          </p:val>
                                        </p:tav>
                                        <p:tav tm="100000">
                                          <p:val>
                                            <p:strVal val="#ppt_x"/>
                                          </p:val>
                                        </p:tav>
                                      </p:tavLst>
                                    </p:anim>
                                    <p:anim calcmode="lin" valueType="num">
                                      <p:cBhvr additive="base">
                                        <p:cTn id="84" dur="600" fill="hold"/>
                                        <p:tgtEl>
                                          <p:spTgt spid="19"/>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600"/>
                                        <p:tgtEl>
                                          <p:spTgt spid="20"/>
                                        </p:tgtEl>
                                      </p:cBhvr>
                                    </p:animEffect>
                                    <p:anim calcmode="lin" valueType="num">
                                      <p:cBhvr additive="base">
                                        <p:cTn id="88" dur="600" fill="hold"/>
                                        <p:tgtEl>
                                          <p:spTgt spid="20"/>
                                        </p:tgtEl>
                                        <p:attrNameLst>
                                          <p:attrName>ppt_x</p:attrName>
                                        </p:attrNameLst>
                                      </p:cBhvr>
                                      <p:tavLst>
                                        <p:tav tm="0">
                                          <p:val>
                                            <p:strVal val="#ppt_x"/>
                                          </p:val>
                                        </p:tav>
                                        <p:tav tm="100000">
                                          <p:val>
                                            <p:strVal val="#ppt_x"/>
                                          </p:val>
                                        </p:tav>
                                      </p:tavLst>
                                    </p:anim>
                                    <p:anim calcmode="lin" valueType="num">
                                      <p:cBhvr additive="base">
                                        <p:cTn id="89" dur="600" fill="hold"/>
                                        <p:tgtEl>
                                          <p:spTgt spid="20"/>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600"/>
                                        <p:tgtEl>
                                          <p:spTgt spid="21"/>
                                        </p:tgtEl>
                                      </p:cBhvr>
                                    </p:animEffect>
                                    <p:anim calcmode="lin" valueType="num">
                                      <p:cBhvr additive="base">
                                        <p:cTn id="93" dur="600" fill="hold"/>
                                        <p:tgtEl>
                                          <p:spTgt spid="21"/>
                                        </p:tgtEl>
                                        <p:attrNameLst>
                                          <p:attrName>ppt_x</p:attrName>
                                        </p:attrNameLst>
                                      </p:cBhvr>
                                      <p:tavLst>
                                        <p:tav tm="0">
                                          <p:val>
                                            <p:strVal val="#ppt_x"/>
                                          </p:val>
                                        </p:tav>
                                        <p:tav tm="100000">
                                          <p:val>
                                            <p:strVal val="#ppt_x"/>
                                          </p:val>
                                        </p:tav>
                                      </p:tavLst>
                                    </p:anim>
                                    <p:anim calcmode="lin" valueType="num">
                                      <p:cBhvr additive="base">
                                        <p:cTn id="94" dur="600" fill="hold"/>
                                        <p:tgtEl>
                                          <p:spTgt spid="21"/>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600"/>
                                        <p:tgtEl>
                                          <p:spTgt spid="22"/>
                                        </p:tgtEl>
                                      </p:cBhvr>
                                    </p:animEffect>
                                    <p:anim calcmode="lin" valueType="num">
                                      <p:cBhvr additive="base">
                                        <p:cTn id="98" dur="600" fill="hold"/>
                                        <p:tgtEl>
                                          <p:spTgt spid="22"/>
                                        </p:tgtEl>
                                        <p:attrNameLst>
                                          <p:attrName>ppt_x</p:attrName>
                                        </p:attrNameLst>
                                      </p:cBhvr>
                                      <p:tavLst>
                                        <p:tav tm="0">
                                          <p:val>
                                            <p:strVal val="#ppt_x"/>
                                          </p:val>
                                        </p:tav>
                                        <p:tav tm="100000">
                                          <p:val>
                                            <p:strVal val="#ppt_x"/>
                                          </p:val>
                                        </p:tav>
                                      </p:tavLst>
                                    </p:anim>
                                    <p:anim calcmode="lin" valueType="num">
                                      <p:cBhvr additive="base">
                                        <p:cTn id="99" dur="600" fill="hold"/>
                                        <p:tgtEl>
                                          <p:spTgt spid="22"/>
                                        </p:tgtEl>
                                        <p:attrNameLst>
                                          <p:attrName>ppt_y</p:attrName>
                                        </p:attrNameLst>
                                      </p:cBhvr>
                                      <p:tavLst>
                                        <p:tav tm="0">
                                          <p:val>
                                            <p:strVal val="#ppt_y+.1"/>
                                          </p:val>
                                        </p:tav>
                                        <p:tav tm="100000">
                                          <p:val>
                                            <p:strVal val="#ppt_y"/>
                                          </p:val>
                                        </p:tav>
                                      </p:tavLst>
                                    </p:anim>
                                  </p:childTnLst>
                                </p:cTn>
                              </p:par>
                            </p:childTnLst>
                          </p:cTn>
                        </p:par>
                        <p:par>
                          <p:cTn id="104" fill="hold">
                            <p:stCondLst>
                              <p:cond delay="3500"/>
                            </p:stCondLst>
                            <p:childTnLst>
                              <p:par>
                                <p:cTn id="101" presetID="10" presetClass="entr" presetSubtype="0" fill="hold" grpId="0" nodeType="after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11</a:t>
            </a:r>
            <a:endParaRPr lang="en-US" sz="800" dirty="0"/>
          </a:p>
        </p:txBody>
      </p:sp>
      <p:sp>
        <p:nvSpPr>
          <p:cNvPr id="4" name="a1f_245"/>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04 · LA TECHNOLOGIE</a:t>
            </a:r>
            <a:endParaRPr lang="en-US" sz="1100" dirty="0"/>
          </a:p>
        </p:txBody>
      </p:sp>
      <p:sp>
        <p:nvSpPr>
          <p:cNvPr id="5" name="a1f_246"/>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Comment un visage est-il reconnu ?</a:t>
            </a:r>
            <a:endParaRPr lang="en-US" sz="2700" dirty="0"/>
          </a:p>
        </p:txBody>
      </p:sp>
      <p:sp>
        <p:nvSpPr>
          <p:cNvPr id="6" name="a2u_247"/>
          <p:cNvSpPr/>
          <p:nvPr/>
        </p:nvSpPr>
        <p:spPr>
          <a:xfrm>
            <a:off x="365760" y="1280160"/>
            <a:ext cx="1463040" cy="1828800"/>
          </a:xfrm>
          <a:prstGeom prst="roundRect">
            <a:avLst>
              <a:gd name="adj" fmla="val 5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u_248"/>
          <p:cNvSpPr/>
          <p:nvPr/>
        </p:nvSpPr>
        <p:spPr>
          <a:xfrm>
            <a:off x="777240" y="1463040"/>
            <a:ext cx="640080" cy="640080"/>
          </a:xfrm>
          <a:prstGeom prst="ellipse">
            <a:avLst/>
          </a:prstGeom>
          <a:solidFill>
            <a:srgbClr val="1E2A78"/>
          </a:solidFill>
          <a:ln w="12700">
            <a:solidFill>
              <a:srgbClr val="1E2A78"/>
            </a:solidFill>
            <a:prstDash val="solid"/>
          </a:ln>
        </p:spPr>
      </p:sp>
      <p:pic>
        <p:nvPicPr>
          <p:cNvPr id="8" name="a2u_248i" descr="preencoded.png">    </p:cNvPr>
          <p:cNvPicPr>
            <a:picLocks noChangeAspect="1"/>
          </p:cNvPicPr>
          <p:nvPr/>
        </p:nvPicPr>
        <p:blipFill>
          <a:blip r:embed="rId1"/>
          <a:stretch>
            <a:fillRect/>
          </a:stretch>
        </p:blipFill>
        <p:spPr>
          <a:xfrm>
            <a:off x="930859" y="1616659"/>
            <a:ext cx="332842" cy="332842"/>
          </a:xfrm>
          <a:prstGeom prst="rect">
            <a:avLst/>
          </a:prstGeom>
        </p:spPr>
      </p:pic>
      <p:sp>
        <p:nvSpPr>
          <p:cNvPr id="9" name="a2u_249"/>
          <p:cNvSpPr txBox="1"/>
          <p:nvPr/>
        </p:nvSpPr>
        <p:spPr>
          <a:xfrm>
            <a:off x="457200" y="2194560"/>
            <a:ext cx="1280160" cy="274320"/>
          </a:xfrm>
          <a:prstGeom prst="rect">
            <a:avLst/>
          </a:prstGeom>
          <a:noFill/>
          <a:ln/>
        </p:spPr>
        <p:txBody>
          <a:bodyPr wrap="square" lIns="0" tIns="0" rIns="0" bIns="0" rtlCol="0" anchor="t"/>
          <a:lstStyle/>
          <a:p>
            <a:pPr algn="ctr" indent="0" marL="0">
              <a:buNone/>
            </a:pPr>
            <a:r>
              <a:rPr lang="en-US" sz="1300" b="1" dirty="0">
                <a:solidFill>
                  <a:srgbClr val="1E2A78"/>
                </a:solidFill>
                <a:latin typeface="Arial" pitchFamily="34" charset="0"/>
                <a:ea typeface="Arial" pitchFamily="34" charset="-122"/>
                <a:cs typeface="Arial" pitchFamily="34" charset="-120"/>
              </a:rPr>
              <a:t>1. Photo</a:t>
            </a:r>
            <a:endParaRPr lang="en-US" sz="1300" dirty="0"/>
          </a:p>
        </p:txBody>
      </p:sp>
      <p:sp>
        <p:nvSpPr>
          <p:cNvPr id="10" name="a2u_250"/>
          <p:cNvSpPr txBox="1"/>
          <p:nvPr/>
        </p:nvSpPr>
        <p:spPr>
          <a:xfrm>
            <a:off x="475488" y="2487168"/>
            <a:ext cx="1243584" cy="566928"/>
          </a:xfrm>
          <a:prstGeom prst="rect">
            <a:avLst/>
          </a:prstGeom>
          <a:noFill/>
          <a:ln/>
        </p:spPr>
        <p:txBody>
          <a:bodyPr wrap="square" lIns="0" tIns="0" rIns="0" bIns="0" rtlCol="0" anchor="t"/>
          <a:lstStyle/>
          <a:p>
            <a:pPr algn="ctr" indent="0" marL="0">
              <a:buNone/>
            </a:pPr>
            <a:r>
              <a:rPr lang="en-US" sz="950" dirty="0">
                <a:solidFill>
                  <a:srgbClr val="5C6685"/>
                </a:solidFill>
                <a:latin typeface="Arial" pitchFamily="34" charset="0"/>
                <a:ea typeface="Arial" pitchFamily="34" charset="-122"/>
                <a:cs typeface="Arial" pitchFamily="34" charset="-120"/>
              </a:rPr>
              <a:t>L’agent prend le visage en photo.</a:t>
            </a:r>
            <a:endParaRPr lang="en-US" sz="950" dirty="0"/>
          </a:p>
        </p:txBody>
      </p:sp>
      <p:pic>
        <p:nvPicPr>
          <p:cNvPr id="11" name="a2w_251" descr="preencoded.png">    </p:cNvPr>
          <p:cNvPicPr>
            <a:picLocks noChangeAspect="1"/>
          </p:cNvPicPr>
          <p:nvPr/>
        </p:nvPicPr>
        <p:blipFill>
          <a:blip r:embed="rId2"/>
          <a:stretch>
            <a:fillRect/>
          </a:stretch>
        </p:blipFill>
        <p:spPr>
          <a:xfrm>
            <a:off x="1847088" y="2057400"/>
            <a:ext cx="237744" cy="237744"/>
          </a:xfrm>
          <a:prstGeom prst="rect">
            <a:avLst/>
          </a:prstGeom>
        </p:spPr>
      </p:pic>
      <p:sp>
        <p:nvSpPr>
          <p:cNvPr id="12" name="a3u_252"/>
          <p:cNvSpPr/>
          <p:nvPr/>
        </p:nvSpPr>
        <p:spPr>
          <a:xfrm>
            <a:off x="2103120" y="1280160"/>
            <a:ext cx="1463040" cy="1828800"/>
          </a:xfrm>
          <a:prstGeom prst="roundRect">
            <a:avLst>
              <a:gd name="adj" fmla="val 5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3" name="a3u_253"/>
          <p:cNvSpPr/>
          <p:nvPr/>
        </p:nvSpPr>
        <p:spPr>
          <a:xfrm>
            <a:off x="2514600" y="1463040"/>
            <a:ext cx="640080" cy="640080"/>
          </a:xfrm>
          <a:prstGeom prst="ellipse">
            <a:avLst/>
          </a:prstGeom>
          <a:solidFill>
            <a:srgbClr val="00B4D8"/>
          </a:solidFill>
          <a:ln w="12700">
            <a:solidFill>
              <a:srgbClr val="00B4D8"/>
            </a:solidFill>
            <a:prstDash val="solid"/>
          </a:ln>
        </p:spPr>
      </p:sp>
      <p:pic>
        <p:nvPicPr>
          <p:cNvPr id="14" name="a3u_253i" descr="preencoded.png">    </p:cNvPr>
          <p:cNvPicPr>
            <a:picLocks noChangeAspect="1"/>
          </p:cNvPicPr>
          <p:nvPr/>
        </p:nvPicPr>
        <p:blipFill>
          <a:blip r:embed="rId3"/>
          <a:stretch>
            <a:fillRect/>
          </a:stretch>
        </p:blipFill>
        <p:spPr>
          <a:xfrm>
            <a:off x="2668219" y="1616659"/>
            <a:ext cx="332842" cy="332842"/>
          </a:xfrm>
          <a:prstGeom prst="rect">
            <a:avLst/>
          </a:prstGeom>
        </p:spPr>
      </p:pic>
      <p:sp>
        <p:nvSpPr>
          <p:cNvPr id="15" name="a3u_254"/>
          <p:cNvSpPr txBox="1"/>
          <p:nvPr/>
        </p:nvSpPr>
        <p:spPr>
          <a:xfrm>
            <a:off x="2194560" y="2194560"/>
            <a:ext cx="1280160" cy="274320"/>
          </a:xfrm>
          <a:prstGeom prst="rect">
            <a:avLst/>
          </a:prstGeom>
          <a:noFill/>
          <a:ln/>
        </p:spPr>
        <p:txBody>
          <a:bodyPr wrap="square" lIns="0" tIns="0" rIns="0" bIns="0" rtlCol="0" anchor="t"/>
          <a:lstStyle/>
          <a:p>
            <a:pPr algn="ctr" indent="0" marL="0">
              <a:buNone/>
            </a:pPr>
            <a:r>
              <a:rPr lang="en-US" sz="1300" b="1" dirty="0">
                <a:solidFill>
                  <a:srgbClr val="1E2A78"/>
                </a:solidFill>
                <a:latin typeface="Arial" pitchFamily="34" charset="0"/>
                <a:ea typeface="Arial" pitchFamily="34" charset="-122"/>
                <a:cs typeface="Arial" pitchFamily="34" charset="-120"/>
              </a:rPr>
              <a:t>2. Détection</a:t>
            </a:r>
            <a:endParaRPr lang="en-US" sz="1300" dirty="0"/>
          </a:p>
        </p:txBody>
      </p:sp>
      <p:sp>
        <p:nvSpPr>
          <p:cNvPr id="16" name="a3u_255"/>
          <p:cNvSpPr txBox="1"/>
          <p:nvPr/>
        </p:nvSpPr>
        <p:spPr>
          <a:xfrm>
            <a:off x="2212848" y="2487168"/>
            <a:ext cx="1243584" cy="566928"/>
          </a:xfrm>
          <a:prstGeom prst="rect">
            <a:avLst/>
          </a:prstGeom>
          <a:noFill/>
          <a:ln/>
        </p:spPr>
        <p:txBody>
          <a:bodyPr wrap="square" lIns="0" tIns="0" rIns="0" bIns="0" rtlCol="0" anchor="t"/>
          <a:lstStyle/>
          <a:p>
            <a:pPr algn="ctr" indent="0" marL="0">
              <a:buNone/>
            </a:pPr>
            <a:r>
              <a:rPr lang="en-US" sz="950" dirty="0">
                <a:solidFill>
                  <a:srgbClr val="5C6685"/>
                </a:solidFill>
                <a:latin typeface="Arial" pitchFamily="34" charset="0"/>
                <a:ea typeface="Arial" pitchFamily="34" charset="-122"/>
                <a:cs typeface="Arial" pitchFamily="34" charset="-120"/>
              </a:rPr>
              <a:t>Google ML Kit trouve le visage et les yeux.</a:t>
            </a:r>
            <a:endParaRPr lang="en-US" sz="950" dirty="0"/>
          </a:p>
        </p:txBody>
      </p:sp>
      <p:pic>
        <p:nvPicPr>
          <p:cNvPr id="17" name="a3w_256" descr="preencoded.png">    </p:cNvPr>
          <p:cNvPicPr>
            <a:picLocks noChangeAspect="1"/>
          </p:cNvPicPr>
          <p:nvPr/>
        </p:nvPicPr>
        <p:blipFill>
          <a:blip r:embed="rId4"/>
          <a:stretch>
            <a:fillRect/>
          </a:stretch>
        </p:blipFill>
        <p:spPr>
          <a:xfrm>
            <a:off x="3584448" y="2057400"/>
            <a:ext cx="237744" cy="237744"/>
          </a:xfrm>
          <a:prstGeom prst="rect">
            <a:avLst/>
          </a:prstGeom>
        </p:spPr>
      </p:pic>
      <p:sp>
        <p:nvSpPr>
          <p:cNvPr id="18" name="a4u_257"/>
          <p:cNvSpPr/>
          <p:nvPr/>
        </p:nvSpPr>
        <p:spPr>
          <a:xfrm>
            <a:off x="3840480" y="1280160"/>
            <a:ext cx="1463040" cy="1828800"/>
          </a:xfrm>
          <a:prstGeom prst="roundRect">
            <a:avLst>
              <a:gd name="adj" fmla="val 5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9" name="a4u_258"/>
          <p:cNvSpPr/>
          <p:nvPr/>
        </p:nvSpPr>
        <p:spPr>
          <a:xfrm>
            <a:off x="4251960" y="1463040"/>
            <a:ext cx="640080" cy="640080"/>
          </a:xfrm>
          <a:prstGeom prst="ellipse">
            <a:avLst/>
          </a:prstGeom>
          <a:solidFill>
            <a:srgbClr val="1E2A78"/>
          </a:solidFill>
          <a:ln w="12700">
            <a:solidFill>
              <a:srgbClr val="1E2A78"/>
            </a:solidFill>
            <a:prstDash val="solid"/>
          </a:ln>
        </p:spPr>
      </p:sp>
      <p:pic>
        <p:nvPicPr>
          <p:cNvPr id="20" name="a4u_258i" descr="preencoded.png">    </p:cNvPr>
          <p:cNvPicPr>
            <a:picLocks noChangeAspect="1"/>
          </p:cNvPicPr>
          <p:nvPr/>
        </p:nvPicPr>
        <p:blipFill>
          <a:blip r:embed="rId5"/>
          <a:stretch>
            <a:fillRect/>
          </a:stretch>
        </p:blipFill>
        <p:spPr>
          <a:xfrm>
            <a:off x="4405579" y="1616659"/>
            <a:ext cx="332842" cy="332842"/>
          </a:xfrm>
          <a:prstGeom prst="rect">
            <a:avLst/>
          </a:prstGeom>
        </p:spPr>
      </p:pic>
      <p:sp>
        <p:nvSpPr>
          <p:cNvPr id="21" name="a4u_259"/>
          <p:cNvSpPr txBox="1"/>
          <p:nvPr/>
        </p:nvSpPr>
        <p:spPr>
          <a:xfrm>
            <a:off x="3931920" y="2194560"/>
            <a:ext cx="1280160" cy="274320"/>
          </a:xfrm>
          <a:prstGeom prst="rect">
            <a:avLst/>
          </a:prstGeom>
          <a:noFill/>
          <a:ln/>
        </p:spPr>
        <p:txBody>
          <a:bodyPr wrap="square" lIns="0" tIns="0" rIns="0" bIns="0" rtlCol="0" anchor="t"/>
          <a:lstStyle/>
          <a:p>
            <a:pPr algn="ctr" indent="0" marL="0">
              <a:buNone/>
            </a:pPr>
            <a:r>
              <a:rPr lang="en-US" sz="1300" b="1" dirty="0">
                <a:solidFill>
                  <a:srgbClr val="1E2A78"/>
                </a:solidFill>
                <a:latin typeface="Arial" pitchFamily="34" charset="0"/>
                <a:ea typeface="Arial" pitchFamily="34" charset="-122"/>
                <a:cs typeface="Arial" pitchFamily="34" charset="-120"/>
              </a:rPr>
              <a:t>3. Alignement</a:t>
            </a:r>
            <a:endParaRPr lang="en-US" sz="1300" dirty="0"/>
          </a:p>
        </p:txBody>
      </p:sp>
      <p:sp>
        <p:nvSpPr>
          <p:cNvPr id="22" name="a4u_260"/>
          <p:cNvSpPr txBox="1"/>
          <p:nvPr/>
        </p:nvSpPr>
        <p:spPr>
          <a:xfrm>
            <a:off x="3950208" y="2487168"/>
            <a:ext cx="1243584" cy="566928"/>
          </a:xfrm>
          <a:prstGeom prst="rect">
            <a:avLst/>
          </a:prstGeom>
          <a:noFill/>
          <a:ln/>
        </p:spPr>
        <p:txBody>
          <a:bodyPr wrap="square" lIns="0" tIns="0" rIns="0" bIns="0" rtlCol="0" anchor="t"/>
          <a:lstStyle/>
          <a:p>
            <a:pPr algn="ctr" indent="0" marL="0">
              <a:buNone/>
            </a:pPr>
            <a:r>
              <a:rPr lang="en-US" sz="950" dirty="0">
                <a:solidFill>
                  <a:srgbClr val="5C6685"/>
                </a:solidFill>
                <a:latin typeface="Arial" pitchFamily="34" charset="0"/>
                <a:ea typeface="Arial" pitchFamily="34" charset="-122"/>
                <a:cs typeface="Arial" pitchFamily="34" charset="-120"/>
              </a:rPr>
              <a:t>Le visage est redressé et recadré.</a:t>
            </a:r>
            <a:endParaRPr lang="en-US" sz="950" dirty="0"/>
          </a:p>
        </p:txBody>
      </p:sp>
      <p:pic>
        <p:nvPicPr>
          <p:cNvPr id="23" name="a4w_261" descr="preencoded.png">    </p:cNvPr>
          <p:cNvPicPr>
            <a:picLocks noChangeAspect="1"/>
          </p:cNvPicPr>
          <p:nvPr/>
        </p:nvPicPr>
        <p:blipFill>
          <a:blip r:embed="rId6"/>
          <a:stretch>
            <a:fillRect/>
          </a:stretch>
        </p:blipFill>
        <p:spPr>
          <a:xfrm>
            <a:off x="5321808" y="2057400"/>
            <a:ext cx="237744" cy="237744"/>
          </a:xfrm>
          <a:prstGeom prst="rect">
            <a:avLst/>
          </a:prstGeom>
        </p:spPr>
      </p:pic>
      <p:sp>
        <p:nvSpPr>
          <p:cNvPr id="24" name="a5u_262"/>
          <p:cNvSpPr/>
          <p:nvPr/>
        </p:nvSpPr>
        <p:spPr>
          <a:xfrm>
            <a:off x="5577840" y="1280160"/>
            <a:ext cx="1463040" cy="1828800"/>
          </a:xfrm>
          <a:prstGeom prst="roundRect">
            <a:avLst>
              <a:gd name="adj" fmla="val 5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5" name="a5u_263"/>
          <p:cNvSpPr/>
          <p:nvPr/>
        </p:nvSpPr>
        <p:spPr>
          <a:xfrm>
            <a:off x="5989320" y="1463040"/>
            <a:ext cx="640080" cy="640080"/>
          </a:xfrm>
          <a:prstGeom prst="ellipse">
            <a:avLst/>
          </a:prstGeom>
          <a:solidFill>
            <a:srgbClr val="00B4D8"/>
          </a:solidFill>
          <a:ln w="12700">
            <a:solidFill>
              <a:srgbClr val="00B4D8"/>
            </a:solidFill>
            <a:prstDash val="solid"/>
          </a:ln>
        </p:spPr>
      </p:sp>
      <p:pic>
        <p:nvPicPr>
          <p:cNvPr id="26" name="a5u_263i" descr="preencoded.png">    </p:cNvPr>
          <p:cNvPicPr>
            <a:picLocks noChangeAspect="1"/>
          </p:cNvPicPr>
          <p:nvPr/>
        </p:nvPicPr>
        <p:blipFill>
          <a:blip r:embed="rId7"/>
          <a:stretch>
            <a:fillRect/>
          </a:stretch>
        </p:blipFill>
        <p:spPr>
          <a:xfrm>
            <a:off x="6142939" y="1616659"/>
            <a:ext cx="332842" cy="332842"/>
          </a:xfrm>
          <a:prstGeom prst="rect">
            <a:avLst/>
          </a:prstGeom>
        </p:spPr>
      </p:pic>
      <p:sp>
        <p:nvSpPr>
          <p:cNvPr id="27" name="a5u_264"/>
          <p:cNvSpPr txBox="1"/>
          <p:nvPr/>
        </p:nvSpPr>
        <p:spPr>
          <a:xfrm>
            <a:off x="5669280" y="2194560"/>
            <a:ext cx="1280160" cy="274320"/>
          </a:xfrm>
          <a:prstGeom prst="rect">
            <a:avLst/>
          </a:prstGeom>
          <a:noFill/>
          <a:ln/>
        </p:spPr>
        <p:txBody>
          <a:bodyPr wrap="square" lIns="0" tIns="0" rIns="0" bIns="0" rtlCol="0" anchor="t"/>
          <a:lstStyle/>
          <a:p>
            <a:pPr algn="ctr" indent="0" marL="0">
              <a:buNone/>
            </a:pPr>
            <a:r>
              <a:rPr lang="en-US" sz="1300" b="1" dirty="0">
                <a:solidFill>
                  <a:srgbClr val="1E2A78"/>
                </a:solidFill>
                <a:latin typeface="Arial" pitchFamily="34" charset="0"/>
                <a:ea typeface="Arial" pitchFamily="34" charset="-122"/>
                <a:cs typeface="Arial" pitchFamily="34" charset="-120"/>
              </a:rPr>
              <a:t>4. Empreinte</a:t>
            </a:r>
            <a:endParaRPr lang="en-US" sz="1300" dirty="0"/>
          </a:p>
        </p:txBody>
      </p:sp>
      <p:sp>
        <p:nvSpPr>
          <p:cNvPr id="28" name="a5u_265"/>
          <p:cNvSpPr txBox="1"/>
          <p:nvPr/>
        </p:nvSpPr>
        <p:spPr>
          <a:xfrm>
            <a:off x="5687568" y="2487168"/>
            <a:ext cx="1243584" cy="566928"/>
          </a:xfrm>
          <a:prstGeom prst="rect">
            <a:avLst/>
          </a:prstGeom>
          <a:noFill/>
          <a:ln/>
        </p:spPr>
        <p:txBody>
          <a:bodyPr wrap="square" lIns="0" tIns="0" rIns="0" bIns="0" rtlCol="0" anchor="t"/>
          <a:lstStyle/>
          <a:p>
            <a:pPr algn="ctr" indent="0" marL="0">
              <a:buNone/>
            </a:pPr>
            <a:r>
              <a:rPr lang="en-US" sz="950" dirty="0">
                <a:solidFill>
                  <a:srgbClr val="5C6685"/>
                </a:solidFill>
                <a:latin typeface="Arial" pitchFamily="34" charset="0"/>
                <a:ea typeface="Arial" pitchFamily="34" charset="-122"/>
                <a:cs typeface="Arial" pitchFamily="34" charset="-120"/>
              </a:rPr>
              <a:t>MobileFaceNet le résume en 192 nombres.</a:t>
            </a:r>
            <a:endParaRPr lang="en-US" sz="950" dirty="0"/>
          </a:p>
        </p:txBody>
      </p:sp>
      <p:pic>
        <p:nvPicPr>
          <p:cNvPr id="29" name="a5w_266" descr="preencoded.png">    </p:cNvPr>
          <p:cNvPicPr>
            <a:picLocks noChangeAspect="1"/>
          </p:cNvPicPr>
          <p:nvPr/>
        </p:nvPicPr>
        <p:blipFill>
          <a:blip r:embed="rId8"/>
          <a:stretch>
            <a:fillRect/>
          </a:stretch>
        </p:blipFill>
        <p:spPr>
          <a:xfrm>
            <a:off x="7059168" y="2057400"/>
            <a:ext cx="237744" cy="237744"/>
          </a:xfrm>
          <a:prstGeom prst="rect">
            <a:avLst/>
          </a:prstGeom>
        </p:spPr>
      </p:pic>
      <p:sp>
        <p:nvSpPr>
          <p:cNvPr id="30" name="a6u_267"/>
          <p:cNvSpPr/>
          <p:nvPr/>
        </p:nvSpPr>
        <p:spPr>
          <a:xfrm>
            <a:off x="7315200" y="1280160"/>
            <a:ext cx="1463040" cy="1828800"/>
          </a:xfrm>
          <a:prstGeom prst="roundRect">
            <a:avLst>
              <a:gd name="adj" fmla="val 5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31" name="a6u_268"/>
          <p:cNvSpPr/>
          <p:nvPr/>
        </p:nvSpPr>
        <p:spPr>
          <a:xfrm>
            <a:off x="7726680" y="1463040"/>
            <a:ext cx="640080" cy="640080"/>
          </a:xfrm>
          <a:prstGeom prst="ellipse">
            <a:avLst/>
          </a:prstGeom>
          <a:solidFill>
            <a:srgbClr val="10B981"/>
          </a:solidFill>
          <a:ln w="12700">
            <a:solidFill>
              <a:srgbClr val="10B981"/>
            </a:solidFill>
            <a:prstDash val="solid"/>
          </a:ln>
        </p:spPr>
      </p:sp>
      <p:pic>
        <p:nvPicPr>
          <p:cNvPr id="32" name="a6u_268i" descr="preencoded.png">    </p:cNvPr>
          <p:cNvPicPr>
            <a:picLocks noChangeAspect="1"/>
          </p:cNvPicPr>
          <p:nvPr/>
        </p:nvPicPr>
        <p:blipFill>
          <a:blip r:embed="rId9"/>
          <a:stretch>
            <a:fillRect/>
          </a:stretch>
        </p:blipFill>
        <p:spPr>
          <a:xfrm>
            <a:off x="7880299" y="1616659"/>
            <a:ext cx="332842" cy="332842"/>
          </a:xfrm>
          <a:prstGeom prst="rect">
            <a:avLst/>
          </a:prstGeom>
        </p:spPr>
      </p:pic>
      <p:sp>
        <p:nvSpPr>
          <p:cNvPr id="33" name="a6u_269"/>
          <p:cNvSpPr txBox="1"/>
          <p:nvPr/>
        </p:nvSpPr>
        <p:spPr>
          <a:xfrm>
            <a:off x="7406640" y="2194560"/>
            <a:ext cx="1280160" cy="274320"/>
          </a:xfrm>
          <a:prstGeom prst="rect">
            <a:avLst/>
          </a:prstGeom>
          <a:noFill/>
          <a:ln/>
        </p:spPr>
        <p:txBody>
          <a:bodyPr wrap="square" lIns="0" tIns="0" rIns="0" bIns="0" rtlCol="0" anchor="t"/>
          <a:lstStyle/>
          <a:p>
            <a:pPr algn="ctr" indent="0" marL="0">
              <a:buNone/>
            </a:pPr>
            <a:r>
              <a:rPr lang="en-US" sz="1300" b="1" dirty="0">
                <a:solidFill>
                  <a:srgbClr val="1E2A78"/>
                </a:solidFill>
                <a:latin typeface="Arial" pitchFamily="34" charset="0"/>
                <a:ea typeface="Arial" pitchFamily="34" charset="-122"/>
                <a:cs typeface="Arial" pitchFamily="34" charset="-120"/>
              </a:rPr>
              <a:t>5. Comparaison</a:t>
            </a:r>
            <a:endParaRPr lang="en-US" sz="1300" dirty="0"/>
          </a:p>
        </p:txBody>
      </p:sp>
      <p:sp>
        <p:nvSpPr>
          <p:cNvPr id="34" name="a6u_270"/>
          <p:cNvSpPr txBox="1"/>
          <p:nvPr/>
        </p:nvSpPr>
        <p:spPr>
          <a:xfrm>
            <a:off x="7424928" y="2487168"/>
            <a:ext cx="1243584" cy="566928"/>
          </a:xfrm>
          <a:prstGeom prst="rect">
            <a:avLst/>
          </a:prstGeom>
          <a:noFill/>
          <a:ln/>
        </p:spPr>
        <p:txBody>
          <a:bodyPr wrap="square" lIns="0" tIns="0" rIns="0" bIns="0" rtlCol="0" anchor="t"/>
          <a:lstStyle/>
          <a:p>
            <a:pPr algn="ctr" indent="0" marL="0">
              <a:buNone/>
            </a:pPr>
            <a:r>
              <a:rPr lang="en-US" sz="950" dirty="0">
                <a:solidFill>
                  <a:srgbClr val="5C6685"/>
                </a:solidFill>
                <a:latin typeface="Arial" pitchFamily="34" charset="0"/>
                <a:ea typeface="Arial" pitchFamily="34" charset="-122"/>
                <a:cs typeface="Arial" pitchFamily="34" charset="-120"/>
              </a:rPr>
              <a:t>Avec les empreintes de l’école : le plus proche l’emporte.</a:t>
            </a:r>
            <a:endParaRPr lang="en-US" sz="950" dirty="0"/>
          </a:p>
        </p:txBody>
      </p:sp>
      <p:sp>
        <p:nvSpPr>
          <p:cNvPr id="35" name="a7u_271"/>
          <p:cNvSpPr/>
          <p:nvPr/>
        </p:nvSpPr>
        <p:spPr>
          <a:xfrm>
            <a:off x="365760" y="3337560"/>
            <a:ext cx="2697480" cy="1005840"/>
          </a:xfrm>
          <a:prstGeom prst="roundRect">
            <a:avLst>
              <a:gd name="adj" fmla="val 7273"/>
            </a:avLst>
          </a:prstGeom>
          <a:solidFill>
            <a:srgbClr val="E4F6FB"/>
          </a:solidFill>
          <a:ln w="12700">
            <a:solidFill>
              <a:srgbClr val="E4F6FB"/>
            </a:solidFill>
            <a:prstDash val="solid"/>
          </a:ln>
        </p:spPr>
      </p:sp>
      <p:sp>
        <p:nvSpPr>
          <p:cNvPr id="36" name="a7u_272"/>
          <p:cNvSpPr txBox="1"/>
          <p:nvPr/>
        </p:nvSpPr>
        <p:spPr>
          <a:xfrm>
            <a:off x="548640" y="3429000"/>
            <a:ext cx="960120" cy="822960"/>
          </a:xfrm>
          <a:prstGeom prst="rect">
            <a:avLst/>
          </a:prstGeom>
          <a:noFill/>
          <a:ln/>
        </p:spPr>
        <p:txBody>
          <a:bodyPr wrap="square" lIns="0" tIns="0" rIns="0" bIns="0" rtlCol="0" anchor="ctr"/>
          <a:lstStyle/>
          <a:p>
            <a:pPr indent="0" marL="0">
              <a:buNone/>
            </a:pPr>
            <a:r>
              <a:rPr lang="en-US" sz="2600" b="1" dirty="0">
                <a:solidFill>
                  <a:srgbClr val="1E2A78"/>
                </a:solidFill>
                <a:latin typeface="Arial" pitchFamily="34" charset="0"/>
                <a:ea typeface="Arial" pitchFamily="34" charset="-122"/>
                <a:cs typeface="Arial" pitchFamily="34" charset="-120"/>
              </a:rPr>
              <a:t>192</a:t>
            </a:r>
            <a:endParaRPr lang="en-US" sz="2600" dirty="0"/>
          </a:p>
        </p:txBody>
      </p:sp>
      <p:sp>
        <p:nvSpPr>
          <p:cNvPr id="37" name="a7u_273"/>
          <p:cNvSpPr txBox="1"/>
          <p:nvPr/>
        </p:nvSpPr>
        <p:spPr>
          <a:xfrm>
            <a:off x="1536192" y="3429000"/>
            <a:ext cx="1435608" cy="822960"/>
          </a:xfrm>
          <a:prstGeom prst="rect">
            <a:avLst/>
          </a:prstGeom>
          <a:noFill/>
          <a:ln/>
        </p:spPr>
        <p:txBody>
          <a:bodyPr wrap="square" lIns="0" tIns="0" rIns="0" bIns="0" rtlCol="0" anchor="ctr"/>
          <a:lstStyle/>
          <a:p>
            <a:pPr indent="0" marL="0">
              <a:buNone/>
            </a:pPr>
            <a:r>
              <a:rPr lang="en-US" sz="950" dirty="0">
                <a:solidFill>
                  <a:srgbClr val="1B2240"/>
                </a:solidFill>
                <a:latin typeface="Arial" pitchFamily="34" charset="0"/>
                <a:ea typeface="Arial" pitchFamily="34" charset="-122"/>
                <a:cs typeface="Arial" pitchFamily="34" charset="-120"/>
              </a:rPr>
              <a:t>nombres décrivent chaque visage : son « empreinte faciale ».</a:t>
            </a:r>
            <a:endParaRPr lang="en-US" sz="950" dirty="0"/>
          </a:p>
        </p:txBody>
      </p:sp>
      <p:sp>
        <p:nvSpPr>
          <p:cNvPr id="38" name="a8u_274"/>
          <p:cNvSpPr/>
          <p:nvPr/>
        </p:nvSpPr>
        <p:spPr>
          <a:xfrm>
            <a:off x="3223260" y="3337560"/>
            <a:ext cx="2697480" cy="1005840"/>
          </a:xfrm>
          <a:prstGeom prst="roundRect">
            <a:avLst>
              <a:gd name="adj" fmla="val 7273"/>
            </a:avLst>
          </a:prstGeom>
          <a:solidFill>
            <a:srgbClr val="E4F6FB"/>
          </a:solidFill>
          <a:ln w="12700">
            <a:solidFill>
              <a:srgbClr val="E4F6FB"/>
            </a:solidFill>
            <a:prstDash val="solid"/>
          </a:ln>
        </p:spPr>
      </p:sp>
      <p:sp>
        <p:nvSpPr>
          <p:cNvPr id="39" name="a8u_275"/>
          <p:cNvSpPr txBox="1"/>
          <p:nvPr/>
        </p:nvSpPr>
        <p:spPr>
          <a:xfrm>
            <a:off x="3406140" y="3429000"/>
            <a:ext cx="960120" cy="822960"/>
          </a:xfrm>
          <a:prstGeom prst="rect">
            <a:avLst/>
          </a:prstGeom>
          <a:noFill/>
          <a:ln/>
        </p:spPr>
        <p:txBody>
          <a:bodyPr wrap="square" lIns="0" tIns="0" rIns="0" bIns="0" rtlCol="0" anchor="ctr"/>
          <a:lstStyle/>
          <a:p>
            <a:pPr indent="0" marL="0">
              <a:buNone/>
            </a:pPr>
            <a:r>
              <a:rPr lang="en-US" sz="2600" b="1" dirty="0">
                <a:solidFill>
                  <a:srgbClr val="1E2A78"/>
                </a:solidFill>
                <a:latin typeface="Arial" pitchFamily="34" charset="0"/>
                <a:ea typeface="Arial" pitchFamily="34" charset="-122"/>
                <a:cs typeface="Arial" pitchFamily="34" charset="-120"/>
              </a:rPr>
              <a:t>100 %</a:t>
            </a:r>
            <a:endParaRPr lang="en-US" sz="2600" dirty="0"/>
          </a:p>
        </p:txBody>
      </p:sp>
      <p:sp>
        <p:nvSpPr>
          <p:cNvPr id="40" name="a8u_276"/>
          <p:cNvSpPr txBox="1"/>
          <p:nvPr/>
        </p:nvSpPr>
        <p:spPr>
          <a:xfrm>
            <a:off x="4393692" y="3429000"/>
            <a:ext cx="1435608" cy="822960"/>
          </a:xfrm>
          <a:prstGeom prst="rect">
            <a:avLst/>
          </a:prstGeom>
          <a:noFill/>
          <a:ln/>
        </p:spPr>
        <p:txBody>
          <a:bodyPr wrap="square" lIns="0" tIns="0" rIns="0" bIns="0" rtlCol="0" anchor="ctr"/>
          <a:lstStyle/>
          <a:p>
            <a:pPr indent="0" marL="0">
              <a:buNone/>
            </a:pPr>
            <a:r>
              <a:rPr lang="en-US" sz="950" dirty="0">
                <a:solidFill>
                  <a:srgbClr val="1B2240"/>
                </a:solidFill>
                <a:latin typeface="Arial" pitchFamily="34" charset="0"/>
                <a:ea typeface="Arial" pitchFamily="34" charset="-122"/>
                <a:cs typeface="Arial" pitchFamily="34" charset="-120"/>
              </a:rPr>
              <a:t>des calculs faits sur le téléphone : pas besoin d’Internet pour reconnaître.</a:t>
            </a:r>
            <a:endParaRPr lang="en-US" sz="950" dirty="0"/>
          </a:p>
        </p:txBody>
      </p:sp>
      <p:sp>
        <p:nvSpPr>
          <p:cNvPr id="41" name="a9u_277"/>
          <p:cNvSpPr/>
          <p:nvPr/>
        </p:nvSpPr>
        <p:spPr>
          <a:xfrm>
            <a:off x="6080760" y="3337560"/>
            <a:ext cx="2697480" cy="1005840"/>
          </a:xfrm>
          <a:prstGeom prst="roundRect">
            <a:avLst>
              <a:gd name="adj" fmla="val 7273"/>
            </a:avLst>
          </a:prstGeom>
          <a:solidFill>
            <a:srgbClr val="E4F6FB"/>
          </a:solidFill>
          <a:ln w="12700">
            <a:solidFill>
              <a:srgbClr val="E4F6FB"/>
            </a:solidFill>
            <a:prstDash val="solid"/>
          </a:ln>
        </p:spPr>
      </p:sp>
      <p:sp>
        <p:nvSpPr>
          <p:cNvPr id="42" name="a9u_278"/>
          <p:cNvSpPr txBox="1"/>
          <p:nvPr/>
        </p:nvSpPr>
        <p:spPr>
          <a:xfrm>
            <a:off x="6263640" y="3429000"/>
            <a:ext cx="960120" cy="822960"/>
          </a:xfrm>
          <a:prstGeom prst="rect">
            <a:avLst/>
          </a:prstGeom>
          <a:noFill/>
          <a:ln/>
        </p:spPr>
        <p:txBody>
          <a:bodyPr wrap="square" lIns="0" tIns="0" rIns="0" bIns="0" rtlCol="0" anchor="ctr"/>
          <a:lstStyle/>
          <a:p>
            <a:pPr indent="0" marL="0">
              <a:buNone/>
            </a:pPr>
            <a:r>
              <a:rPr lang="en-US" sz="2600" b="1" dirty="0">
                <a:solidFill>
                  <a:srgbClr val="1E2A78"/>
                </a:solidFill>
                <a:latin typeface="Arial" pitchFamily="34" charset="0"/>
                <a:ea typeface="Arial" pitchFamily="34" charset="-122"/>
                <a:cs typeface="Arial" pitchFamily="34" charset="-120"/>
              </a:rPr>
              <a:t>2</a:t>
            </a:r>
            <a:endParaRPr lang="en-US" sz="2600" dirty="0"/>
          </a:p>
        </p:txBody>
      </p:sp>
      <p:sp>
        <p:nvSpPr>
          <p:cNvPr id="43" name="a9u_279"/>
          <p:cNvSpPr txBox="1"/>
          <p:nvPr/>
        </p:nvSpPr>
        <p:spPr>
          <a:xfrm>
            <a:off x="7251192" y="3429000"/>
            <a:ext cx="1435608" cy="822960"/>
          </a:xfrm>
          <a:prstGeom prst="rect">
            <a:avLst/>
          </a:prstGeom>
          <a:noFill/>
          <a:ln/>
        </p:spPr>
        <p:txBody>
          <a:bodyPr wrap="square" lIns="0" tIns="0" rIns="0" bIns="0" rtlCol="0" anchor="ctr"/>
          <a:lstStyle/>
          <a:p>
            <a:pPr indent="0" marL="0">
              <a:buNone/>
            </a:pPr>
            <a:r>
              <a:rPr lang="en-US" sz="950" dirty="0">
                <a:solidFill>
                  <a:srgbClr val="1B2240"/>
                </a:solidFill>
                <a:latin typeface="Arial" pitchFamily="34" charset="0"/>
                <a:ea typeface="Arial" pitchFamily="34" charset="-122"/>
                <a:cs typeface="Arial" pitchFamily="34" charset="-120"/>
              </a:rPr>
              <a:t>bases consultées : le téléphone, puis la base en ligne de l’école.</a:t>
            </a:r>
            <a:endParaRPr lang="en-US" sz="950" dirty="0"/>
          </a:p>
        </p:txBody>
      </p:sp>
      <p:sp>
        <p:nvSpPr>
          <p:cNvPr id="44" name="a10f_280"/>
          <p:cNvSpPr txBox="1"/>
          <p:nvPr/>
        </p:nvSpPr>
        <p:spPr>
          <a:xfrm>
            <a:off x="365760" y="4498848"/>
            <a:ext cx="8412480" cy="228600"/>
          </a:xfrm>
          <a:prstGeom prst="rect">
            <a:avLst/>
          </a:prstGeom>
          <a:noFill/>
          <a:ln/>
        </p:spPr>
        <p:txBody>
          <a:bodyPr wrap="square" lIns="0" tIns="0" rIns="0" bIns="0" rtlCol="0" anchor="t"/>
          <a:lstStyle/>
          <a:p>
            <a:pPr indent="0" marL="0">
              <a:buNone/>
            </a:pPr>
            <a:r>
              <a:rPr lang="en-US" sz="950" i="1" dirty="0">
                <a:solidFill>
                  <a:srgbClr val="5C6685"/>
                </a:solidFill>
                <a:latin typeface="Arial" pitchFamily="34" charset="0"/>
                <a:ea typeface="Arial" pitchFamily="34" charset="-122"/>
                <a:cs typeface="Arial" pitchFamily="34" charset="-120"/>
              </a:rPr>
              <a:t>Technologies : Flutter (Android) · Google ML Kit · TensorFlow Lite (MobileFaceNet) · SQLite · PHP · MySQL</a:t>
            </a:r>
            <a:endParaRPr lang="en-US" sz="9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9"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par>
                                <p:cTn id="36" presetID="22" presetClass="entr" presetSubtype="8"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par>
                          <p:cTn id="68" fill="hold">
                            <p:stCondLst>
                              <p:cond delay="1100"/>
                            </p:stCondLst>
                            <p:childTnLst>
                              <p:par>
                                <p:cTn id="40" presetID="42"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600"/>
                                        <p:tgtEl>
                                          <p:spTgt spid="12"/>
                                        </p:tgtEl>
                                      </p:cBhvr>
                                    </p:animEffect>
                                    <p:anim calcmode="lin" valueType="num">
                                      <p:cBhvr additive="base">
                                        <p:cTn id="43" dur="600" fill="hold"/>
                                        <p:tgtEl>
                                          <p:spTgt spid="12"/>
                                        </p:tgtEl>
                                        <p:attrNameLst>
                                          <p:attrName>ppt_x</p:attrName>
                                        </p:attrNameLst>
                                      </p:cBhvr>
                                      <p:tavLst>
                                        <p:tav tm="0">
                                          <p:val>
                                            <p:strVal val="#ppt_x"/>
                                          </p:val>
                                        </p:tav>
                                        <p:tav tm="100000">
                                          <p:val>
                                            <p:strVal val="#ppt_x"/>
                                          </p:val>
                                        </p:tav>
                                      </p:tavLst>
                                    </p:anim>
                                    <p:anim calcmode="lin" valueType="num">
                                      <p:cBhvr additive="base">
                                        <p:cTn id="44" dur="6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600"/>
                                        <p:tgtEl>
                                          <p:spTgt spid="13"/>
                                        </p:tgtEl>
                                      </p:cBhvr>
                                    </p:animEffect>
                                    <p:anim calcmode="lin" valueType="num">
                                      <p:cBhvr additive="base">
                                        <p:cTn id="48" dur="600" fill="hold"/>
                                        <p:tgtEl>
                                          <p:spTgt spid="13"/>
                                        </p:tgtEl>
                                        <p:attrNameLst>
                                          <p:attrName>ppt_x</p:attrName>
                                        </p:attrNameLst>
                                      </p:cBhvr>
                                      <p:tavLst>
                                        <p:tav tm="0">
                                          <p:val>
                                            <p:strVal val="#ppt_x"/>
                                          </p:val>
                                        </p:tav>
                                        <p:tav tm="100000">
                                          <p:val>
                                            <p:strVal val="#ppt_x"/>
                                          </p:val>
                                        </p:tav>
                                      </p:tavLst>
                                    </p:anim>
                                    <p:anim calcmode="lin" valueType="num">
                                      <p:cBhvr additive="base">
                                        <p:cTn id="49" dur="6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600"/>
                                        <p:tgtEl>
                                          <p:spTgt spid="14"/>
                                        </p:tgtEl>
                                      </p:cBhvr>
                                    </p:animEffect>
                                    <p:anim calcmode="lin" valueType="num">
                                      <p:cBhvr additive="base">
                                        <p:cTn id="53" dur="600" fill="hold"/>
                                        <p:tgtEl>
                                          <p:spTgt spid="14"/>
                                        </p:tgtEl>
                                        <p:attrNameLst>
                                          <p:attrName>ppt_x</p:attrName>
                                        </p:attrNameLst>
                                      </p:cBhvr>
                                      <p:tavLst>
                                        <p:tav tm="0">
                                          <p:val>
                                            <p:strVal val="#ppt_x"/>
                                          </p:val>
                                        </p:tav>
                                        <p:tav tm="100000">
                                          <p:val>
                                            <p:strVal val="#ppt_x"/>
                                          </p:val>
                                        </p:tav>
                                      </p:tavLst>
                                    </p:anim>
                                    <p:anim calcmode="lin" valueType="num">
                                      <p:cBhvr additive="base">
                                        <p:cTn id="54" dur="6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600"/>
                                        <p:tgtEl>
                                          <p:spTgt spid="15"/>
                                        </p:tgtEl>
                                      </p:cBhvr>
                                    </p:animEffect>
                                    <p:anim calcmode="lin" valueType="num">
                                      <p:cBhvr additive="base">
                                        <p:cTn id="58" dur="600" fill="hold"/>
                                        <p:tgtEl>
                                          <p:spTgt spid="15"/>
                                        </p:tgtEl>
                                        <p:attrNameLst>
                                          <p:attrName>ppt_x</p:attrName>
                                        </p:attrNameLst>
                                      </p:cBhvr>
                                      <p:tavLst>
                                        <p:tav tm="0">
                                          <p:val>
                                            <p:strVal val="#ppt_x"/>
                                          </p:val>
                                        </p:tav>
                                        <p:tav tm="100000">
                                          <p:val>
                                            <p:strVal val="#ppt_x"/>
                                          </p:val>
                                        </p:tav>
                                      </p:tavLst>
                                    </p:anim>
                                    <p:anim calcmode="lin" valueType="num">
                                      <p:cBhvr additive="base">
                                        <p:cTn id="59" dur="6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600"/>
                                        <p:tgtEl>
                                          <p:spTgt spid="16"/>
                                        </p:tgtEl>
                                      </p:cBhvr>
                                    </p:animEffect>
                                    <p:anim calcmode="lin" valueType="num">
                                      <p:cBhvr additive="base">
                                        <p:cTn id="63" dur="600" fill="hold"/>
                                        <p:tgtEl>
                                          <p:spTgt spid="16"/>
                                        </p:tgtEl>
                                        <p:attrNameLst>
                                          <p:attrName>ppt_x</p:attrName>
                                        </p:attrNameLst>
                                      </p:cBhvr>
                                      <p:tavLst>
                                        <p:tav tm="0">
                                          <p:val>
                                            <p:strVal val="#ppt_x"/>
                                          </p:val>
                                        </p:tav>
                                        <p:tav tm="100000">
                                          <p:val>
                                            <p:strVal val="#ppt_x"/>
                                          </p:val>
                                        </p:tav>
                                      </p:tavLst>
                                    </p:anim>
                                    <p:anim calcmode="lin" valueType="num">
                                      <p:cBhvr additive="base">
                                        <p:cTn id="64" dur="600" fill="hold"/>
                                        <p:tgtEl>
                                          <p:spTgt spid="16"/>
                                        </p:tgtEl>
                                        <p:attrNameLst>
                                          <p:attrName>ppt_y</p:attrName>
                                        </p:attrNameLst>
                                      </p:cBhvr>
                                      <p:tavLst>
                                        <p:tav tm="0">
                                          <p:val>
                                            <p:strVal val="#ppt_y+.1"/>
                                          </p:val>
                                        </p:tav>
                                        <p:tav tm="100000">
                                          <p:val>
                                            <p:strVal val="#ppt_y"/>
                                          </p:val>
                                        </p:tav>
                                      </p:tavLst>
                                    </p:anim>
                                  </p:childTnLst>
                                </p:cTn>
                              </p:par>
                              <p:par>
                                <p:cTn id="65" presetID="22" presetClass="entr" presetSubtype="8"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left)">
                                      <p:cBhvr>
                                        <p:cTn id="67" dur="500"/>
                                        <p:tgtEl>
                                          <p:spTgt spid="17"/>
                                        </p:tgtEl>
                                      </p:cBhvr>
                                    </p:animEffect>
                                  </p:childTnLst>
                                </p:cTn>
                              </p:par>
                            </p:childTnLst>
                          </p:cTn>
                        </p:par>
                        <p:par>
                          <p:cTn id="97" fill="hold">
                            <p:stCondLst>
                              <p:cond delay="1700"/>
                            </p:stCondLst>
                            <p:childTnLst>
                              <p:par>
                                <p:cTn id="69" presetID="42" presetClass="entr" presetSubtype="0" fill="hold" grpId="0" nodeType="after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600"/>
                                        <p:tgtEl>
                                          <p:spTgt spid="18"/>
                                        </p:tgtEl>
                                      </p:cBhvr>
                                    </p:animEffect>
                                    <p:anim calcmode="lin" valueType="num">
                                      <p:cBhvr additive="base">
                                        <p:cTn id="72" dur="600" fill="hold"/>
                                        <p:tgtEl>
                                          <p:spTgt spid="18"/>
                                        </p:tgtEl>
                                        <p:attrNameLst>
                                          <p:attrName>ppt_x</p:attrName>
                                        </p:attrNameLst>
                                      </p:cBhvr>
                                      <p:tavLst>
                                        <p:tav tm="0">
                                          <p:val>
                                            <p:strVal val="#ppt_x"/>
                                          </p:val>
                                        </p:tav>
                                        <p:tav tm="100000">
                                          <p:val>
                                            <p:strVal val="#ppt_x"/>
                                          </p:val>
                                        </p:tav>
                                      </p:tavLst>
                                    </p:anim>
                                    <p:anim calcmode="lin" valueType="num">
                                      <p:cBhvr additive="base">
                                        <p:cTn id="73" dur="60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600"/>
                                        <p:tgtEl>
                                          <p:spTgt spid="19"/>
                                        </p:tgtEl>
                                      </p:cBhvr>
                                    </p:animEffect>
                                    <p:anim calcmode="lin" valueType="num">
                                      <p:cBhvr additive="base">
                                        <p:cTn id="77" dur="600" fill="hold"/>
                                        <p:tgtEl>
                                          <p:spTgt spid="19"/>
                                        </p:tgtEl>
                                        <p:attrNameLst>
                                          <p:attrName>ppt_x</p:attrName>
                                        </p:attrNameLst>
                                      </p:cBhvr>
                                      <p:tavLst>
                                        <p:tav tm="0">
                                          <p:val>
                                            <p:strVal val="#ppt_x"/>
                                          </p:val>
                                        </p:tav>
                                        <p:tav tm="100000">
                                          <p:val>
                                            <p:strVal val="#ppt_x"/>
                                          </p:val>
                                        </p:tav>
                                      </p:tavLst>
                                    </p:anim>
                                    <p:anim calcmode="lin" valueType="num">
                                      <p:cBhvr additive="base">
                                        <p:cTn id="78" dur="600" fill="hold"/>
                                        <p:tgtEl>
                                          <p:spTgt spid="19"/>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600"/>
                                        <p:tgtEl>
                                          <p:spTgt spid="20"/>
                                        </p:tgtEl>
                                      </p:cBhvr>
                                    </p:animEffect>
                                    <p:anim calcmode="lin" valueType="num">
                                      <p:cBhvr additive="base">
                                        <p:cTn id="82" dur="600" fill="hold"/>
                                        <p:tgtEl>
                                          <p:spTgt spid="20"/>
                                        </p:tgtEl>
                                        <p:attrNameLst>
                                          <p:attrName>ppt_x</p:attrName>
                                        </p:attrNameLst>
                                      </p:cBhvr>
                                      <p:tavLst>
                                        <p:tav tm="0">
                                          <p:val>
                                            <p:strVal val="#ppt_x"/>
                                          </p:val>
                                        </p:tav>
                                        <p:tav tm="100000">
                                          <p:val>
                                            <p:strVal val="#ppt_x"/>
                                          </p:val>
                                        </p:tav>
                                      </p:tavLst>
                                    </p:anim>
                                    <p:anim calcmode="lin" valueType="num">
                                      <p:cBhvr additive="base">
                                        <p:cTn id="83" dur="60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600"/>
                                        <p:tgtEl>
                                          <p:spTgt spid="21"/>
                                        </p:tgtEl>
                                      </p:cBhvr>
                                    </p:animEffect>
                                    <p:anim calcmode="lin" valueType="num">
                                      <p:cBhvr additive="base">
                                        <p:cTn id="87" dur="600" fill="hold"/>
                                        <p:tgtEl>
                                          <p:spTgt spid="21"/>
                                        </p:tgtEl>
                                        <p:attrNameLst>
                                          <p:attrName>ppt_x</p:attrName>
                                        </p:attrNameLst>
                                      </p:cBhvr>
                                      <p:tavLst>
                                        <p:tav tm="0">
                                          <p:val>
                                            <p:strVal val="#ppt_x"/>
                                          </p:val>
                                        </p:tav>
                                        <p:tav tm="100000">
                                          <p:val>
                                            <p:strVal val="#ppt_x"/>
                                          </p:val>
                                        </p:tav>
                                      </p:tavLst>
                                    </p:anim>
                                    <p:anim calcmode="lin" valueType="num">
                                      <p:cBhvr additive="base">
                                        <p:cTn id="88" dur="600" fill="hold"/>
                                        <p:tgtEl>
                                          <p:spTgt spid="21"/>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600"/>
                                        <p:tgtEl>
                                          <p:spTgt spid="22"/>
                                        </p:tgtEl>
                                      </p:cBhvr>
                                    </p:animEffect>
                                    <p:anim calcmode="lin" valueType="num">
                                      <p:cBhvr additive="base">
                                        <p:cTn id="92" dur="600" fill="hold"/>
                                        <p:tgtEl>
                                          <p:spTgt spid="22"/>
                                        </p:tgtEl>
                                        <p:attrNameLst>
                                          <p:attrName>ppt_x</p:attrName>
                                        </p:attrNameLst>
                                      </p:cBhvr>
                                      <p:tavLst>
                                        <p:tav tm="0">
                                          <p:val>
                                            <p:strVal val="#ppt_x"/>
                                          </p:val>
                                        </p:tav>
                                        <p:tav tm="100000">
                                          <p:val>
                                            <p:strVal val="#ppt_x"/>
                                          </p:val>
                                        </p:tav>
                                      </p:tavLst>
                                    </p:anim>
                                    <p:anim calcmode="lin" valueType="num">
                                      <p:cBhvr additive="base">
                                        <p:cTn id="93" dur="600" fill="hold"/>
                                        <p:tgtEl>
                                          <p:spTgt spid="22"/>
                                        </p:tgtEl>
                                        <p:attrNameLst>
                                          <p:attrName>ppt_y</p:attrName>
                                        </p:attrNameLst>
                                      </p:cBhvr>
                                      <p:tavLst>
                                        <p:tav tm="0">
                                          <p:val>
                                            <p:strVal val="#ppt_y+.1"/>
                                          </p:val>
                                        </p:tav>
                                        <p:tav tm="100000">
                                          <p:val>
                                            <p:strVal val="#ppt_y"/>
                                          </p:val>
                                        </p:tav>
                                      </p:tavLst>
                                    </p:anim>
                                  </p:childTnLst>
                                </p:cTn>
                              </p:par>
                              <p:par>
                                <p:cTn id="94" presetID="22" presetClass="entr" presetSubtype="8"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wipe(left)">
                                      <p:cBhvr>
                                        <p:cTn id="96" dur="500"/>
                                        <p:tgtEl>
                                          <p:spTgt spid="23"/>
                                        </p:tgtEl>
                                      </p:cBhvr>
                                    </p:animEffect>
                                  </p:childTnLst>
                                </p:cTn>
                              </p:par>
                            </p:childTnLst>
                          </p:cTn>
                        </p:par>
                        <p:par>
                          <p:cTn id="126" fill="hold">
                            <p:stCondLst>
                              <p:cond delay="230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600"/>
                                        <p:tgtEl>
                                          <p:spTgt spid="24"/>
                                        </p:tgtEl>
                                      </p:cBhvr>
                                    </p:animEffect>
                                    <p:anim calcmode="lin" valueType="num">
                                      <p:cBhvr additive="base">
                                        <p:cTn id="101" dur="600" fill="hold"/>
                                        <p:tgtEl>
                                          <p:spTgt spid="24"/>
                                        </p:tgtEl>
                                        <p:attrNameLst>
                                          <p:attrName>ppt_x</p:attrName>
                                        </p:attrNameLst>
                                      </p:cBhvr>
                                      <p:tavLst>
                                        <p:tav tm="0">
                                          <p:val>
                                            <p:strVal val="#ppt_x"/>
                                          </p:val>
                                        </p:tav>
                                        <p:tav tm="100000">
                                          <p:val>
                                            <p:strVal val="#ppt_x"/>
                                          </p:val>
                                        </p:tav>
                                      </p:tavLst>
                                    </p:anim>
                                    <p:anim calcmode="lin" valueType="num">
                                      <p:cBhvr additive="base">
                                        <p:cTn id="102" dur="600" fill="hold"/>
                                        <p:tgtEl>
                                          <p:spTgt spid="24"/>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600"/>
                                        <p:tgtEl>
                                          <p:spTgt spid="25"/>
                                        </p:tgtEl>
                                      </p:cBhvr>
                                    </p:animEffect>
                                    <p:anim calcmode="lin" valueType="num">
                                      <p:cBhvr additive="base">
                                        <p:cTn id="106" dur="600" fill="hold"/>
                                        <p:tgtEl>
                                          <p:spTgt spid="25"/>
                                        </p:tgtEl>
                                        <p:attrNameLst>
                                          <p:attrName>ppt_x</p:attrName>
                                        </p:attrNameLst>
                                      </p:cBhvr>
                                      <p:tavLst>
                                        <p:tav tm="0">
                                          <p:val>
                                            <p:strVal val="#ppt_x"/>
                                          </p:val>
                                        </p:tav>
                                        <p:tav tm="100000">
                                          <p:val>
                                            <p:strVal val="#ppt_x"/>
                                          </p:val>
                                        </p:tav>
                                      </p:tavLst>
                                    </p:anim>
                                    <p:anim calcmode="lin" valueType="num">
                                      <p:cBhvr additive="base">
                                        <p:cTn id="107" dur="600" fill="hold"/>
                                        <p:tgtEl>
                                          <p:spTgt spid="25"/>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600"/>
                                        <p:tgtEl>
                                          <p:spTgt spid="26"/>
                                        </p:tgtEl>
                                      </p:cBhvr>
                                    </p:animEffect>
                                    <p:anim calcmode="lin" valueType="num">
                                      <p:cBhvr additive="base">
                                        <p:cTn id="111" dur="600" fill="hold"/>
                                        <p:tgtEl>
                                          <p:spTgt spid="26"/>
                                        </p:tgtEl>
                                        <p:attrNameLst>
                                          <p:attrName>ppt_x</p:attrName>
                                        </p:attrNameLst>
                                      </p:cBhvr>
                                      <p:tavLst>
                                        <p:tav tm="0">
                                          <p:val>
                                            <p:strVal val="#ppt_x"/>
                                          </p:val>
                                        </p:tav>
                                        <p:tav tm="100000">
                                          <p:val>
                                            <p:strVal val="#ppt_x"/>
                                          </p:val>
                                        </p:tav>
                                      </p:tavLst>
                                    </p:anim>
                                    <p:anim calcmode="lin" valueType="num">
                                      <p:cBhvr additive="base">
                                        <p:cTn id="112" dur="600" fill="hold"/>
                                        <p:tgtEl>
                                          <p:spTgt spid="26"/>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600"/>
                                        <p:tgtEl>
                                          <p:spTgt spid="27"/>
                                        </p:tgtEl>
                                      </p:cBhvr>
                                    </p:animEffect>
                                    <p:anim calcmode="lin" valueType="num">
                                      <p:cBhvr additive="base">
                                        <p:cTn id="116" dur="600" fill="hold"/>
                                        <p:tgtEl>
                                          <p:spTgt spid="27"/>
                                        </p:tgtEl>
                                        <p:attrNameLst>
                                          <p:attrName>ppt_x</p:attrName>
                                        </p:attrNameLst>
                                      </p:cBhvr>
                                      <p:tavLst>
                                        <p:tav tm="0">
                                          <p:val>
                                            <p:strVal val="#ppt_x"/>
                                          </p:val>
                                        </p:tav>
                                        <p:tav tm="100000">
                                          <p:val>
                                            <p:strVal val="#ppt_x"/>
                                          </p:val>
                                        </p:tav>
                                      </p:tavLst>
                                    </p:anim>
                                    <p:anim calcmode="lin" valueType="num">
                                      <p:cBhvr additive="base">
                                        <p:cTn id="117" dur="600" fill="hold"/>
                                        <p:tgtEl>
                                          <p:spTgt spid="27"/>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28"/>
                                        </p:tgtEl>
                                        <p:attrNameLst>
                                          <p:attrName>style.visibility</p:attrName>
                                        </p:attrNameLst>
                                      </p:cBhvr>
                                      <p:to>
                                        <p:strVal val="visible"/>
                                      </p:to>
                                    </p:set>
                                    <p:animEffect transition="in" filter="fade">
                                      <p:cBhvr>
                                        <p:cTn id="120" dur="600"/>
                                        <p:tgtEl>
                                          <p:spTgt spid="28"/>
                                        </p:tgtEl>
                                      </p:cBhvr>
                                    </p:animEffect>
                                    <p:anim calcmode="lin" valueType="num">
                                      <p:cBhvr additive="base">
                                        <p:cTn id="121" dur="600" fill="hold"/>
                                        <p:tgtEl>
                                          <p:spTgt spid="28"/>
                                        </p:tgtEl>
                                        <p:attrNameLst>
                                          <p:attrName>ppt_x</p:attrName>
                                        </p:attrNameLst>
                                      </p:cBhvr>
                                      <p:tavLst>
                                        <p:tav tm="0">
                                          <p:val>
                                            <p:strVal val="#ppt_x"/>
                                          </p:val>
                                        </p:tav>
                                        <p:tav tm="100000">
                                          <p:val>
                                            <p:strVal val="#ppt_x"/>
                                          </p:val>
                                        </p:tav>
                                      </p:tavLst>
                                    </p:anim>
                                    <p:anim calcmode="lin" valueType="num">
                                      <p:cBhvr additive="base">
                                        <p:cTn id="122" dur="600" fill="hold"/>
                                        <p:tgtEl>
                                          <p:spTgt spid="28"/>
                                        </p:tgtEl>
                                        <p:attrNameLst>
                                          <p:attrName>ppt_y</p:attrName>
                                        </p:attrNameLst>
                                      </p:cBhvr>
                                      <p:tavLst>
                                        <p:tav tm="0">
                                          <p:val>
                                            <p:strVal val="#ppt_y+.1"/>
                                          </p:val>
                                        </p:tav>
                                        <p:tav tm="100000">
                                          <p:val>
                                            <p:strVal val="#ppt_y"/>
                                          </p:val>
                                        </p:tav>
                                      </p:tavLst>
                                    </p:anim>
                                  </p:childTnLst>
                                </p:cTn>
                              </p:par>
                              <p:par>
                                <p:cTn id="123" presetID="22" presetClass="entr" presetSubtype="8" fill="hold" grpId="0" nodeType="withEffect">
                                  <p:stCondLst>
                                    <p:cond delay="0"/>
                                  </p:stCondLst>
                                  <p:childTnLst>
                                    <p:set>
                                      <p:cBhvr>
                                        <p:cTn id="124" dur="1" fill="hold">
                                          <p:stCondLst>
                                            <p:cond delay="0"/>
                                          </p:stCondLst>
                                        </p:cTn>
                                        <p:tgtEl>
                                          <p:spTgt spid="29"/>
                                        </p:tgtEl>
                                        <p:attrNameLst>
                                          <p:attrName>style.visibility</p:attrName>
                                        </p:attrNameLst>
                                      </p:cBhvr>
                                      <p:to>
                                        <p:strVal val="visible"/>
                                      </p:to>
                                    </p:set>
                                    <p:animEffect transition="in" filter="wipe(left)">
                                      <p:cBhvr>
                                        <p:cTn id="125" dur="500"/>
                                        <p:tgtEl>
                                          <p:spTgt spid="29"/>
                                        </p:tgtEl>
                                      </p:cBhvr>
                                    </p:animEffect>
                                  </p:childTnLst>
                                </p:cTn>
                              </p:par>
                            </p:childTnLst>
                          </p:cTn>
                        </p:par>
                        <p:par>
                          <p:cTn id="152" fill="hold">
                            <p:stCondLst>
                              <p:cond delay="2900"/>
                            </p:stCondLst>
                            <p:childTnLst>
                              <p:par>
                                <p:cTn id="127" presetID="42" presetClass="entr" presetSubtype="0" fill="hold" grpId="0" nodeType="afterEffect">
                                  <p:stCondLst>
                                    <p:cond delay="0"/>
                                  </p:stCondLst>
                                  <p:childTnLst>
                                    <p:set>
                                      <p:cBhvr>
                                        <p:cTn id="128" dur="1" fill="hold">
                                          <p:stCondLst>
                                            <p:cond delay="0"/>
                                          </p:stCondLst>
                                        </p:cTn>
                                        <p:tgtEl>
                                          <p:spTgt spid="30"/>
                                        </p:tgtEl>
                                        <p:attrNameLst>
                                          <p:attrName>style.visibility</p:attrName>
                                        </p:attrNameLst>
                                      </p:cBhvr>
                                      <p:to>
                                        <p:strVal val="visible"/>
                                      </p:to>
                                    </p:set>
                                    <p:animEffect transition="in" filter="fade">
                                      <p:cBhvr>
                                        <p:cTn id="129" dur="600"/>
                                        <p:tgtEl>
                                          <p:spTgt spid="30"/>
                                        </p:tgtEl>
                                      </p:cBhvr>
                                    </p:animEffect>
                                    <p:anim calcmode="lin" valueType="num">
                                      <p:cBhvr additive="base">
                                        <p:cTn id="130" dur="600" fill="hold"/>
                                        <p:tgtEl>
                                          <p:spTgt spid="30"/>
                                        </p:tgtEl>
                                        <p:attrNameLst>
                                          <p:attrName>ppt_x</p:attrName>
                                        </p:attrNameLst>
                                      </p:cBhvr>
                                      <p:tavLst>
                                        <p:tav tm="0">
                                          <p:val>
                                            <p:strVal val="#ppt_x"/>
                                          </p:val>
                                        </p:tav>
                                        <p:tav tm="100000">
                                          <p:val>
                                            <p:strVal val="#ppt_x"/>
                                          </p:val>
                                        </p:tav>
                                      </p:tavLst>
                                    </p:anim>
                                    <p:anim calcmode="lin" valueType="num">
                                      <p:cBhvr additive="base">
                                        <p:cTn id="131" dur="600" fill="hold"/>
                                        <p:tgtEl>
                                          <p:spTgt spid="30"/>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31"/>
                                        </p:tgtEl>
                                        <p:attrNameLst>
                                          <p:attrName>style.visibility</p:attrName>
                                        </p:attrNameLst>
                                      </p:cBhvr>
                                      <p:to>
                                        <p:strVal val="visible"/>
                                      </p:to>
                                    </p:set>
                                    <p:animEffect transition="in" filter="fade">
                                      <p:cBhvr>
                                        <p:cTn id="134" dur="600"/>
                                        <p:tgtEl>
                                          <p:spTgt spid="31"/>
                                        </p:tgtEl>
                                      </p:cBhvr>
                                    </p:animEffect>
                                    <p:anim calcmode="lin" valueType="num">
                                      <p:cBhvr additive="base">
                                        <p:cTn id="135" dur="600" fill="hold"/>
                                        <p:tgtEl>
                                          <p:spTgt spid="31"/>
                                        </p:tgtEl>
                                        <p:attrNameLst>
                                          <p:attrName>ppt_x</p:attrName>
                                        </p:attrNameLst>
                                      </p:cBhvr>
                                      <p:tavLst>
                                        <p:tav tm="0">
                                          <p:val>
                                            <p:strVal val="#ppt_x"/>
                                          </p:val>
                                        </p:tav>
                                        <p:tav tm="100000">
                                          <p:val>
                                            <p:strVal val="#ppt_x"/>
                                          </p:val>
                                        </p:tav>
                                      </p:tavLst>
                                    </p:anim>
                                    <p:anim calcmode="lin" valueType="num">
                                      <p:cBhvr additive="base">
                                        <p:cTn id="136" dur="600" fill="hold"/>
                                        <p:tgtEl>
                                          <p:spTgt spid="31"/>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2"/>
                                        </p:tgtEl>
                                        <p:attrNameLst>
                                          <p:attrName>style.visibility</p:attrName>
                                        </p:attrNameLst>
                                      </p:cBhvr>
                                      <p:to>
                                        <p:strVal val="visible"/>
                                      </p:to>
                                    </p:set>
                                    <p:animEffect transition="in" filter="fade">
                                      <p:cBhvr>
                                        <p:cTn id="139" dur="600"/>
                                        <p:tgtEl>
                                          <p:spTgt spid="32"/>
                                        </p:tgtEl>
                                      </p:cBhvr>
                                    </p:animEffect>
                                    <p:anim calcmode="lin" valueType="num">
                                      <p:cBhvr additive="base">
                                        <p:cTn id="140" dur="600" fill="hold"/>
                                        <p:tgtEl>
                                          <p:spTgt spid="32"/>
                                        </p:tgtEl>
                                        <p:attrNameLst>
                                          <p:attrName>ppt_x</p:attrName>
                                        </p:attrNameLst>
                                      </p:cBhvr>
                                      <p:tavLst>
                                        <p:tav tm="0">
                                          <p:val>
                                            <p:strVal val="#ppt_x"/>
                                          </p:val>
                                        </p:tav>
                                        <p:tav tm="100000">
                                          <p:val>
                                            <p:strVal val="#ppt_x"/>
                                          </p:val>
                                        </p:tav>
                                      </p:tavLst>
                                    </p:anim>
                                    <p:anim calcmode="lin" valueType="num">
                                      <p:cBhvr additive="base">
                                        <p:cTn id="141" dur="600" fill="hold"/>
                                        <p:tgtEl>
                                          <p:spTgt spid="32"/>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33"/>
                                        </p:tgtEl>
                                        <p:attrNameLst>
                                          <p:attrName>style.visibility</p:attrName>
                                        </p:attrNameLst>
                                      </p:cBhvr>
                                      <p:to>
                                        <p:strVal val="visible"/>
                                      </p:to>
                                    </p:set>
                                    <p:animEffect transition="in" filter="fade">
                                      <p:cBhvr>
                                        <p:cTn id="144" dur="600"/>
                                        <p:tgtEl>
                                          <p:spTgt spid="33"/>
                                        </p:tgtEl>
                                      </p:cBhvr>
                                    </p:animEffect>
                                    <p:anim calcmode="lin" valueType="num">
                                      <p:cBhvr additive="base">
                                        <p:cTn id="145" dur="600" fill="hold"/>
                                        <p:tgtEl>
                                          <p:spTgt spid="33"/>
                                        </p:tgtEl>
                                        <p:attrNameLst>
                                          <p:attrName>ppt_x</p:attrName>
                                        </p:attrNameLst>
                                      </p:cBhvr>
                                      <p:tavLst>
                                        <p:tav tm="0">
                                          <p:val>
                                            <p:strVal val="#ppt_x"/>
                                          </p:val>
                                        </p:tav>
                                        <p:tav tm="100000">
                                          <p:val>
                                            <p:strVal val="#ppt_x"/>
                                          </p:val>
                                        </p:tav>
                                      </p:tavLst>
                                    </p:anim>
                                    <p:anim calcmode="lin" valueType="num">
                                      <p:cBhvr additive="base">
                                        <p:cTn id="146" dur="600" fill="hold"/>
                                        <p:tgtEl>
                                          <p:spTgt spid="33"/>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34"/>
                                        </p:tgtEl>
                                        <p:attrNameLst>
                                          <p:attrName>style.visibility</p:attrName>
                                        </p:attrNameLst>
                                      </p:cBhvr>
                                      <p:to>
                                        <p:strVal val="visible"/>
                                      </p:to>
                                    </p:set>
                                    <p:animEffect transition="in" filter="fade">
                                      <p:cBhvr>
                                        <p:cTn id="149" dur="600"/>
                                        <p:tgtEl>
                                          <p:spTgt spid="34"/>
                                        </p:tgtEl>
                                      </p:cBhvr>
                                    </p:animEffect>
                                    <p:anim calcmode="lin" valueType="num">
                                      <p:cBhvr additive="base">
                                        <p:cTn id="150" dur="600" fill="hold"/>
                                        <p:tgtEl>
                                          <p:spTgt spid="34"/>
                                        </p:tgtEl>
                                        <p:attrNameLst>
                                          <p:attrName>ppt_x</p:attrName>
                                        </p:attrNameLst>
                                      </p:cBhvr>
                                      <p:tavLst>
                                        <p:tav tm="0">
                                          <p:val>
                                            <p:strVal val="#ppt_x"/>
                                          </p:val>
                                        </p:tav>
                                        <p:tav tm="100000">
                                          <p:val>
                                            <p:strVal val="#ppt_x"/>
                                          </p:val>
                                        </p:tav>
                                      </p:tavLst>
                                    </p:anim>
                                    <p:anim calcmode="lin" valueType="num">
                                      <p:cBhvr additive="base">
                                        <p:cTn id="151" dur="600" fill="hold"/>
                                        <p:tgtEl>
                                          <p:spTgt spid="34"/>
                                        </p:tgtEl>
                                        <p:attrNameLst>
                                          <p:attrName>ppt_y</p:attrName>
                                        </p:attrNameLst>
                                      </p:cBhvr>
                                      <p:tavLst>
                                        <p:tav tm="0">
                                          <p:val>
                                            <p:strVal val="#ppt_y+.1"/>
                                          </p:val>
                                        </p:tav>
                                        <p:tav tm="100000">
                                          <p:val>
                                            <p:strVal val="#ppt_y"/>
                                          </p:val>
                                        </p:tav>
                                      </p:tavLst>
                                    </p:anim>
                                  </p:childTnLst>
                                </p:cTn>
                              </p:par>
                            </p:childTnLst>
                          </p:cTn>
                        </p:par>
                        <p:par>
                          <p:cTn id="168" fill="hold">
                            <p:stCondLst>
                              <p:cond delay="3500"/>
                            </p:stCondLst>
                            <p:childTnLst>
                              <p:par>
                                <p:cTn id="153" presetID="42" presetClass="entr" presetSubtype="0" fill="hold" grpId="0" nodeType="afterEffect">
                                  <p:stCondLst>
                                    <p:cond delay="0"/>
                                  </p:stCondLst>
                                  <p:childTnLst>
                                    <p:set>
                                      <p:cBhvr>
                                        <p:cTn id="154" dur="1" fill="hold">
                                          <p:stCondLst>
                                            <p:cond delay="0"/>
                                          </p:stCondLst>
                                        </p:cTn>
                                        <p:tgtEl>
                                          <p:spTgt spid="35"/>
                                        </p:tgtEl>
                                        <p:attrNameLst>
                                          <p:attrName>style.visibility</p:attrName>
                                        </p:attrNameLst>
                                      </p:cBhvr>
                                      <p:to>
                                        <p:strVal val="visible"/>
                                      </p:to>
                                    </p:set>
                                    <p:animEffect transition="in" filter="fade">
                                      <p:cBhvr>
                                        <p:cTn id="155" dur="600"/>
                                        <p:tgtEl>
                                          <p:spTgt spid="35"/>
                                        </p:tgtEl>
                                      </p:cBhvr>
                                    </p:animEffect>
                                    <p:anim calcmode="lin" valueType="num">
                                      <p:cBhvr additive="base">
                                        <p:cTn id="156" dur="600" fill="hold"/>
                                        <p:tgtEl>
                                          <p:spTgt spid="35"/>
                                        </p:tgtEl>
                                        <p:attrNameLst>
                                          <p:attrName>ppt_x</p:attrName>
                                        </p:attrNameLst>
                                      </p:cBhvr>
                                      <p:tavLst>
                                        <p:tav tm="0">
                                          <p:val>
                                            <p:strVal val="#ppt_x"/>
                                          </p:val>
                                        </p:tav>
                                        <p:tav tm="100000">
                                          <p:val>
                                            <p:strVal val="#ppt_x"/>
                                          </p:val>
                                        </p:tav>
                                      </p:tavLst>
                                    </p:anim>
                                    <p:anim calcmode="lin" valueType="num">
                                      <p:cBhvr additive="base">
                                        <p:cTn id="157" dur="600" fill="hold"/>
                                        <p:tgtEl>
                                          <p:spTgt spid="35"/>
                                        </p:tgtEl>
                                        <p:attrNameLst>
                                          <p:attrName>ppt_y</p:attrName>
                                        </p:attrNameLst>
                                      </p:cBhvr>
                                      <p:tavLst>
                                        <p:tav tm="0">
                                          <p:val>
                                            <p:strVal val="#ppt_y+.1"/>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36"/>
                                        </p:tgtEl>
                                        <p:attrNameLst>
                                          <p:attrName>style.visibility</p:attrName>
                                        </p:attrNameLst>
                                      </p:cBhvr>
                                      <p:to>
                                        <p:strVal val="visible"/>
                                      </p:to>
                                    </p:set>
                                    <p:animEffect transition="in" filter="fade">
                                      <p:cBhvr>
                                        <p:cTn id="160" dur="600"/>
                                        <p:tgtEl>
                                          <p:spTgt spid="36"/>
                                        </p:tgtEl>
                                      </p:cBhvr>
                                    </p:animEffect>
                                    <p:anim calcmode="lin" valueType="num">
                                      <p:cBhvr additive="base">
                                        <p:cTn id="161" dur="600" fill="hold"/>
                                        <p:tgtEl>
                                          <p:spTgt spid="36"/>
                                        </p:tgtEl>
                                        <p:attrNameLst>
                                          <p:attrName>ppt_x</p:attrName>
                                        </p:attrNameLst>
                                      </p:cBhvr>
                                      <p:tavLst>
                                        <p:tav tm="0">
                                          <p:val>
                                            <p:strVal val="#ppt_x"/>
                                          </p:val>
                                        </p:tav>
                                        <p:tav tm="100000">
                                          <p:val>
                                            <p:strVal val="#ppt_x"/>
                                          </p:val>
                                        </p:tav>
                                      </p:tavLst>
                                    </p:anim>
                                    <p:anim calcmode="lin" valueType="num">
                                      <p:cBhvr additive="base">
                                        <p:cTn id="162" dur="600" fill="hold"/>
                                        <p:tgtEl>
                                          <p:spTgt spid="36"/>
                                        </p:tgtEl>
                                        <p:attrNameLst>
                                          <p:attrName>ppt_y</p:attrName>
                                        </p:attrNameLst>
                                      </p:cBhvr>
                                      <p:tavLst>
                                        <p:tav tm="0">
                                          <p:val>
                                            <p:strVal val="#ppt_y+.1"/>
                                          </p:val>
                                        </p:tav>
                                        <p:tav tm="100000">
                                          <p:val>
                                            <p:strVal val="#ppt_y"/>
                                          </p:val>
                                        </p:tav>
                                      </p:tavLst>
                                    </p:anim>
                                  </p:childTnLst>
                                </p:cTn>
                              </p:par>
                              <p:par>
                                <p:cTn id="163" presetID="42" presetClass="entr" presetSubtype="0" fill="hold" grpId="0" nodeType="withEffect">
                                  <p:stCondLst>
                                    <p:cond delay="0"/>
                                  </p:stCondLst>
                                  <p:childTnLst>
                                    <p:set>
                                      <p:cBhvr>
                                        <p:cTn id="164" dur="1" fill="hold">
                                          <p:stCondLst>
                                            <p:cond delay="0"/>
                                          </p:stCondLst>
                                        </p:cTn>
                                        <p:tgtEl>
                                          <p:spTgt spid="37"/>
                                        </p:tgtEl>
                                        <p:attrNameLst>
                                          <p:attrName>style.visibility</p:attrName>
                                        </p:attrNameLst>
                                      </p:cBhvr>
                                      <p:to>
                                        <p:strVal val="visible"/>
                                      </p:to>
                                    </p:set>
                                    <p:animEffect transition="in" filter="fade">
                                      <p:cBhvr>
                                        <p:cTn id="165" dur="600"/>
                                        <p:tgtEl>
                                          <p:spTgt spid="37"/>
                                        </p:tgtEl>
                                      </p:cBhvr>
                                    </p:animEffect>
                                    <p:anim calcmode="lin" valueType="num">
                                      <p:cBhvr additive="base">
                                        <p:cTn id="166" dur="600" fill="hold"/>
                                        <p:tgtEl>
                                          <p:spTgt spid="37"/>
                                        </p:tgtEl>
                                        <p:attrNameLst>
                                          <p:attrName>ppt_x</p:attrName>
                                        </p:attrNameLst>
                                      </p:cBhvr>
                                      <p:tavLst>
                                        <p:tav tm="0">
                                          <p:val>
                                            <p:strVal val="#ppt_x"/>
                                          </p:val>
                                        </p:tav>
                                        <p:tav tm="100000">
                                          <p:val>
                                            <p:strVal val="#ppt_x"/>
                                          </p:val>
                                        </p:tav>
                                      </p:tavLst>
                                    </p:anim>
                                    <p:anim calcmode="lin" valueType="num">
                                      <p:cBhvr additive="base">
                                        <p:cTn id="167" dur="600" fill="hold"/>
                                        <p:tgtEl>
                                          <p:spTgt spid="37"/>
                                        </p:tgtEl>
                                        <p:attrNameLst>
                                          <p:attrName>ppt_y</p:attrName>
                                        </p:attrNameLst>
                                      </p:cBhvr>
                                      <p:tavLst>
                                        <p:tav tm="0">
                                          <p:val>
                                            <p:strVal val="#ppt_y+.1"/>
                                          </p:val>
                                        </p:tav>
                                        <p:tav tm="100000">
                                          <p:val>
                                            <p:strVal val="#ppt_y"/>
                                          </p:val>
                                        </p:tav>
                                      </p:tavLst>
                                    </p:anim>
                                  </p:childTnLst>
                                </p:cTn>
                              </p:par>
                            </p:childTnLst>
                          </p:cTn>
                        </p:par>
                        <p:par>
                          <p:cTn id="184" fill="hold">
                            <p:stCondLst>
                              <p:cond delay="4100"/>
                            </p:stCondLst>
                            <p:childTnLst>
                              <p:par>
                                <p:cTn id="169" presetID="42" presetClass="entr" presetSubtype="0" fill="hold" grpId="0" nodeType="afterEffect">
                                  <p:stCondLst>
                                    <p:cond delay="0"/>
                                  </p:stCondLst>
                                  <p:childTnLst>
                                    <p:set>
                                      <p:cBhvr>
                                        <p:cTn id="170" dur="1" fill="hold">
                                          <p:stCondLst>
                                            <p:cond delay="0"/>
                                          </p:stCondLst>
                                        </p:cTn>
                                        <p:tgtEl>
                                          <p:spTgt spid="38"/>
                                        </p:tgtEl>
                                        <p:attrNameLst>
                                          <p:attrName>style.visibility</p:attrName>
                                        </p:attrNameLst>
                                      </p:cBhvr>
                                      <p:to>
                                        <p:strVal val="visible"/>
                                      </p:to>
                                    </p:set>
                                    <p:animEffect transition="in" filter="fade">
                                      <p:cBhvr>
                                        <p:cTn id="171" dur="600"/>
                                        <p:tgtEl>
                                          <p:spTgt spid="38"/>
                                        </p:tgtEl>
                                      </p:cBhvr>
                                    </p:animEffect>
                                    <p:anim calcmode="lin" valueType="num">
                                      <p:cBhvr additive="base">
                                        <p:cTn id="172" dur="600" fill="hold"/>
                                        <p:tgtEl>
                                          <p:spTgt spid="38"/>
                                        </p:tgtEl>
                                        <p:attrNameLst>
                                          <p:attrName>ppt_x</p:attrName>
                                        </p:attrNameLst>
                                      </p:cBhvr>
                                      <p:tavLst>
                                        <p:tav tm="0">
                                          <p:val>
                                            <p:strVal val="#ppt_x"/>
                                          </p:val>
                                        </p:tav>
                                        <p:tav tm="100000">
                                          <p:val>
                                            <p:strVal val="#ppt_x"/>
                                          </p:val>
                                        </p:tav>
                                      </p:tavLst>
                                    </p:anim>
                                    <p:anim calcmode="lin" valueType="num">
                                      <p:cBhvr additive="base">
                                        <p:cTn id="173" dur="600" fill="hold"/>
                                        <p:tgtEl>
                                          <p:spTgt spid="38"/>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0"/>
                                  </p:stCondLst>
                                  <p:childTnLst>
                                    <p:set>
                                      <p:cBhvr>
                                        <p:cTn id="175" dur="1" fill="hold">
                                          <p:stCondLst>
                                            <p:cond delay="0"/>
                                          </p:stCondLst>
                                        </p:cTn>
                                        <p:tgtEl>
                                          <p:spTgt spid="39"/>
                                        </p:tgtEl>
                                        <p:attrNameLst>
                                          <p:attrName>style.visibility</p:attrName>
                                        </p:attrNameLst>
                                      </p:cBhvr>
                                      <p:to>
                                        <p:strVal val="visible"/>
                                      </p:to>
                                    </p:set>
                                    <p:animEffect transition="in" filter="fade">
                                      <p:cBhvr>
                                        <p:cTn id="176" dur="600"/>
                                        <p:tgtEl>
                                          <p:spTgt spid="39"/>
                                        </p:tgtEl>
                                      </p:cBhvr>
                                    </p:animEffect>
                                    <p:anim calcmode="lin" valueType="num">
                                      <p:cBhvr additive="base">
                                        <p:cTn id="177" dur="600" fill="hold"/>
                                        <p:tgtEl>
                                          <p:spTgt spid="39"/>
                                        </p:tgtEl>
                                        <p:attrNameLst>
                                          <p:attrName>ppt_x</p:attrName>
                                        </p:attrNameLst>
                                      </p:cBhvr>
                                      <p:tavLst>
                                        <p:tav tm="0">
                                          <p:val>
                                            <p:strVal val="#ppt_x"/>
                                          </p:val>
                                        </p:tav>
                                        <p:tav tm="100000">
                                          <p:val>
                                            <p:strVal val="#ppt_x"/>
                                          </p:val>
                                        </p:tav>
                                      </p:tavLst>
                                    </p:anim>
                                    <p:anim calcmode="lin" valueType="num">
                                      <p:cBhvr additive="base">
                                        <p:cTn id="178" dur="600" fill="hold"/>
                                        <p:tgtEl>
                                          <p:spTgt spid="39"/>
                                        </p:tgtEl>
                                        <p:attrNameLst>
                                          <p:attrName>ppt_y</p:attrName>
                                        </p:attrNameLst>
                                      </p:cBhvr>
                                      <p:tavLst>
                                        <p:tav tm="0">
                                          <p:val>
                                            <p:strVal val="#ppt_y+.1"/>
                                          </p:val>
                                        </p:tav>
                                        <p:tav tm="100000">
                                          <p:val>
                                            <p:strVal val="#ppt_y"/>
                                          </p:val>
                                        </p:tav>
                                      </p:tavLst>
                                    </p:anim>
                                  </p:childTnLst>
                                </p:cTn>
                              </p:par>
                              <p:par>
                                <p:cTn id="179" presetID="42" presetClass="entr" presetSubtype="0" fill="hold" grpId="0" nodeType="withEffect">
                                  <p:stCondLst>
                                    <p:cond delay="0"/>
                                  </p:stCondLst>
                                  <p:childTnLst>
                                    <p:set>
                                      <p:cBhvr>
                                        <p:cTn id="180" dur="1" fill="hold">
                                          <p:stCondLst>
                                            <p:cond delay="0"/>
                                          </p:stCondLst>
                                        </p:cTn>
                                        <p:tgtEl>
                                          <p:spTgt spid="40"/>
                                        </p:tgtEl>
                                        <p:attrNameLst>
                                          <p:attrName>style.visibility</p:attrName>
                                        </p:attrNameLst>
                                      </p:cBhvr>
                                      <p:to>
                                        <p:strVal val="visible"/>
                                      </p:to>
                                    </p:set>
                                    <p:animEffect transition="in" filter="fade">
                                      <p:cBhvr>
                                        <p:cTn id="181" dur="600"/>
                                        <p:tgtEl>
                                          <p:spTgt spid="40"/>
                                        </p:tgtEl>
                                      </p:cBhvr>
                                    </p:animEffect>
                                    <p:anim calcmode="lin" valueType="num">
                                      <p:cBhvr additive="base">
                                        <p:cTn id="182" dur="600" fill="hold"/>
                                        <p:tgtEl>
                                          <p:spTgt spid="40"/>
                                        </p:tgtEl>
                                        <p:attrNameLst>
                                          <p:attrName>ppt_x</p:attrName>
                                        </p:attrNameLst>
                                      </p:cBhvr>
                                      <p:tavLst>
                                        <p:tav tm="0">
                                          <p:val>
                                            <p:strVal val="#ppt_x"/>
                                          </p:val>
                                        </p:tav>
                                        <p:tav tm="100000">
                                          <p:val>
                                            <p:strVal val="#ppt_x"/>
                                          </p:val>
                                        </p:tav>
                                      </p:tavLst>
                                    </p:anim>
                                    <p:anim calcmode="lin" valueType="num">
                                      <p:cBhvr additive="base">
                                        <p:cTn id="183" dur="600" fill="hold"/>
                                        <p:tgtEl>
                                          <p:spTgt spid="40"/>
                                        </p:tgtEl>
                                        <p:attrNameLst>
                                          <p:attrName>ppt_y</p:attrName>
                                        </p:attrNameLst>
                                      </p:cBhvr>
                                      <p:tavLst>
                                        <p:tav tm="0">
                                          <p:val>
                                            <p:strVal val="#ppt_y+.1"/>
                                          </p:val>
                                        </p:tav>
                                        <p:tav tm="100000">
                                          <p:val>
                                            <p:strVal val="#ppt_y"/>
                                          </p:val>
                                        </p:tav>
                                      </p:tavLst>
                                    </p:anim>
                                  </p:childTnLst>
                                </p:cTn>
                              </p:par>
                            </p:childTnLst>
                          </p:cTn>
                        </p:par>
                        <p:par>
                          <p:cTn id="200" fill="hold">
                            <p:stCondLst>
                              <p:cond delay="4700"/>
                            </p:stCondLst>
                            <p:childTnLst>
                              <p:par>
                                <p:cTn id="185" presetID="42" presetClass="entr" presetSubtype="0" fill="hold" grpId="0" nodeType="afterEffect">
                                  <p:stCondLst>
                                    <p:cond delay="0"/>
                                  </p:stCondLst>
                                  <p:childTnLst>
                                    <p:set>
                                      <p:cBhvr>
                                        <p:cTn id="186" dur="1" fill="hold">
                                          <p:stCondLst>
                                            <p:cond delay="0"/>
                                          </p:stCondLst>
                                        </p:cTn>
                                        <p:tgtEl>
                                          <p:spTgt spid="41"/>
                                        </p:tgtEl>
                                        <p:attrNameLst>
                                          <p:attrName>style.visibility</p:attrName>
                                        </p:attrNameLst>
                                      </p:cBhvr>
                                      <p:to>
                                        <p:strVal val="visible"/>
                                      </p:to>
                                    </p:set>
                                    <p:animEffect transition="in" filter="fade">
                                      <p:cBhvr>
                                        <p:cTn id="187" dur="600"/>
                                        <p:tgtEl>
                                          <p:spTgt spid="41"/>
                                        </p:tgtEl>
                                      </p:cBhvr>
                                    </p:animEffect>
                                    <p:anim calcmode="lin" valueType="num">
                                      <p:cBhvr additive="base">
                                        <p:cTn id="188" dur="600" fill="hold"/>
                                        <p:tgtEl>
                                          <p:spTgt spid="41"/>
                                        </p:tgtEl>
                                        <p:attrNameLst>
                                          <p:attrName>ppt_x</p:attrName>
                                        </p:attrNameLst>
                                      </p:cBhvr>
                                      <p:tavLst>
                                        <p:tav tm="0">
                                          <p:val>
                                            <p:strVal val="#ppt_x"/>
                                          </p:val>
                                        </p:tav>
                                        <p:tav tm="100000">
                                          <p:val>
                                            <p:strVal val="#ppt_x"/>
                                          </p:val>
                                        </p:tav>
                                      </p:tavLst>
                                    </p:anim>
                                    <p:anim calcmode="lin" valueType="num">
                                      <p:cBhvr additive="base">
                                        <p:cTn id="189" dur="600" fill="hold"/>
                                        <p:tgtEl>
                                          <p:spTgt spid="41"/>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0"/>
                                  </p:stCondLst>
                                  <p:childTnLst>
                                    <p:set>
                                      <p:cBhvr>
                                        <p:cTn id="191" dur="1" fill="hold">
                                          <p:stCondLst>
                                            <p:cond delay="0"/>
                                          </p:stCondLst>
                                        </p:cTn>
                                        <p:tgtEl>
                                          <p:spTgt spid="42"/>
                                        </p:tgtEl>
                                        <p:attrNameLst>
                                          <p:attrName>style.visibility</p:attrName>
                                        </p:attrNameLst>
                                      </p:cBhvr>
                                      <p:to>
                                        <p:strVal val="visible"/>
                                      </p:to>
                                    </p:set>
                                    <p:animEffect transition="in" filter="fade">
                                      <p:cBhvr>
                                        <p:cTn id="192" dur="600"/>
                                        <p:tgtEl>
                                          <p:spTgt spid="42"/>
                                        </p:tgtEl>
                                      </p:cBhvr>
                                    </p:animEffect>
                                    <p:anim calcmode="lin" valueType="num">
                                      <p:cBhvr additive="base">
                                        <p:cTn id="193" dur="600" fill="hold"/>
                                        <p:tgtEl>
                                          <p:spTgt spid="42"/>
                                        </p:tgtEl>
                                        <p:attrNameLst>
                                          <p:attrName>ppt_x</p:attrName>
                                        </p:attrNameLst>
                                      </p:cBhvr>
                                      <p:tavLst>
                                        <p:tav tm="0">
                                          <p:val>
                                            <p:strVal val="#ppt_x"/>
                                          </p:val>
                                        </p:tav>
                                        <p:tav tm="100000">
                                          <p:val>
                                            <p:strVal val="#ppt_x"/>
                                          </p:val>
                                        </p:tav>
                                      </p:tavLst>
                                    </p:anim>
                                    <p:anim calcmode="lin" valueType="num">
                                      <p:cBhvr additive="base">
                                        <p:cTn id="194" dur="600" fill="hold"/>
                                        <p:tgtEl>
                                          <p:spTgt spid="42"/>
                                        </p:tgtEl>
                                        <p:attrNameLst>
                                          <p:attrName>ppt_y</p:attrName>
                                        </p:attrNameLst>
                                      </p:cBhvr>
                                      <p:tavLst>
                                        <p:tav tm="0">
                                          <p:val>
                                            <p:strVal val="#ppt_y+.1"/>
                                          </p:val>
                                        </p:tav>
                                        <p:tav tm="100000">
                                          <p:val>
                                            <p:strVal val="#ppt_y"/>
                                          </p:val>
                                        </p:tav>
                                      </p:tavLst>
                                    </p:anim>
                                  </p:childTnLst>
                                </p:cTn>
                              </p:par>
                              <p:par>
                                <p:cTn id="195" presetID="42" presetClass="entr" presetSubtype="0" fill="hold" grpId="0" nodeType="withEffect">
                                  <p:stCondLst>
                                    <p:cond delay="0"/>
                                  </p:stCondLst>
                                  <p:childTnLst>
                                    <p:set>
                                      <p:cBhvr>
                                        <p:cTn id="196" dur="1" fill="hold">
                                          <p:stCondLst>
                                            <p:cond delay="0"/>
                                          </p:stCondLst>
                                        </p:cTn>
                                        <p:tgtEl>
                                          <p:spTgt spid="43"/>
                                        </p:tgtEl>
                                        <p:attrNameLst>
                                          <p:attrName>style.visibility</p:attrName>
                                        </p:attrNameLst>
                                      </p:cBhvr>
                                      <p:to>
                                        <p:strVal val="visible"/>
                                      </p:to>
                                    </p:set>
                                    <p:animEffect transition="in" filter="fade">
                                      <p:cBhvr>
                                        <p:cTn id="197" dur="600"/>
                                        <p:tgtEl>
                                          <p:spTgt spid="43"/>
                                        </p:tgtEl>
                                      </p:cBhvr>
                                    </p:animEffect>
                                    <p:anim calcmode="lin" valueType="num">
                                      <p:cBhvr additive="base">
                                        <p:cTn id="198" dur="600" fill="hold"/>
                                        <p:tgtEl>
                                          <p:spTgt spid="43"/>
                                        </p:tgtEl>
                                        <p:attrNameLst>
                                          <p:attrName>ppt_x</p:attrName>
                                        </p:attrNameLst>
                                      </p:cBhvr>
                                      <p:tavLst>
                                        <p:tav tm="0">
                                          <p:val>
                                            <p:strVal val="#ppt_x"/>
                                          </p:val>
                                        </p:tav>
                                        <p:tav tm="100000">
                                          <p:val>
                                            <p:strVal val="#ppt_x"/>
                                          </p:val>
                                        </p:tav>
                                      </p:tavLst>
                                    </p:anim>
                                    <p:anim calcmode="lin" valueType="num">
                                      <p:cBhvr additive="base">
                                        <p:cTn id="199" dur="600" fill="hold"/>
                                        <p:tgtEl>
                                          <p:spTgt spid="43"/>
                                        </p:tgtEl>
                                        <p:attrNameLst>
                                          <p:attrName>ppt_y</p:attrName>
                                        </p:attrNameLst>
                                      </p:cBhvr>
                                      <p:tavLst>
                                        <p:tav tm="0">
                                          <p:val>
                                            <p:strVal val="#ppt_y+.1"/>
                                          </p:val>
                                        </p:tav>
                                        <p:tav tm="100000">
                                          <p:val>
                                            <p:strVal val="#ppt_y"/>
                                          </p:val>
                                        </p:tav>
                                      </p:tavLst>
                                    </p:anim>
                                  </p:childTnLst>
                                </p:cTn>
                              </p:par>
                            </p:childTnLst>
                          </p:cTn>
                        </p:par>
                        <p:par>
                          <p:cTn id="204" fill="hold">
                            <p:stCondLst>
                              <p:cond delay="5300"/>
                            </p:stCondLst>
                            <p:childTnLst>
                              <p:par>
                                <p:cTn id="201" presetID="10" presetClass="entr" presetSubtype="0" fill="hold" grpId="0" nodeType="afterEffect">
                                  <p:stCondLst>
                                    <p:cond delay="0"/>
                                  </p:stCondLst>
                                  <p:childTnLst>
                                    <p:set>
                                      <p:cBhvr>
                                        <p:cTn id="202" dur="1" fill="hold">
                                          <p:stCondLst>
                                            <p:cond delay="0"/>
                                          </p:stCondLst>
                                        </p:cTn>
                                        <p:tgtEl>
                                          <p:spTgt spid="44"/>
                                        </p:tgtEl>
                                        <p:attrNameLst>
                                          <p:attrName>style.visibility</p:attrName>
                                        </p:attrNameLst>
                                      </p:cBhvr>
                                      <p:to>
                                        <p:strVal val="visible"/>
                                      </p:to>
                                    </p:set>
                                    <p:animEffect transition="in" filter="fade">
                                      <p:cBhvr>
                                        <p:cTn id="20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30" grpId="0" animBg="1"/>
      <p:bldP spid="31"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12</a:t>
            </a:r>
            <a:endParaRPr lang="en-US" sz="800" dirty="0"/>
          </a:p>
        </p:txBody>
      </p:sp>
      <p:sp>
        <p:nvSpPr>
          <p:cNvPr id="4" name="a1f_281"/>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03 · L'APPLICATION MOBILE</a:t>
            </a:r>
            <a:endParaRPr lang="en-US" sz="1100" dirty="0"/>
          </a:p>
        </p:txBody>
      </p:sp>
      <p:sp>
        <p:nvSpPr>
          <p:cNvPr id="5" name="a1f_282"/>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Hors ligne, synchronisée, bilingue</a:t>
            </a:r>
            <a:endParaRPr lang="en-US" sz="2700" dirty="0"/>
          </a:p>
        </p:txBody>
      </p:sp>
      <p:pic>
        <p:nvPicPr>
          <p:cNvPr id="6" name="a2u_283" descr="/tmp/claude-0/-home-user-face-id/e849e0f3-7743-5449-a322-d35a4c4c9845/scratchpad/deck/img/app_settings.png">    </p:cNvPr>
          <p:cNvPicPr>
            <a:picLocks noChangeAspect="1"/>
          </p:cNvPicPr>
          <p:nvPr/>
        </p:nvPicPr>
        <p:blipFill>
          <a:blip r:embed="rId1"/>
          <a:stretch>
            <a:fillRect/>
          </a:stretch>
        </p:blipFill>
        <p:spPr>
          <a:xfrm>
            <a:off x="457200" y="1143000"/>
            <a:ext cx="1757131" cy="3611880"/>
          </a:xfrm>
          <a:prstGeom prst="rect">
            <a:avLst/>
          </a:prstGeom>
        </p:spPr>
      </p:pic>
      <p:pic>
        <p:nvPicPr>
          <p:cNvPr id="7" name="a3u_284" descr="/tmp/claude-0/-home-user-face-id/e849e0f3-7743-5449-a322-d35a4c4c9845/scratchpad/deck/img/app_home_ar.png">    </p:cNvPr>
          <p:cNvPicPr>
            <a:picLocks noChangeAspect="1"/>
          </p:cNvPicPr>
          <p:nvPr/>
        </p:nvPicPr>
        <p:blipFill>
          <a:blip r:embed="rId2"/>
          <a:stretch>
            <a:fillRect/>
          </a:stretch>
        </p:blipFill>
        <p:spPr>
          <a:xfrm>
            <a:off x="2331720" y="1143000"/>
            <a:ext cx="1757131" cy="3611880"/>
          </a:xfrm>
          <a:prstGeom prst="rect">
            <a:avLst/>
          </a:prstGeom>
        </p:spPr>
      </p:pic>
      <p:sp>
        <p:nvSpPr>
          <p:cNvPr id="8" name="a4z_285"/>
          <p:cNvSpPr/>
          <p:nvPr/>
        </p:nvSpPr>
        <p:spPr>
          <a:xfrm>
            <a:off x="4343400" y="1234440"/>
            <a:ext cx="457200" cy="457200"/>
          </a:xfrm>
          <a:prstGeom prst="ellipse">
            <a:avLst/>
          </a:prstGeom>
          <a:solidFill>
            <a:srgbClr val="1E2A78"/>
          </a:solidFill>
          <a:ln w="12700">
            <a:solidFill>
              <a:srgbClr val="1E2A78"/>
            </a:solidFill>
            <a:prstDash val="solid"/>
          </a:ln>
        </p:spPr>
      </p:sp>
      <p:pic>
        <p:nvPicPr>
          <p:cNvPr id="9" name="a4z_285i" descr="preencoded.png">    </p:cNvPr>
          <p:cNvPicPr>
            <a:picLocks noChangeAspect="1"/>
          </p:cNvPicPr>
          <p:nvPr/>
        </p:nvPicPr>
        <p:blipFill>
          <a:blip r:embed="rId3"/>
          <a:stretch>
            <a:fillRect/>
          </a:stretch>
        </p:blipFill>
        <p:spPr>
          <a:xfrm>
            <a:off x="4453128" y="1344168"/>
            <a:ext cx="237744" cy="237744"/>
          </a:xfrm>
          <a:prstGeom prst="rect">
            <a:avLst/>
          </a:prstGeom>
        </p:spPr>
      </p:pic>
      <p:sp>
        <p:nvSpPr>
          <p:cNvPr id="10" name="a4u_286"/>
          <p:cNvSpPr txBox="1"/>
          <p:nvPr/>
        </p:nvSpPr>
        <p:spPr>
          <a:xfrm>
            <a:off x="4937760" y="1216152"/>
            <a:ext cx="374904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Fonctionne hors ligne</a:t>
            </a:r>
            <a:endParaRPr lang="en-US" sz="1300" dirty="0"/>
          </a:p>
        </p:txBody>
      </p:sp>
      <p:sp>
        <p:nvSpPr>
          <p:cNvPr id="11" name="a4u_287"/>
          <p:cNvSpPr txBox="1"/>
          <p:nvPr/>
        </p:nvSpPr>
        <p:spPr>
          <a:xfrm>
            <a:off x="4937760" y="1472184"/>
            <a:ext cx="374904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Sans réseau, la reconnaissance se fait avec les personnes enregistrées sur le téléphone.</a:t>
            </a:r>
            <a:endParaRPr lang="en-US" sz="1050" dirty="0"/>
          </a:p>
        </p:txBody>
      </p:sp>
      <p:sp>
        <p:nvSpPr>
          <p:cNvPr id="12" name="a5z_288"/>
          <p:cNvSpPr/>
          <p:nvPr/>
        </p:nvSpPr>
        <p:spPr>
          <a:xfrm>
            <a:off x="4343400" y="2103120"/>
            <a:ext cx="457200" cy="457200"/>
          </a:xfrm>
          <a:prstGeom prst="ellipse">
            <a:avLst/>
          </a:prstGeom>
          <a:solidFill>
            <a:srgbClr val="00B4D8"/>
          </a:solidFill>
          <a:ln w="12700">
            <a:solidFill>
              <a:srgbClr val="00B4D8"/>
            </a:solidFill>
            <a:prstDash val="solid"/>
          </a:ln>
        </p:spPr>
      </p:sp>
      <p:pic>
        <p:nvPicPr>
          <p:cNvPr id="13" name="a5z_288i" descr="preencoded.png">    </p:cNvPr>
          <p:cNvPicPr>
            <a:picLocks noChangeAspect="1"/>
          </p:cNvPicPr>
          <p:nvPr/>
        </p:nvPicPr>
        <p:blipFill>
          <a:blip r:embed="rId4"/>
          <a:stretch>
            <a:fillRect/>
          </a:stretch>
        </p:blipFill>
        <p:spPr>
          <a:xfrm>
            <a:off x="4453128" y="2212848"/>
            <a:ext cx="237744" cy="237744"/>
          </a:xfrm>
          <a:prstGeom prst="rect">
            <a:avLst/>
          </a:prstGeom>
        </p:spPr>
      </p:pic>
      <p:sp>
        <p:nvSpPr>
          <p:cNvPr id="14" name="a5u_289"/>
          <p:cNvSpPr txBox="1"/>
          <p:nvPr/>
        </p:nvSpPr>
        <p:spPr>
          <a:xfrm>
            <a:off x="4937760" y="2084832"/>
            <a:ext cx="374904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Synchronisation automatique</a:t>
            </a:r>
            <a:endParaRPr lang="en-US" sz="1300" dirty="0"/>
          </a:p>
        </p:txBody>
      </p:sp>
      <p:sp>
        <p:nvSpPr>
          <p:cNvPr id="15" name="a5u_290"/>
          <p:cNvSpPr txBox="1"/>
          <p:nvPr/>
        </p:nvSpPr>
        <p:spPr>
          <a:xfrm>
            <a:off x="4937760" y="2340864"/>
            <a:ext cx="374904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Les ajouts et modifications partent au serveur dès que possible (vérification chaque minute).</a:t>
            </a:r>
            <a:endParaRPr lang="en-US" sz="1050" dirty="0"/>
          </a:p>
        </p:txBody>
      </p:sp>
      <p:sp>
        <p:nvSpPr>
          <p:cNvPr id="16" name="a6z_291"/>
          <p:cNvSpPr/>
          <p:nvPr/>
        </p:nvSpPr>
        <p:spPr>
          <a:xfrm>
            <a:off x="4343400" y="2971800"/>
            <a:ext cx="457200" cy="457200"/>
          </a:xfrm>
          <a:prstGeom prst="ellipse">
            <a:avLst/>
          </a:prstGeom>
          <a:solidFill>
            <a:srgbClr val="1E2A78"/>
          </a:solidFill>
          <a:ln w="12700">
            <a:solidFill>
              <a:srgbClr val="1E2A78"/>
            </a:solidFill>
            <a:prstDash val="solid"/>
          </a:ln>
        </p:spPr>
      </p:sp>
      <p:pic>
        <p:nvPicPr>
          <p:cNvPr id="17" name="a6z_291i" descr="preencoded.png">    </p:cNvPr>
          <p:cNvPicPr>
            <a:picLocks noChangeAspect="1"/>
          </p:cNvPicPr>
          <p:nvPr/>
        </p:nvPicPr>
        <p:blipFill>
          <a:blip r:embed="rId5"/>
          <a:stretch>
            <a:fillRect/>
          </a:stretch>
        </p:blipFill>
        <p:spPr>
          <a:xfrm>
            <a:off x="4453128" y="3081528"/>
            <a:ext cx="237744" cy="237744"/>
          </a:xfrm>
          <a:prstGeom prst="rect">
            <a:avLst/>
          </a:prstGeom>
        </p:spPr>
      </p:pic>
      <p:sp>
        <p:nvSpPr>
          <p:cNvPr id="18" name="a6u_292"/>
          <p:cNvSpPr txBox="1"/>
          <p:nvPr/>
        </p:nvSpPr>
        <p:spPr>
          <a:xfrm>
            <a:off x="4937760" y="2953512"/>
            <a:ext cx="374904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Permissions visibles</a:t>
            </a:r>
            <a:endParaRPr lang="en-US" sz="1300" dirty="0"/>
          </a:p>
        </p:txBody>
      </p:sp>
      <p:sp>
        <p:nvSpPr>
          <p:cNvPr id="19" name="a6u_293"/>
          <p:cNvSpPr txBox="1"/>
          <p:nvPr/>
        </p:nvSpPr>
        <p:spPr>
          <a:xfrm>
            <a:off x="4937760" y="3209544"/>
            <a:ext cx="374904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L’agent voit ce qu’il a le droit de faire ; un compte bloqué est déconnecté.</a:t>
            </a:r>
            <a:endParaRPr lang="en-US" sz="1050" dirty="0"/>
          </a:p>
        </p:txBody>
      </p:sp>
      <p:sp>
        <p:nvSpPr>
          <p:cNvPr id="20" name="a7z_294"/>
          <p:cNvSpPr/>
          <p:nvPr/>
        </p:nvSpPr>
        <p:spPr>
          <a:xfrm>
            <a:off x="4343400" y="3840480"/>
            <a:ext cx="457200" cy="457200"/>
          </a:xfrm>
          <a:prstGeom prst="ellipse">
            <a:avLst/>
          </a:prstGeom>
          <a:solidFill>
            <a:srgbClr val="00B4D8"/>
          </a:solidFill>
          <a:ln w="12700">
            <a:solidFill>
              <a:srgbClr val="00B4D8"/>
            </a:solidFill>
            <a:prstDash val="solid"/>
          </a:ln>
        </p:spPr>
      </p:sp>
      <p:pic>
        <p:nvPicPr>
          <p:cNvPr id="21" name="a7z_294i" descr="preencoded.png">    </p:cNvPr>
          <p:cNvPicPr>
            <a:picLocks noChangeAspect="1"/>
          </p:cNvPicPr>
          <p:nvPr/>
        </p:nvPicPr>
        <p:blipFill>
          <a:blip r:embed="rId6"/>
          <a:stretch>
            <a:fillRect/>
          </a:stretch>
        </p:blipFill>
        <p:spPr>
          <a:xfrm>
            <a:off x="4453128" y="3950208"/>
            <a:ext cx="237744" cy="237744"/>
          </a:xfrm>
          <a:prstGeom prst="rect">
            <a:avLst/>
          </a:prstGeom>
        </p:spPr>
      </p:pic>
      <p:sp>
        <p:nvSpPr>
          <p:cNvPr id="22" name="a7u_295"/>
          <p:cNvSpPr txBox="1"/>
          <p:nvPr/>
        </p:nvSpPr>
        <p:spPr>
          <a:xfrm>
            <a:off x="4937760" y="3822192"/>
            <a:ext cx="374904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Français et arabe</a:t>
            </a:r>
            <a:endParaRPr lang="en-US" sz="1300" dirty="0"/>
          </a:p>
        </p:txBody>
      </p:sp>
      <p:sp>
        <p:nvSpPr>
          <p:cNvPr id="23" name="a7u_296"/>
          <p:cNvSpPr txBox="1"/>
          <p:nvPr/>
        </p:nvSpPr>
        <p:spPr>
          <a:xfrm>
            <a:off x="4937760" y="4078224"/>
            <a:ext cx="374904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Toute l’application existe en deux langues, avec l’écriture de droite à gauche.</a:t>
            </a:r>
            <a:endParaRPr lang="en-US" sz="10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childTnLst>
                          </p:cTn>
                        </p:par>
                        <p:par>
                          <p:cTn id="22" fill="hold">
                            <p:stCondLst>
                              <p:cond delay="1100"/>
                            </p:stCondLst>
                            <p:childTnLst>
                              <p:par>
                                <p:cTn id="17" presetID="42"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additive="base">
                                        <p:cTn id="20" dur="600" fill="hold"/>
                                        <p:tgtEl>
                                          <p:spTgt spid="7"/>
                                        </p:tgtEl>
                                        <p:attrNameLst>
                                          <p:attrName>ppt_x</p:attrName>
                                        </p:attrNameLst>
                                      </p:cBhvr>
                                      <p:tavLst>
                                        <p:tav tm="0">
                                          <p:val>
                                            <p:strVal val="#ppt_x"/>
                                          </p:val>
                                        </p:tav>
                                        <p:tav tm="100000">
                                          <p:val>
                                            <p:strVal val="#ppt_x"/>
                                          </p:val>
                                        </p:tav>
                                      </p:tavLst>
                                    </p:anim>
                                    <p:anim calcmode="lin" valueType="num">
                                      <p:cBhvr additive="base">
                                        <p:cTn id="21" dur="600" fill="hold"/>
                                        <p:tgtEl>
                                          <p:spTgt spid="7"/>
                                        </p:tgtEl>
                                        <p:attrNameLst>
                                          <p:attrName>ppt_y</p:attrName>
                                        </p:attrNameLst>
                                      </p:cBhvr>
                                      <p:tavLst>
                                        <p:tav tm="0">
                                          <p:val>
                                            <p:strVal val="#ppt_y+.1"/>
                                          </p:val>
                                        </p:tav>
                                        <p:tav tm="100000">
                                          <p:val>
                                            <p:strVal val="#ppt_y"/>
                                          </p:val>
                                        </p:tav>
                                      </p:tavLst>
                                    </p:anim>
                                  </p:childTnLst>
                                </p:cTn>
                              </p:par>
                            </p:childTnLst>
                          </p:cTn>
                        </p:par>
                        <p:par>
                          <p:cTn id="43" fill="hold">
                            <p:stCondLst>
                              <p:cond delay="1700"/>
                            </p:stCondLst>
                            <p:childTnLst>
                              <p:par>
                                <p:cTn id="23" presetID="53" presetClass="entr" presetSubtype="16"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450" fill="hold"/>
                                        <p:tgtEl>
                                          <p:spTgt spid="8"/>
                                        </p:tgtEl>
                                        <p:attrNameLst>
                                          <p:attrName>ppt_w</p:attrName>
                                        </p:attrNameLst>
                                      </p:cBhvr>
                                      <p:tavLst>
                                        <p:tav tm="0">
                                          <p:val>
                                            <p:fltVal val="0"/>
                                          </p:val>
                                        </p:tav>
                                        <p:tav tm="100000">
                                          <p:val>
                                            <p:strVal val="#ppt_w"/>
                                          </p:val>
                                        </p:tav>
                                      </p:tavLst>
                                    </p:anim>
                                    <p:anim calcmode="lin" valueType="num">
                                      <p:cBhvr>
                                        <p:cTn id="26" dur="450" fill="hold"/>
                                        <p:tgtEl>
                                          <p:spTgt spid="8"/>
                                        </p:tgtEl>
                                        <p:attrNameLst>
                                          <p:attrName>ppt_h</p:attrName>
                                        </p:attrNameLst>
                                      </p:cBhvr>
                                      <p:tavLst>
                                        <p:tav tm="0">
                                          <p:val>
                                            <p:fltVal val="0"/>
                                          </p:val>
                                        </p:tav>
                                        <p:tav tm="100000">
                                          <p:val>
                                            <p:strVal val="#ppt_h"/>
                                          </p:val>
                                        </p:tav>
                                      </p:tavLst>
                                    </p:anim>
                                    <p:animEffect transition="in" filter="fade">
                                      <p:cBhvr>
                                        <p:cTn id="27" dur="450"/>
                                        <p:tgtEl>
                                          <p:spTgt spid="8"/>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450" fill="hold"/>
                                        <p:tgtEl>
                                          <p:spTgt spid="9"/>
                                        </p:tgtEl>
                                        <p:attrNameLst>
                                          <p:attrName>ppt_w</p:attrName>
                                        </p:attrNameLst>
                                      </p:cBhvr>
                                      <p:tavLst>
                                        <p:tav tm="0">
                                          <p:val>
                                            <p:fltVal val="0"/>
                                          </p:val>
                                        </p:tav>
                                        <p:tav tm="100000">
                                          <p:val>
                                            <p:strVal val="#ppt_w"/>
                                          </p:val>
                                        </p:tav>
                                      </p:tavLst>
                                    </p:anim>
                                    <p:anim calcmode="lin" valueType="num">
                                      <p:cBhvr>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600"/>
                                        <p:tgtEl>
                                          <p:spTgt spid="10"/>
                                        </p:tgtEl>
                                      </p:cBhvr>
                                    </p:animEffect>
                                    <p:anim calcmode="lin" valueType="num">
                                      <p:cBhvr additive="base">
                                        <p:cTn id="36" dur="600" fill="hold"/>
                                        <p:tgtEl>
                                          <p:spTgt spid="10"/>
                                        </p:tgtEl>
                                        <p:attrNameLst>
                                          <p:attrName>ppt_x</p:attrName>
                                        </p:attrNameLst>
                                      </p:cBhvr>
                                      <p:tavLst>
                                        <p:tav tm="0">
                                          <p:val>
                                            <p:strVal val="#ppt_x"/>
                                          </p:val>
                                        </p:tav>
                                        <p:tav tm="100000">
                                          <p:val>
                                            <p:strVal val="#ppt_x"/>
                                          </p:val>
                                        </p:tav>
                                      </p:tavLst>
                                    </p:anim>
                                    <p:anim calcmode="lin" valueType="num">
                                      <p:cBhvr additive="base">
                                        <p:cTn id="37" dur="60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p:tgtEl>
                                          <p:spTgt spid="11"/>
                                        </p:tgtEl>
                                      </p:cBhvr>
                                    </p:animEffect>
                                    <p:anim calcmode="lin" valueType="num">
                                      <p:cBhvr additive="base">
                                        <p:cTn id="41" dur="600" fill="hold"/>
                                        <p:tgtEl>
                                          <p:spTgt spid="11"/>
                                        </p:tgtEl>
                                        <p:attrNameLst>
                                          <p:attrName>ppt_x</p:attrName>
                                        </p:attrNameLst>
                                      </p:cBhvr>
                                      <p:tavLst>
                                        <p:tav tm="0">
                                          <p:val>
                                            <p:strVal val="#ppt_x"/>
                                          </p:val>
                                        </p:tav>
                                        <p:tav tm="100000">
                                          <p:val>
                                            <p:strVal val="#ppt_x"/>
                                          </p:val>
                                        </p:tav>
                                      </p:tavLst>
                                    </p:anim>
                                    <p:anim calcmode="lin" valueType="num">
                                      <p:cBhvr additive="base">
                                        <p:cTn id="42" dur="600" fill="hold"/>
                                        <p:tgtEl>
                                          <p:spTgt spid="11"/>
                                        </p:tgtEl>
                                        <p:attrNameLst>
                                          <p:attrName>ppt_y</p:attrName>
                                        </p:attrNameLst>
                                      </p:cBhvr>
                                      <p:tavLst>
                                        <p:tav tm="0">
                                          <p:val>
                                            <p:strVal val="#ppt_y+.1"/>
                                          </p:val>
                                        </p:tav>
                                        <p:tav tm="100000">
                                          <p:val>
                                            <p:strVal val="#ppt_y"/>
                                          </p:val>
                                        </p:tav>
                                      </p:tavLst>
                                    </p:anim>
                                  </p:childTnLst>
                                </p:cTn>
                              </p:par>
                            </p:childTnLst>
                          </p:cTn>
                        </p:par>
                        <p:par>
                          <p:cTn id="64" fill="hold">
                            <p:stCondLst>
                              <p:cond delay="2300"/>
                            </p:stCondLst>
                            <p:childTnLst>
                              <p:par>
                                <p:cTn id="44" presetID="53" presetClass="entr" presetSubtype="16"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450" fill="hold"/>
                                        <p:tgtEl>
                                          <p:spTgt spid="12"/>
                                        </p:tgtEl>
                                        <p:attrNameLst>
                                          <p:attrName>ppt_w</p:attrName>
                                        </p:attrNameLst>
                                      </p:cBhvr>
                                      <p:tavLst>
                                        <p:tav tm="0">
                                          <p:val>
                                            <p:fltVal val="0"/>
                                          </p:val>
                                        </p:tav>
                                        <p:tav tm="100000">
                                          <p:val>
                                            <p:strVal val="#ppt_w"/>
                                          </p:val>
                                        </p:tav>
                                      </p:tavLst>
                                    </p:anim>
                                    <p:anim calcmode="lin" valueType="num">
                                      <p:cBhvr>
                                        <p:cTn id="47" dur="450" fill="hold"/>
                                        <p:tgtEl>
                                          <p:spTgt spid="12"/>
                                        </p:tgtEl>
                                        <p:attrNameLst>
                                          <p:attrName>ppt_h</p:attrName>
                                        </p:attrNameLst>
                                      </p:cBhvr>
                                      <p:tavLst>
                                        <p:tav tm="0">
                                          <p:val>
                                            <p:fltVal val="0"/>
                                          </p:val>
                                        </p:tav>
                                        <p:tav tm="100000">
                                          <p:val>
                                            <p:strVal val="#ppt_h"/>
                                          </p:val>
                                        </p:tav>
                                      </p:tavLst>
                                    </p:anim>
                                    <p:animEffect transition="in" filter="fade">
                                      <p:cBhvr>
                                        <p:cTn id="48" dur="450"/>
                                        <p:tgtEl>
                                          <p:spTgt spid="12"/>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450" fill="hold"/>
                                        <p:tgtEl>
                                          <p:spTgt spid="13"/>
                                        </p:tgtEl>
                                        <p:attrNameLst>
                                          <p:attrName>ppt_w</p:attrName>
                                        </p:attrNameLst>
                                      </p:cBhvr>
                                      <p:tavLst>
                                        <p:tav tm="0">
                                          <p:val>
                                            <p:fltVal val="0"/>
                                          </p:val>
                                        </p:tav>
                                        <p:tav tm="100000">
                                          <p:val>
                                            <p:strVal val="#ppt_w"/>
                                          </p:val>
                                        </p:tav>
                                      </p:tavLst>
                                    </p:anim>
                                    <p:anim calcmode="lin" valueType="num">
                                      <p:cBhvr>
                                        <p:cTn id="52" dur="450" fill="hold"/>
                                        <p:tgtEl>
                                          <p:spTgt spid="13"/>
                                        </p:tgtEl>
                                        <p:attrNameLst>
                                          <p:attrName>ppt_h</p:attrName>
                                        </p:attrNameLst>
                                      </p:cBhvr>
                                      <p:tavLst>
                                        <p:tav tm="0">
                                          <p:val>
                                            <p:fltVal val="0"/>
                                          </p:val>
                                        </p:tav>
                                        <p:tav tm="100000">
                                          <p:val>
                                            <p:strVal val="#ppt_h"/>
                                          </p:val>
                                        </p:tav>
                                      </p:tavLst>
                                    </p:anim>
                                    <p:animEffect transition="in" filter="fade">
                                      <p:cBhvr>
                                        <p:cTn id="53" dur="450"/>
                                        <p:tgtEl>
                                          <p:spTgt spid="13"/>
                                        </p:tgtEl>
                                      </p:cBhvr>
                                    </p:animEffect>
                                  </p:childTnLst>
                                </p:cTn>
                              </p:par>
                              <p:par>
                                <p:cTn id="54" presetID="42"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600"/>
                                        <p:tgtEl>
                                          <p:spTgt spid="14"/>
                                        </p:tgtEl>
                                      </p:cBhvr>
                                    </p:animEffect>
                                    <p:anim calcmode="lin" valueType="num">
                                      <p:cBhvr additive="base">
                                        <p:cTn id="57" dur="600" fill="hold"/>
                                        <p:tgtEl>
                                          <p:spTgt spid="14"/>
                                        </p:tgtEl>
                                        <p:attrNameLst>
                                          <p:attrName>ppt_x</p:attrName>
                                        </p:attrNameLst>
                                      </p:cBhvr>
                                      <p:tavLst>
                                        <p:tav tm="0">
                                          <p:val>
                                            <p:strVal val="#ppt_x"/>
                                          </p:val>
                                        </p:tav>
                                        <p:tav tm="100000">
                                          <p:val>
                                            <p:strVal val="#ppt_x"/>
                                          </p:val>
                                        </p:tav>
                                      </p:tavLst>
                                    </p:anim>
                                    <p:anim calcmode="lin" valueType="num">
                                      <p:cBhvr additive="base">
                                        <p:cTn id="58" dur="600" fill="hold"/>
                                        <p:tgtEl>
                                          <p:spTgt spid="14"/>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600"/>
                                        <p:tgtEl>
                                          <p:spTgt spid="15"/>
                                        </p:tgtEl>
                                      </p:cBhvr>
                                    </p:animEffect>
                                    <p:anim calcmode="lin" valueType="num">
                                      <p:cBhvr additive="base">
                                        <p:cTn id="62" dur="600" fill="hold"/>
                                        <p:tgtEl>
                                          <p:spTgt spid="15"/>
                                        </p:tgtEl>
                                        <p:attrNameLst>
                                          <p:attrName>ppt_x</p:attrName>
                                        </p:attrNameLst>
                                      </p:cBhvr>
                                      <p:tavLst>
                                        <p:tav tm="0">
                                          <p:val>
                                            <p:strVal val="#ppt_x"/>
                                          </p:val>
                                        </p:tav>
                                        <p:tav tm="100000">
                                          <p:val>
                                            <p:strVal val="#ppt_x"/>
                                          </p:val>
                                        </p:tav>
                                      </p:tavLst>
                                    </p:anim>
                                    <p:anim calcmode="lin" valueType="num">
                                      <p:cBhvr additive="base">
                                        <p:cTn id="63" dur="600" fill="hold"/>
                                        <p:tgtEl>
                                          <p:spTgt spid="15"/>
                                        </p:tgtEl>
                                        <p:attrNameLst>
                                          <p:attrName>ppt_y</p:attrName>
                                        </p:attrNameLst>
                                      </p:cBhvr>
                                      <p:tavLst>
                                        <p:tav tm="0">
                                          <p:val>
                                            <p:strVal val="#ppt_y+.1"/>
                                          </p:val>
                                        </p:tav>
                                        <p:tav tm="100000">
                                          <p:val>
                                            <p:strVal val="#ppt_y"/>
                                          </p:val>
                                        </p:tav>
                                      </p:tavLst>
                                    </p:anim>
                                  </p:childTnLst>
                                </p:cTn>
                              </p:par>
                            </p:childTnLst>
                          </p:cTn>
                        </p:par>
                        <p:par>
                          <p:cTn id="85" fill="hold">
                            <p:stCondLst>
                              <p:cond delay="2900"/>
                            </p:stCondLst>
                            <p:childTnLst>
                              <p:par>
                                <p:cTn id="65" presetID="53" presetClass="entr" presetSubtype="16" fill="hold" grpId="0" nodeType="after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p:cTn id="67" dur="450" fill="hold"/>
                                        <p:tgtEl>
                                          <p:spTgt spid="16"/>
                                        </p:tgtEl>
                                        <p:attrNameLst>
                                          <p:attrName>ppt_w</p:attrName>
                                        </p:attrNameLst>
                                      </p:cBhvr>
                                      <p:tavLst>
                                        <p:tav tm="0">
                                          <p:val>
                                            <p:fltVal val="0"/>
                                          </p:val>
                                        </p:tav>
                                        <p:tav tm="100000">
                                          <p:val>
                                            <p:strVal val="#ppt_w"/>
                                          </p:val>
                                        </p:tav>
                                      </p:tavLst>
                                    </p:anim>
                                    <p:anim calcmode="lin" valueType="num">
                                      <p:cBhvr>
                                        <p:cTn id="68" dur="450" fill="hold"/>
                                        <p:tgtEl>
                                          <p:spTgt spid="16"/>
                                        </p:tgtEl>
                                        <p:attrNameLst>
                                          <p:attrName>ppt_h</p:attrName>
                                        </p:attrNameLst>
                                      </p:cBhvr>
                                      <p:tavLst>
                                        <p:tav tm="0">
                                          <p:val>
                                            <p:fltVal val="0"/>
                                          </p:val>
                                        </p:tav>
                                        <p:tav tm="100000">
                                          <p:val>
                                            <p:strVal val="#ppt_h"/>
                                          </p:val>
                                        </p:tav>
                                      </p:tavLst>
                                    </p:anim>
                                    <p:animEffect transition="in" filter="fade">
                                      <p:cBhvr>
                                        <p:cTn id="69" dur="450"/>
                                        <p:tgtEl>
                                          <p:spTgt spid="16"/>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p:cTn id="72" dur="450" fill="hold"/>
                                        <p:tgtEl>
                                          <p:spTgt spid="17"/>
                                        </p:tgtEl>
                                        <p:attrNameLst>
                                          <p:attrName>ppt_w</p:attrName>
                                        </p:attrNameLst>
                                      </p:cBhvr>
                                      <p:tavLst>
                                        <p:tav tm="0">
                                          <p:val>
                                            <p:fltVal val="0"/>
                                          </p:val>
                                        </p:tav>
                                        <p:tav tm="100000">
                                          <p:val>
                                            <p:strVal val="#ppt_w"/>
                                          </p:val>
                                        </p:tav>
                                      </p:tavLst>
                                    </p:anim>
                                    <p:anim calcmode="lin" valueType="num">
                                      <p:cBhvr>
                                        <p:cTn id="73" dur="450" fill="hold"/>
                                        <p:tgtEl>
                                          <p:spTgt spid="17"/>
                                        </p:tgtEl>
                                        <p:attrNameLst>
                                          <p:attrName>ppt_h</p:attrName>
                                        </p:attrNameLst>
                                      </p:cBhvr>
                                      <p:tavLst>
                                        <p:tav tm="0">
                                          <p:val>
                                            <p:fltVal val="0"/>
                                          </p:val>
                                        </p:tav>
                                        <p:tav tm="100000">
                                          <p:val>
                                            <p:strVal val="#ppt_h"/>
                                          </p:val>
                                        </p:tav>
                                      </p:tavLst>
                                    </p:anim>
                                    <p:animEffect transition="in" filter="fade">
                                      <p:cBhvr>
                                        <p:cTn id="74" dur="450"/>
                                        <p:tgtEl>
                                          <p:spTgt spid="17"/>
                                        </p:tgtEl>
                                      </p:cBhvr>
                                    </p:animEffect>
                                  </p:childTnLst>
                                </p:cTn>
                              </p:par>
                              <p:par>
                                <p:cTn id="75" presetID="42"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600"/>
                                        <p:tgtEl>
                                          <p:spTgt spid="18"/>
                                        </p:tgtEl>
                                      </p:cBhvr>
                                    </p:animEffect>
                                    <p:anim calcmode="lin" valueType="num">
                                      <p:cBhvr additive="base">
                                        <p:cTn id="78" dur="600" fill="hold"/>
                                        <p:tgtEl>
                                          <p:spTgt spid="18"/>
                                        </p:tgtEl>
                                        <p:attrNameLst>
                                          <p:attrName>ppt_x</p:attrName>
                                        </p:attrNameLst>
                                      </p:cBhvr>
                                      <p:tavLst>
                                        <p:tav tm="0">
                                          <p:val>
                                            <p:strVal val="#ppt_x"/>
                                          </p:val>
                                        </p:tav>
                                        <p:tav tm="100000">
                                          <p:val>
                                            <p:strVal val="#ppt_x"/>
                                          </p:val>
                                        </p:tav>
                                      </p:tavLst>
                                    </p:anim>
                                    <p:anim calcmode="lin" valueType="num">
                                      <p:cBhvr additive="base">
                                        <p:cTn id="79" dur="600" fill="hold"/>
                                        <p:tgtEl>
                                          <p:spTgt spid="18"/>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600"/>
                                        <p:tgtEl>
                                          <p:spTgt spid="19"/>
                                        </p:tgtEl>
                                      </p:cBhvr>
                                    </p:animEffect>
                                    <p:anim calcmode="lin" valueType="num">
                                      <p:cBhvr additive="base">
                                        <p:cTn id="83" dur="600" fill="hold"/>
                                        <p:tgtEl>
                                          <p:spTgt spid="19"/>
                                        </p:tgtEl>
                                        <p:attrNameLst>
                                          <p:attrName>ppt_x</p:attrName>
                                        </p:attrNameLst>
                                      </p:cBhvr>
                                      <p:tavLst>
                                        <p:tav tm="0">
                                          <p:val>
                                            <p:strVal val="#ppt_x"/>
                                          </p:val>
                                        </p:tav>
                                        <p:tav tm="100000">
                                          <p:val>
                                            <p:strVal val="#ppt_x"/>
                                          </p:val>
                                        </p:tav>
                                      </p:tavLst>
                                    </p:anim>
                                    <p:anim calcmode="lin" valueType="num">
                                      <p:cBhvr additive="base">
                                        <p:cTn id="84" dur="600" fill="hold"/>
                                        <p:tgtEl>
                                          <p:spTgt spid="19"/>
                                        </p:tgtEl>
                                        <p:attrNameLst>
                                          <p:attrName>ppt_y</p:attrName>
                                        </p:attrNameLst>
                                      </p:cBhvr>
                                      <p:tavLst>
                                        <p:tav tm="0">
                                          <p:val>
                                            <p:strVal val="#ppt_y+.1"/>
                                          </p:val>
                                        </p:tav>
                                        <p:tav tm="100000">
                                          <p:val>
                                            <p:strVal val="#ppt_y"/>
                                          </p:val>
                                        </p:tav>
                                      </p:tavLst>
                                    </p:anim>
                                  </p:childTnLst>
                                </p:cTn>
                              </p:par>
                            </p:childTnLst>
                          </p:cTn>
                        </p:par>
                        <p:par>
                          <p:cTn id="106" fill="hold">
                            <p:stCondLst>
                              <p:cond delay="3500"/>
                            </p:stCondLst>
                            <p:childTnLst>
                              <p:par>
                                <p:cTn id="86" presetID="53" presetClass="entr" presetSubtype="16" fill="hold" grpId="0" nodeType="afterEffect">
                                  <p:stCondLst>
                                    <p:cond delay="0"/>
                                  </p:stCondLst>
                                  <p:childTnLst>
                                    <p:set>
                                      <p:cBhvr>
                                        <p:cTn id="87" dur="1" fill="hold">
                                          <p:stCondLst>
                                            <p:cond delay="0"/>
                                          </p:stCondLst>
                                        </p:cTn>
                                        <p:tgtEl>
                                          <p:spTgt spid="20"/>
                                        </p:tgtEl>
                                        <p:attrNameLst>
                                          <p:attrName>style.visibility</p:attrName>
                                        </p:attrNameLst>
                                      </p:cBhvr>
                                      <p:to>
                                        <p:strVal val="visible"/>
                                      </p:to>
                                    </p:set>
                                    <p:anim calcmode="lin" valueType="num">
                                      <p:cBhvr>
                                        <p:cTn id="88" dur="450" fill="hold"/>
                                        <p:tgtEl>
                                          <p:spTgt spid="20"/>
                                        </p:tgtEl>
                                        <p:attrNameLst>
                                          <p:attrName>ppt_w</p:attrName>
                                        </p:attrNameLst>
                                      </p:cBhvr>
                                      <p:tavLst>
                                        <p:tav tm="0">
                                          <p:val>
                                            <p:fltVal val="0"/>
                                          </p:val>
                                        </p:tav>
                                        <p:tav tm="100000">
                                          <p:val>
                                            <p:strVal val="#ppt_w"/>
                                          </p:val>
                                        </p:tav>
                                      </p:tavLst>
                                    </p:anim>
                                    <p:anim calcmode="lin" valueType="num">
                                      <p:cBhvr>
                                        <p:cTn id="89" dur="450" fill="hold"/>
                                        <p:tgtEl>
                                          <p:spTgt spid="20"/>
                                        </p:tgtEl>
                                        <p:attrNameLst>
                                          <p:attrName>ppt_h</p:attrName>
                                        </p:attrNameLst>
                                      </p:cBhvr>
                                      <p:tavLst>
                                        <p:tav tm="0">
                                          <p:val>
                                            <p:fltVal val="0"/>
                                          </p:val>
                                        </p:tav>
                                        <p:tav tm="100000">
                                          <p:val>
                                            <p:strVal val="#ppt_h"/>
                                          </p:val>
                                        </p:tav>
                                      </p:tavLst>
                                    </p:anim>
                                    <p:animEffect transition="in" filter="fade">
                                      <p:cBhvr>
                                        <p:cTn id="90" dur="450"/>
                                        <p:tgtEl>
                                          <p:spTgt spid="20"/>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21"/>
                                        </p:tgtEl>
                                        <p:attrNameLst>
                                          <p:attrName>style.visibility</p:attrName>
                                        </p:attrNameLst>
                                      </p:cBhvr>
                                      <p:to>
                                        <p:strVal val="visible"/>
                                      </p:to>
                                    </p:set>
                                    <p:anim calcmode="lin" valueType="num">
                                      <p:cBhvr>
                                        <p:cTn id="93" dur="450" fill="hold"/>
                                        <p:tgtEl>
                                          <p:spTgt spid="21"/>
                                        </p:tgtEl>
                                        <p:attrNameLst>
                                          <p:attrName>ppt_w</p:attrName>
                                        </p:attrNameLst>
                                      </p:cBhvr>
                                      <p:tavLst>
                                        <p:tav tm="0">
                                          <p:val>
                                            <p:fltVal val="0"/>
                                          </p:val>
                                        </p:tav>
                                        <p:tav tm="100000">
                                          <p:val>
                                            <p:strVal val="#ppt_w"/>
                                          </p:val>
                                        </p:tav>
                                      </p:tavLst>
                                    </p:anim>
                                    <p:anim calcmode="lin" valueType="num">
                                      <p:cBhvr>
                                        <p:cTn id="94" dur="450" fill="hold"/>
                                        <p:tgtEl>
                                          <p:spTgt spid="21"/>
                                        </p:tgtEl>
                                        <p:attrNameLst>
                                          <p:attrName>ppt_h</p:attrName>
                                        </p:attrNameLst>
                                      </p:cBhvr>
                                      <p:tavLst>
                                        <p:tav tm="0">
                                          <p:val>
                                            <p:fltVal val="0"/>
                                          </p:val>
                                        </p:tav>
                                        <p:tav tm="100000">
                                          <p:val>
                                            <p:strVal val="#ppt_h"/>
                                          </p:val>
                                        </p:tav>
                                      </p:tavLst>
                                    </p:anim>
                                    <p:animEffect transition="in" filter="fade">
                                      <p:cBhvr>
                                        <p:cTn id="95" dur="450"/>
                                        <p:tgtEl>
                                          <p:spTgt spid="21"/>
                                        </p:tgtEl>
                                      </p:cBhvr>
                                    </p:animEffect>
                                  </p:childTnLst>
                                </p:cTn>
                              </p:par>
                              <p:par>
                                <p:cTn id="96" presetID="42" presetClass="entr" presetSubtype="0" fill="hold" grpId="0" nodeType="with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600"/>
                                        <p:tgtEl>
                                          <p:spTgt spid="22"/>
                                        </p:tgtEl>
                                      </p:cBhvr>
                                    </p:animEffect>
                                    <p:anim calcmode="lin" valueType="num">
                                      <p:cBhvr additive="base">
                                        <p:cTn id="99" dur="600" fill="hold"/>
                                        <p:tgtEl>
                                          <p:spTgt spid="22"/>
                                        </p:tgtEl>
                                        <p:attrNameLst>
                                          <p:attrName>ppt_x</p:attrName>
                                        </p:attrNameLst>
                                      </p:cBhvr>
                                      <p:tavLst>
                                        <p:tav tm="0">
                                          <p:val>
                                            <p:strVal val="#ppt_x"/>
                                          </p:val>
                                        </p:tav>
                                        <p:tav tm="100000">
                                          <p:val>
                                            <p:strVal val="#ppt_x"/>
                                          </p:val>
                                        </p:tav>
                                      </p:tavLst>
                                    </p:anim>
                                    <p:anim calcmode="lin" valueType="num">
                                      <p:cBhvr additive="base">
                                        <p:cTn id="100" dur="600" fill="hold"/>
                                        <p:tgtEl>
                                          <p:spTgt spid="22"/>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600"/>
                                        <p:tgtEl>
                                          <p:spTgt spid="23"/>
                                        </p:tgtEl>
                                      </p:cBhvr>
                                    </p:animEffect>
                                    <p:anim calcmode="lin" valueType="num">
                                      <p:cBhvr additive="base">
                                        <p:cTn id="104" dur="600" fill="hold"/>
                                        <p:tgtEl>
                                          <p:spTgt spid="23"/>
                                        </p:tgtEl>
                                        <p:attrNameLst>
                                          <p:attrName>ppt_x</p:attrName>
                                        </p:attrNameLst>
                                      </p:cBhvr>
                                      <p:tavLst>
                                        <p:tav tm="0">
                                          <p:val>
                                            <p:strVal val="#ppt_x"/>
                                          </p:val>
                                        </p:tav>
                                        <p:tav tm="100000">
                                          <p:val>
                                            <p:strVal val="#ppt_x"/>
                                          </p:val>
                                        </p:tav>
                                      </p:tavLst>
                                    </p:anim>
                                    <p:anim calcmode="lin" valueType="num">
                                      <p:cBhvr additive="base">
                                        <p:cTn id="105" dur="6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13</a:t>
            </a:r>
            <a:endParaRPr lang="en-US" sz="800" dirty="0"/>
          </a:p>
        </p:txBody>
      </p:sp>
      <p:sp>
        <p:nvSpPr>
          <p:cNvPr id="4" name="a1f_297"/>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05 · L'ADMINISTRATION WEB</a:t>
            </a:r>
            <a:endParaRPr lang="en-US" sz="1100" dirty="0"/>
          </a:p>
        </p:txBody>
      </p:sp>
      <p:sp>
        <p:nvSpPr>
          <p:cNvPr id="5" name="a1f_298"/>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Toutes les écoles, sur une seule page</a:t>
            </a:r>
            <a:endParaRPr lang="en-US" sz="2700" dirty="0"/>
          </a:p>
        </p:txBody>
      </p:sp>
      <p:sp>
        <p:nvSpPr>
          <p:cNvPr id="6" name="a2u_299"/>
          <p:cNvSpPr/>
          <p:nvPr/>
        </p:nvSpPr>
        <p:spPr>
          <a:xfrm>
            <a:off x="457200" y="1188720"/>
            <a:ext cx="5120640" cy="2203133"/>
          </a:xfrm>
          <a:prstGeom prst="roundRect">
            <a:avLst>
              <a:gd name="adj" fmla="val 2490"/>
            </a:avLst>
          </a:prstGeom>
          <a:solidFill>
            <a:srgbClr val="FFFFFF"/>
          </a:solidFill>
          <a:ln w="12700">
            <a:solidFill>
              <a:srgbClr val="D8DEEE"/>
            </a:solidFill>
            <a:prstDash val="solid"/>
          </a:ln>
          <a:effectLst>
            <a:outerShdw sx="100000" sy="100000" kx="0" ky="0" algn="bl" rotWithShape="0" blurRad="127000" dist="25400" dir="5400000">
              <a:srgbClr val="000000">
                <a:alpha val="10000"/>
              </a:srgbClr>
            </a:outerShdw>
          </a:effectLst>
        </p:spPr>
      </p:sp>
      <p:sp>
        <p:nvSpPr>
          <p:cNvPr id="7" name="a2u_300"/>
          <p:cNvSpPr/>
          <p:nvPr/>
        </p:nvSpPr>
        <p:spPr>
          <a:xfrm>
            <a:off x="548640" y="1243584"/>
            <a:ext cx="73152" cy="73152"/>
          </a:xfrm>
          <a:prstGeom prst="ellipse">
            <a:avLst/>
          </a:prstGeom>
          <a:solidFill>
            <a:srgbClr val="EF5A5A"/>
          </a:solidFill>
          <a:ln w="12700">
            <a:solidFill>
              <a:srgbClr val="EF5A5A"/>
            </a:solidFill>
            <a:prstDash val="solid"/>
          </a:ln>
        </p:spPr>
      </p:sp>
      <p:sp>
        <p:nvSpPr>
          <p:cNvPr id="8" name="a2u_301"/>
          <p:cNvSpPr/>
          <p:nvPr/>
        </p:nvSpPr>
        <p:spPr>
          <a:xfrm>
            <a:off x="667512" y="1243584"/>
            <a:ext cx="73152" cy="73152"/>
          </a:xfrm>
          <a:prstGeom prst="ellipse">
            <a:avLst/>
          </a:prstGeom>
          <a:solidFill>
            <a:srgbClr val="F59E0B"/>
          </a:solidFill>
          <a:ln w="12700">
            <a:solidFill>
              <a:srgbClr val="F59E0B"/>
            </a:solidFill>
            <a:prstDash val="solid"/>
          </a:ln>
        </p:spPr>
      </p:sp>
      <p:sp>
        <p:nvSpPr>
          <p:cNvPr id="9" name="a2u_302"/>
          <p:cNvSpPr/>
          <p:nvPr/>
        </p:nvSpPr>
        <p:spPr>
          <a:xfrm>
            <a:off x="786384" y="1243584"/>
            <a:ext cx="73152" cy="73152"/>
          </a:xfrm>
          <a:prstGeom prst="ellipse">
            <a:avLst/>
          </a:prstGeom>
          <a:solidFill>
            <a:srgbClr val="10B981"/>
          </a:solidFill>
          <a:ln w="12700">
            <a:solidFill>
              <a:srgbClr val="10B981"/>
            </a:solidFill>
            <a:prstDash val="solid"/>
          </a:ln>
        </p:spPr>
      </p:sp>
      <p:pic>
        <p:nvPicPr>
          <p:cNvPr id="10" name="a2u_303" descr="/tmp/claude-0/-home-user-face-id/e849e0f3-7743-5449-a322-d35a4c4c9845/scratchpad/deck/img/admin/c_schools.png">    </p:cNvPr>
          <p:cNvPicPr>
            <a:picLocks noChangeAspect="1"/>
          </p:cNvPicPr>
          <p:nvPr/>
        </p:nvPicPr>
        <p:blipFill>
          <a:blip r:embed="rId1"/>
          <a:stretch>
            <a:fillRect/>
          </a:stretch>
        </p:blipFill>
        <p:spPr>
          <a:xfrm>
            <a:off x="457200" y="1371600"/>
            <a:ext cx="5120640" cy="2020253"/>
          </a:xfrm>
          <a:prstGeom prst="rect">
            <a:avLst/>
          </a:prstGeom>
        </p:spPr>
      </p:pic>
      <p:sp>
        <p:nvSpPr>
          <p:cNvPr id="11" name="a3z_304"/>
          <p:cNvSpPr/>
          <p:nvPr/>
        </p:nvSpPr>
        <p:spPr>
          <a:xfrm>
            <a:off x="5852160" y="1234440"/>
            <a:ext cx="402336" cy="402336"/>
          </a:xfrm>
          <a:prstGeom prst="ellipse">
            <a:avLst/>
          </a:prstGeom>
          <a:solidFill>
            <a:srgbClr val="1E2A78"/>
          </a:solidFill>
          <a:ln w="12700">
            <a:solidFill>
              <a:srgbClr val="1E2A78"/>
            </a:solidFill>
            <a:prstDash val="solid"/>
          </a:ln>
        </p:spPr>
      </p:sp>
      <p:pic>
        <p:nvPicPr>
          <p:cNvPr id="12" name="a3z_304i" descr="preencoded.png">    </p:cNvPr>
          <p:cNvPicPr>
            <a:picLocks noChangeAspect="1"/>
          </p:cNvPicPr>
          <p:nvPr/>
        </p:nvPicPr>
        <p:blipFill>
          <a:blip r:embed="rId2"/>
          <a:stretch>
            <a:fillRect/>
          </a:stretch>
        </p:blipFill>
        <p:spPr>
          <a:xfrm>
            <a:off x="5948721" y="1331001"/>
            <a:ext cx="209215" cy="209215"/>
          </a:xfrm>
          <a:prstGeom prst="rect">
            <a:avLst/>
          </a:prstGeom>
        </p:spPr>
      </p:pic>
      <p:sp>
        <p:nvSpPr>
          <p:cNvPr id="13" name="a3f_305"/>
          <p:cNvSpPr txBox="1"/>
          <p:nvPr/>
        </p:nvSpPr>
        <p:spPr>
          <a:xfrm>
            <a:off x="6391656" y="1216152"/>
            <a:ext cx="24688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Vue d’ensemble</a:t>
            </a:r>
            <a:endParaRPr lang="en-US" sz="1300" dirty="0"/>
          </a:p>
        </p:txBody>
      </p:sp>
      <p:sp>
        <p:nvSpPr>
          <p:cNvPr id="14" name="a3f_306"/>
          <p:cNvSpPr txBox="1"/>
          <p:nvPr/>
        </p:nvSpPr>
        <p:spPr>
          <a:xfrm>
            <a:off x="6391656" y="1472184"/>
            <a:ext cx="246888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Pour chaque école : ville, nombre de comptes, comptes en attente, personnes inscrites.</a:t>
            </a:r>
            <a:endParaRPr lang="en-US" sz="1050" dirty="0"/>
          </a:p>
        </p:txBody>
      </p:sp>
      <p:sp>
        <p:nvSpPr>
          <p:cNvPr id="15" name="a4z_307"/>
          <p:cNvSpPr/>
          <p:nvPr/>
        </p:nvSpPr>
        <p:spPr>
          <a:xfrm>
            <a:off x="5852160" y="2103120"/>
            <a:ext cx="402336" cy="402336"/>
          </a:xfrm>
          <a:prstGeom prst="ellipse">
            <a:avLst/>
          </a:prstGeom>
          <a:solidFill>
            <a:srgbClr val="00B4D8"/>
          </a:solidFill>
          <a:ln w="12700">
            <a:solidFill>
              <a:srgbClr val="00B4D8"/>
            </a:solidFill>
            <a:prstDash val="solid"/>
          </a:ln>
        </p:spPr>
      </p:sp>
      <p:pic>
        <p:nvPicPr>
          <p:cNvPr id="16" name="a4z_307i" descr="preencoded.png">    </p:cNvPr>
          <p:cNvPicPr>
            <a:picLocks noChangeAspect="1"/>
          </p:cNvPicPr>
          <p:nvPr/>
        </p:nvPicPr>
        <p:blipFill>
          <a:blip r:embed="rId3"/>
          <a:stretch>
            <a:fillRect/>
          </a:stretch>
        </p:blipFill>
        <p:spPr>
          <a:xfrm>
            <a:off x="5948721" y="2199681"/>
            <a:ext cx="209215" cy="209215"/>
          </a:xfrm>
          <a:prstGeom prst="rect">
            <a:avLst/>
          </a:prstGeom>
        </p:spPr>
      </p:pic>
      <p:sp>
        <p:nvSpPr>
          <p:cNvPr id="17" name="a4f_308"/>
          <p:cNvSpPr txBox="1"/>
          <p:nvPr/>
        </p:nvSpPr>
        <p:spPr>
          <a:xfrm>
            <a:off x="6391656" y="2084832"/>
            <a:ext cx="24688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Créer une école</a:t>
            </a:r>
            <a:endParaRPr lang="en-US" sz="1300" dirty="0"/>
          </a:p>
        </p:txBody>
      </p:sp>
      <p:sp>
        <p:nvSpPr>
          <p:cNvPr id="18" name="a4f_309"/>
          <p:cNvSpPr txBox="1"/>
          <p:nvPr/>
        </p:nvSpPr>
        <p:spPr>
          <a:xfrm>
            <a:off x="6391656" y="2340864"/>
            <a:ext cx="246888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Un nom, une ville : l’école apparaît aussitôt dans l’application.</a:t>
            </a:r>
            <a:endParaRPr lang="en-US" sz="1050" dirty="0"/>
          </a:p>
        </p:txBody>
      </p:sp>
      <p:sp>
        <p:nvSpPr>
          <p:cNvPr id="19" name="a5z_310"/>
          <p:cNvSpPr/>
          <p:nvPr/>
        </p:nvSpPr>
        <p:spPr>
          <a:xfrm>
            <a:off x="5852160" y="2971800"/>
            <a:ext cx="402336" cy="402336"/>
          </a:xfrm>
          <a:prstGeom prst="ellipse">
            <a:avLst/>
          </a:prstGeom>
          <a:solidFill>
            <a:srgbClr val="1E2A78"/>
          </a:solidFill>
          <a:ln w="12700">
            <a:solidFill>
              <a:srgbClr val="1E2A78"/>
            </a:solidFill>
            <a:prstDash val="solid"/>
          </a:ln>
        </p:spPr>
      </p:sp>
      <p:pic>
        <p:nvPicPr>
          <p:cNvPr id="20" name="a5z_310i" descr="preencoded.png">    </p:cNvPr>
          <p:cNvPicPr>
            <a:picLocks noChangeAspect="1"/>
          </p:cNvPicPr>
          <p:nvPr/>
        </p:nvPicPr>
        <p:blipFill>
          <a:blip r:embed="rId4"/>
          <a:stretch>
            <a:fillRect/>
          </a:stretch>
        </p:blipFill>
        <p:spPr>
          <a:xfrm>
            <a:off x="5948721" y="3068361"/>
            <a:ext cx="209215" cy="209215"/>
          </a:xfrm>
          <a:prstGeom prst="rect">
            <a:avLst/>
          </a:prstGeom>
        </p:spPr>
      </p:pic>
      <p:sp>
        <p:nvSpPr>
          <p:cNvPr id="21" name="a5f_311"/>
          <p:cNvSpPr txBox="1"/>
          <p:nvPr/>
        </p:nvSpPr>
        <p:spPr>
          <a:xfrm>
            <a:off x="6391656" y="2953512"/>
            <a:ext cx="24688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Activer / désactiver</a:t>
            </a:r>
            <a:endParaRPr lang="en-US" sz="1300" dirty="0"/>
          </a:p>
        </p:txBody>
      </p:sp>
      <p:sp>
        <p:nvSpPr>
          <p:cNvPr id="22" name="a5f_312"/>
          <p:cNvSpPr txBox="1"/>
          <p:nvPr/>
        </p:nvSpPr>
        <p:spPr>
          <a:xfrm>
            <a:off x="6391656" y="3209544"/>
            <a:ext cx="246888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Une école désactivée ne peut plus se connecter.</a:t>
            </a:r>
            <a:endParaRPr lang="en-US" sz="1050" dirty="0"/>
          </a:p>
        </p:txBody>
      </p:sp>
      <p:sp>
        <p:nvSpPr>
          <p:cNvPr id="23" name="a6z_313"/>
          <p:cNvSpPr/>
          <p:nvPr/>
        </p:nvSpPr>
        <p:spPr>
          <a:xfrm>
            <a:off x="5852160" y="3840480"/>
            <a:ext cx="402336" cy="402336"/>
          </a:xfrm>
          <a:prstGeom prst="ellipse">
            <a:avLst/>
          </a:prstGeom>
          <a:solidFill>
            <a:srgbClr val="00B4D8"/>
          </a:solidFill>
          <a:ln w="12700">
            <a:solidFill>
              <a:srgbClr val="00B4D8"/>
            </a:solidFill>
            <a:prstDash val="solid"/>
          </a:ln>
        </p:spPr>
      </p:sp>
      <p:pic>
        <p:nvPicPr>
          <p:cNvPr id="24" name="a6z_313i" descr="preencoded.png">    </p:cNvPr>
          <p:cNvPicPr>
            <a:picLocks noChangeAspect="1"/>
          </p:cNvPicPr>
          <p:nvPr/>
        </p:nvPicPr>
        <p:blipFill>
          <a:blip r:embed="rId5"/>
          <a:stretch>
            <a:fillRect/>
          </a:stretch>
        </p:blipFill>
        <p:spPr>
          <a:xfrm>
            <a:off x="5948721" y="3937041"/>
            <a:ext cx="209215" cy="209215"/>
          </a:xfrm>
          <a:prstGeom prst="rect">
            <a:avLst/>
          </a:prstGeom>
        </p:spPr>
      </p:pic>
      <p:sp>
        <p:nvSpPr>
          <p:cNvPr id="25" name="a6f_314"/>
          <p:cNvSpPr txBox="1"/>
          <p:nvPr/>
        </p:nvSpPr>
        <p:spPr>
          <a:xfrm>
            <a:off x="6391656" y="3822192"/>
            <a:ext cx="24688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Chaque école isolée</a:t>
            </a:r>
            <a:endParaRPr lang="en-US" sz="1300" dirty="0"/>
          </a:p>
        </p:txBody>
      </p:sp>
      <p:sp>
        <p:nvSpPr>
          <p:cNvPr id="26" name="a6f_315"/>
          <p:cNvSpPr txBox="1"/>
          <p:nvPr/>
        </p:nvSpPr>
        <p:spPr>
          <a:xfrm>
            <a:off x="6391656" y="4078224"/>
            <a:ext cx="246888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Un directeur ne voit que son école, jamais celle des autres.</a:t>
            </a:r>
            <a:endParaRPr lang="en-US" sz="1050" dirty="0"/>
          </a:p>
        </p:txBody>
      </p:sp>
      <p:sp>
        <p:nvSpPr>
          <p:cNvPr id="27" name="a2f_316"/>
          <p:cNvSpPr txBox="1"/>
          <p:nvPr/>
        </p:nvSpPr>
        <p:spPr>
          <a:xfrm>
            <a:off x="457200" y="3429000"/>
            <a:ext cx="5120640" cy="228600"/>
          </a:xfrm>
          <a:prstGeom prst="rect">
            <a:avLst/>
          </a:prstGeom>
          <a:noFill/>
          <a:ln/>
        </p:spPr>
        <p:txBody>
          <a:bodyPr wrap="square" lIns="0" tIns="0" rIns="0" bIns="0" rtlCol="0" anchor="t"/>
          <a:lstStyle/>
          <a:p>
            <a:pPr indent="0" marL="0">
              <a:buNone/>
            </a:pPr>
            <a:r>
              <a:rPr lang="en-US" sz="900" i="1" dirty="0">
                <a:solidFill>
                  <a:srgbClr val="5C6685"/>
                </a:solidFill>
                <a:latin typeface="Arial" pitchFamily="34" charset="0"/>
                <a:ea typeface="Arial" pitchFamily="34" charset="-122"/>
                <a:cs typeface="Arial" pitchFamily="34" charset="-120"/>
              </a:rPr>
              <a:t>Capture réelle de la page d’administration (données de démonstration).</a:t>
            </a:r>
            <a:endParaRPr lang="en-US" sz="9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9"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par>
                                <p:cTn id="36" presetID="10" presetClass="entr" presetSubtype="0"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childTnLst>
                          </p:cTn>
                        </p:par>
                        <p:par>
                          <p:cTn id="56" fill="hold">
                            <p:stCondLst>
                              <p:cond delay="1100"/>
                            </p:stCondLst>
                            <p:childTnLst>
                              <p:par>
                                <p:cTn id="40" presetID="53" presetClass="entr" presetSubtype="16"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450" fill="hold"/>
                                        <p:tgtEl>
                                          <p:spTgt spid="11"/>
                                        </p:tgtEl>
                                        <p:attrNameLst>
                                          <p:attrName>ppt_w</p:attrName>
                                        </p:attrNameLst>
                                      </p:cBhvr>
                                      <p:tavLst>
                                        <p:tav tm="0">
                                          <p:val>
                                            <p:fltVal val="0"/>
                                          </p:val>
                                        </p:tav>
                                        <p:tav tm="100000">
                                          <p:val>
                                            <p:strVal val="#ppt_w"/>
                                          </p:val>
                                        </p:tav>
                                      </p:tavLst>
                                    </p:anim>
                                    <p:anim calcmode="lin" valueType="num">
                                      <p:cBhvr>
                                        <p:cTn id="43" dur="450" fill="hold"/>
                                        <p:tgtEl>
                                          <p:spTgt spid="11"/>
                                        </p:tgtEl>
                                        <p:attrNameLst>
                                          <p:attrName>ppt_h</p:attrName>
                                        </p:attrNameLst>
                                      </p:cBhvr>
                                      <p:tavLst>
                                        <p:tav tm="0">
                                          <p:val>
                                            <p:fltVal val="0"/>
                                          </p:val>
                                        </p:tav>
                                        <p:tav tm="100000">
                                          <p:val>
                                            <p:strVal val="#ppt_h"/>
                                          </p:val>
                                        </p:tav>
                                      </p:tavLst>
                                    </p:anim>
                                    <p:animEffect transition="in" filter="fade">
                                      <p:cBhvr>
                                        <p:cTn id="44" dur="450"/>
                                        <p:tgtEl>
                                          <p:spTgt spid="11"/>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p:cTn id="47" dur="450" fill="hold"/>
                                        <p:tgtEl>
                                          <p:spTgt spid="12"/>
                                        </p:tgtEl>
                                        <p:attrNameLst>
                                          <p:attrName>ppt_w</p:attrName>
                                        </p:attrNameLst>
                                      </p:cBhvr>
                                      <p:tavLst>
                                        <p:tav tm="0">
                                          <p:val>
                                            <p:fltVal val="0"/>
                                          </p:val>
                                        </p:tav>
                                        <p:tav tm="100000">
                                          <p:val>
                                            <p:strVal val="#ppt_w"/>
                                          </p:val>
                                        </p:tav>
                                      </p:tavLst>
                                    </p:anim>
                                    <p:anim calcmode="lin" valueType="num">
                                      <p:cBhvr>
                                        <p:cTn id="48" dur="450" fill="hold"/>
                                        <p:tgtEl>
                                          <p:spTgt spid="12"/>
                                        </p:tgtEl>
                                        <p:attrNameLst>
                                          <p:attrName>ppt_h</p:attrName>
                                        </p:attrNameLst>
                                      </p:cBhvr>
                                      <p:tavLst>
                                        <p:tav tm="0">
                                          <p:val>
                                            <p:fltVal val="0"/>
                                          </p:val>
                                        </p:tav>
                                        <p:tav tm="100000">
                                          <p:val>
                                            <p:strVal val="#ppt_h"/>
                                          </p:val>
                                        </p:tav>
                                      </p:tavLst>
                                    </p:anim>
                                    <p:animEffect transition="in" filter="fade">
                                      <p:cBhvr>
                                        <p:cTn id="49" dur="450"/>
                                        <p:tgtEl>
                                          <p:spTgt spid="1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childTnLst>
                          </p:cTn>
                        </p:par>
                        <p:par>
                          <p:cTn id="73" fill="hold">
                            <p:stCondLst>
                              <p:cond delay="1600"/>
                            </p:stCondLst>
                            <p:childTnLst>
                              <p:par>
                                <p:cTn id="57" presetID="53" presetClass="entr" presetSubtype="16"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p:cTn id="59" dur="450" fill="hold"/>
                                        <p:tgtEl>
                                          <p:spTgt spid="15"/>
                                        </p:tgtEl>
                                        <p:attrNameLst>
                                          <p:attrName>ppt_w</p:attrName>
                                        </p:attrNameLst>
                                      </p:cBhvr>
                                      <p:tavLst>
                                        <p:tav tm="0">
                                          <p:val>
                                            <p:fltVal val="0"/>
                                          </p:val>
                                        </p:tav>
                                        <p:tav tm="100000">
                                          <p:val>
                                            <p:strVal val="#ppt_w"/>
                                          </p:val>
                                        </p:tav>
                                      </p:tavLst>
                                    </p:anim>
                                    <p:anim calcmode="lin" valueType="num">
                                      <p:cBhvr>
                                        <p:cTn id="60" dur="450" fill="hold"/>
                                        <p:tgtEl>
                                          <p:spTgt spid="15"/>
                                        </p:tgtEl>
                                        <p:attrNameLst>
                                          <p:attrName>ppt_h</p:attrName>
                                        </p:attrNameLst>
                                      </p:cBhvr>
                                      <p:tavLst>
                                        <p:tav tm="0">
                                          <p:val>
                                            <p:fltVal val="0"/>
                                          </p:val>
                                        </p:tav>
                                        <p:tav tm="100000">
                                          <p:val>
                                            <p:strVal val="#ppt_h"/>
                                          </p:val>
                                        </p:tav>
                                      </p:tavLst>
                                    </p:anim>
                                    <p:animEffect transition="in" filter="fade">
                                      <p:cBhvr>
                                        <p:cTn id="61" dur="450"/>
                                        <p:tgtEl>
                                          <p:spTgt spid="15"/>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p:cTn id="64" dur="450" fill="hold"/>
                                        <p:tgtEl>
                                          <p:spTgt spid="16"/>
                                        </p:tgtEl>
                                        <p:attrNameLst>
                                          <p:attrName>ppt_w</p:attrName>
                                        </p:attrNameLst>
                                      </p:cBhvr>
                                      <p:tavLst>
                                        <p:tav tm="0">
                                          <p:val>
                                            <p:fltVal val="0"/>
                                          </p:val>
                                        </p:tav>
                                        <p:tav tm="100000">
                                          <p:val>
                                            <p:strVal val="#ppt_w"/>
                                          </p:val>
                                        </p:tav>
                                      </p:tavLst>
                                    </p:anim>
                                    <p:anim calcmode="lin" valueType="num">
                                      <p:cBhvr>
                                        <p:cTn id="65" dur="450" fill="hold"/>
                                        <p:tgtEl>
                                          <p:spTgt spid="16"/>
                                        </p:tgtEl>
                                        <p:attrNameLst>
                                          <p:attrName>ppt_h</p:attrName>
                                        </p:attrNameLst>
                                      </p:cBhvr>
                                      <p:tavLst>
                                        <p:tav tm="0">
                                          <p:val>
                                            <p:fltVal val="0"/>
                                          </p:val>
                                        </p:tav>
                                        <p:tav tm="100000">
                                          <p:val>
                                            <p:strVal val="#ppt_h"/>
                                          </p:val>
                                        </p:tav>
                                      </p:tavLst>
                                    </p:anim>
                                    <p:animEffect transition="in" filter="fade">
                                      <p:cBhvr>
                                        <p:cTn id="66" dur="450"/>
                                        <p:tgtEl>
                                          <p:spTgt spid="1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500"/>
                                        <p:tgtEl>
                                          <p:spTgt spid="1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par>
                          <p:cTn id="90" fill="hold">
                            <p:stCondLst>
                              <p:cond delay="2100"/>
                            </p:stCondLst>
                            <p:childTnLst>
                              <p:par>
                                <p:cTn id="74" presetID="53" presetClass="entr" presetSubtype="16" fill="hold" grpId="0" nodeType="after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p:cTn id="76" dur="450" fill="hold"/>
                                        <p:tgtEl>
                                          <p:spTgt spid="19"/>
                                        </p:tgtEl>
                                        <p:attrNameLst>
                                          <p:attrName>ppt_w</p:attrName>
                                        </p:attrNameLst>
                                      </p:cBhvr>
                                      <p:tavLst>
                                        <p:tav tm="0">
                                          <p:val>
                                            <p:fltVal val="0"/>
                                          </p:val>
                                        </p:tav>
                                        <p:tav tm="100000">
                                          <p:val>
                                            <p:strVal val="#ppt_w"/>
                                          </p:val>
                                        </p:tav>
                                      </p:tavLst>
                                    </p:anim>
                                    <p:anim calcmode="lin" valueType="num">
                                      <p:cBhvr>
                                        <p:cTn id="77" dur="450" fill="hold"/>
                                        <p:tgtEl>
                                          <p:spTgt spid="19"/>
                                        </p:tgtEl>
                                        <p:attrNameLst>
                                          <p:attrName>ppt_h</p:attrName>
                                        </p:attrNameLst>
                                      </p:cBhvr>
                                      <p:tavLst>
                                        <p:tav tm="0">
                                          <p:val>
                                            <p:fltVal val="0"/>
                                          </p:val>
                                        </p:tav>
                                        <p:tav tm="100000">
                                          <p:val>
                                            <p:strVal val="#ppt_h"/>
                                          </p:val>
                                        </p:tav>
                                      </p:tavLst>
                                    </p:anim>
                                    <p:animEffect transition="in" filter="fade">
                                      <p:cBhvr>
                                        <p:cTn id="78" dur="450"/>
                                        <p:tgtEl>
                                          <p:spTgt spid="19"/>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anim calcmode="lin" valueType="num">
                                      <p:cBhvr>
                                        <p:cTn id="81" dur="450" fill="hold"/>
                                        <p:tgtEl>
                                          <p:spTgt spid="20"/>
                                        </p:tgtEl>
                                        <p:attrNameLst>
                                          <p:attrName>ppt_w</p:attrName>
                                        </p:attrNameLst>
                                      </p:cBhvr>
                                      <p:tavLst>
                                        <p:tav tm="0">
                                          <p:val>
                                            <p:fltVal val="0"/>
                                          </p:val>
                                        </p:tav>
                                        <p:tav tm="100000">
                                          <p:val>
                                            <p:strVal val="#ppt_w"/>
                                          </p:val>
                                        </p:tav>
                                      </p:tavLst>
                                    </p:anim>
                                    <p:anim calcmode="lin" valueType="num">
                                      <p:cBhvr>
                                        <p:cTn id="82" dur="450" fill="hold"/>
                                        <p:tgtEl>
                                          <p:spTgt spid="20"/>
                                        </p:tgtEl>
                                        <p:attrNameLst>
                                          <p:attrName>ppt_h</p:attrName>
                                        </p:attrNameLst>
                                      </p:cBhvr>
                                      <p:tavLst>
                                        <p:tav tm="0">
                                          <p:val>
                                            <p:fltVal val="0"/>
                                          </p:val>
                                        </p:tav>
                                        <p:tav tm="100000">
                                          <p:val>
                                            <p:strVal val="#ppt_h"/>
                                          </p:val>
                                        </p:tav>
                                      </p:tavLst>
                                    </p:anim>
                                    <p:animEffect transition="in" filter="fade">
                                      <p:cBhvr>
                                        <p:cTn id="83" dur="450"/>
                                        <p:tgtEl>
                                          <p:spTgt spid="2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00"/>
                                        <p:tgtEl>
                                          <p:spTgt spid="2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fade">
                                      <p:cBhvr>
                                        <p:cTn id="89" dur="500"/>
                                        <p:tgtEl>
                                          <p:spTgt spid="22"/>
                                        </p:tgtEl>
                                      </p:cBhvr>
                                    </p:animEffect>
                                  </p:childTnLst>
                                </p:cTn>
                              </p:par>
                            </p:childTnLst>
                          </p:cTn>
                        </p:par>
                        <p:par>
                          <p:cTn id="107" fill="hold">
                            <p:stCondLst>
                              <p:cond delay="2600"/>
                            </p:stCondLst>
                            <p:childTnLst>
                              <p:par>
                                <p:cTn id="91" presetID="53" presetClass="entr" presetSubtype="16" fill="hold" grpId="0" nodeType="afterEffect">
                                  <p:stCondLst>
                                    <p:cond delay="0"/>
                                  </p:stCondLst>
                                  <p:childTnLst>
                                    <p:set>
                                      <p:cBhvr>
                                        <p:cTn id="92" dur="1" fill="hold">
                                          <p:stCondLst>
                                            <p:cond delay="0"/>
                                          </p:stCondLst>
                                        </p:cTn>
                                        <p:tgtEl>
                                          <p:spTgt spid="23"/>
                                        </p:tgtEl>
                                        <p:attrNameLst>
                                          <p:attrName>style.visibility</p:attrName>
                                        </p:attrNameLst>
                                      </p:cBhvr>
                                      <p:to>
                                        <p:strVal val="visible"/>
                                      </p:to>
                                    </p:set>
                                    <p:anim calcmode="lin" valueType="num">
                                      <p:cBhvr>
                                        <p:cTn id="93" dur="450" fill="hold"/>
                                        <p:tgtEl>
                                          <p:spTgt spid="23"/>
                                        </p:tgtEl>
                                        <p:attrNameLst>
                                          <p:attrName>ppt_w</p:attrName>
                                        </p:attrNameLst>
                                      </p:cBhvr>
                                      <p:tavLst>
                                        <p:tav tm="0">
                                          <p:val>
                                            <p:fltVal val="0"/>
                                          </p:val>
                                        </p:tav>
                                        <p:tav tm="100000">
                                          <p:val>
                                            <p:strVal val="#ppt_w"/>
                                          </p:val>
                                        </p:tav>
                                      </p:tavLst>
                                    </p:anim>
                                    <p:anim calcmode="lin" valueType="num">
                                      <p:cBhvr>
                                        <p:cTn id="94" dur="450" fill="hold"/>
                                        <p:tgtEl>
                                          <p:spTgt spid="23"/>
                                        </p:tgtEl>
                                        <p:attrNameLst>
                                          <p:attrName>ppt_h</p:attrName>
                                        </p:attrNameLst>
                                      </p:cBhvr>
                                      <p:tavLst>
                                        <p:tav tm="0">
                                          <p:val>
                                            <p:fltVal val="0"/>
                                          </p:val>
                                        </p:tav>
                                        <p:tav tm="100000">
                                          <p:val>
                                            <p:strVal val="#ppt_h"/>
                                          </p:val>
                                        </p:tav>
                                      </p:tavLst>
                                    </p:anim>
                                    <p:animEffect transition="in" filter="fade">
                                      <p:cBhvr>
                                        <p:cTn id="95" dur="450"/>
                                        <p:tgtEl>
                                          <p:spTgt spid="23"/>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24"/>
                                        </p:tgtEl>
                                        <p:attrNameLst>
                                          <p:attrName>style.visibility</p:attrName>
                                        </p:attrNameLst>
                                      </p:cBhvr>
                                      <p:to>
                                        <p:strVal val="visible"/>
                                      </p:to>
                                    </p:set>
                                    <p:anim calcmode="lin" valueType="num">
                                      <p:cBhvr>
                                        <p:cTn id="98" dur="450" fill="hold"/>
                                        <p:tgtEl>
                                          <p:spTgt spid="24"/>
                                        </p:tgtEl>
                                        <p:attrNameLst>
                                          <p:attrName>ppt_w</p:attrName>
                                        </p:attrNameLst>
                                      </p:cBhvr>
                                      <p:tavLst>
                                        <p:tav tm="0">
                                          <p:val>
                                            <p:fltVal val="0"/>
                                          </p:val>
                                        </p:tav>
                                        <p:tav tm="100000">
                                          <p:val>
                                            <p:strVal val="#ppt_w"/>
                                          </p:val>
                                        </p:tav>
                                      </p:tavLst>
                                    </p:anim>
                                    <p:anim calcmode="lin" valueType="num">
                                      <p:cBhvr>
                                        <p:cTn id="99" dur="450" fill="hold"/>
                                        <p:tgtEl>
                                          <p:spTgt spid="24"/>
                                        </p:tgtEl>
                                        <p:attrNameLst>
                                          <p:attrName>ppt_h</p:attrName>
                                        </p:attrNameLst>
                                      </p:cBhvr>
                                      <p:tavLst>
                                        <p:tav tm="0">
                                          <p:val>
                                            <p:fltVal val="0"/>
                                          </p:val>
                                        </p:tav>
                                        <p:tav tm="100000">
                                          <p:val>
                                            <p:strVal val="#ppt_h"/>
                                          </p:val>
                                        </p:tav>
                                      </p:tavLst>
                                    </p:anim>
                                    <p:animEffect transition="in" filter="fade">
                                      <p:cBhvr>
                                        <p:cTn id="100" dur="450"/>
                                        <p:tgtEl>
                                          <p:spTgt spid="2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500"/>
                                        <p:tgtEl>
                                          <p:spTgt spid="2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14</a:t>
            </a:r>
            <a:endParaRPr lang="en-US" sz="800" dirty="0"/>
          </a:p>
        </p:txBody>
      </p:sp>
      <p:sp>
        <p:nvSpPr>
          <p:cNvPr id="4" name="a1f_317"/>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05 · L'ADMINISTRATION WEB</a:t>
            </a:r>
            <a:endParaRPr lang="en-US" sz="1100" dirty="0"/>
          </a:p>
        </p:txBody>
      </p:sp>
      <p:sp>
        <p:nvSpPr>
          <p:cNvPr id="5" name="a1f_318"/>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Le directeur gère les agents et leurs droits</a:t>
            </a:r>
            <a:endParaRPr lang="en-US" sz="2700" dirty="0"/>
          </a:p>
        </p:txBody>
      </p:sp>
      <p:sp>
        <p:nvSpPr>
          <p:cNvPr id="6" name="a2u_319"/>
          <p:cNvSpPr/>
          <p:nvPr/>
        </p:nvSpPr>
        <p:spPr>
          <a:xfrm>
            <a:off x="457200" y="1143000"/>
            <a:ext cx="4206240" cy="2910241"/>
          </a:xfrm>
          <a:prstGeom prst="roundRect">
            <a:avLst>
              <a:gd name="adj" fmla="val 1885"/>
            </a:avLst>
          </a:prstGeom>
          <a:solidFill>
            <a:srgbClr val="FFFFFF"/>
          </a:solidFill>
          <a:ln w="12700">
            <a:solidFill>
              <a:srgbClr val="D8DEEE"/>
            </a:solidFill>
            <a:prstDash val="solid"/>
          </a:ln>
          <a:effectLst>
            <a:outerShdw sx="100000" sy="100000" kx="0" ky="0" algn="bl" rotWithShape="0" blurRad="127000" dist="25400" dir="5400000">
              <a:srgbClr val="000000">
                <a:alpha val="10000"/>
              </a:srgbClr>
            </a:outerShdw>
          </a:effectLst>
        </p:spPr>
      </p:sp>
      <p:sp>
        <p:nvSpPr>
          <p:cNvPr id="7" name="a2u_320"/>
          <p:cNvSpPr/>
          <p:nvPr/>
        </p:nvSpPr>
        <p:spPr>
          <a:xfrm>
            <a:off x="548640" y="1197864"/>
            <a:ext cx="73152" cy="73152"/>
          </a:xfrm>
          <a:prstGeom prst="ellipse">
            <a:avLst/>
          </a:prstGeom>
          <a:solidFill>
            <a:srgbClr val="EF5A5A"/>
          </a:solidFill>
          <a:ln w="12700">
            <a:solidFill>
              <a:srgbClr val="EF5A5A"/>
            </a:solidFill>
            <a:prstDash val="solid"/>
          </a:ln>
        </p:spPr>
      </p:sp>
      <p:sp>
        <p:nvSpPr>
          <p:cNvPr id="8" name="a2u_321"/>
          <p:cNvSpPr/>
          <p:nvPr/>
        </p:nvSpPr>
        <p:spPr>
          <a:xfrm>
            <a:off x="667512" y="1197864"/>
            <a:ext cx="73152" cy="73152"/>
          </a:xfrm>
          <a:prstGeom prst="ellipse">
            <a:avLst/>
          </a:prstGeom>
          <a:solidFill>
            <a:srgbClr val="F59E0B"/>
          </a:solidFill>
          <a:ln w="12700">
            <a:solidFill>
              <a:srgbClr val="F59E0B"/>
            </a:solidFill>
            <a:prstDash val="solid"/>
          </a:ln>
        </p:spPr>
      </p:sp>
      <p:sp>
        <p:nvSpPr>
          <p:cNvPr id="9" name="a2u_322"/>
          <p:cNvSpPr/>
          <p:nvPr/>
        </p:nvSpPr>
        <p:spPr>
          <a:xfrm>
            <a:off x="786384" y="1197864"/>
            <a:ext cx="73152" cy="73152"/>
          </a:xfrm>
          <a:prstGeom prst="ellipse">
            <a:avLst/>
          </a:prstGeom>
          <a:solidFill>
            <a:srgbClr val="10B981"/>
          </a:solidFill>
          <a:ln w="12700">
            <a:solidFill>
              <a:srgbClr val="10B981"/>
            </a:solidFill>
            <a:prstDash val="solid"/>
          </a:ln>
        </p:spPr>
      </p:sp>
      <p:pic>
        <p:nvPicPr>
          <p:cNvPr id="10" name="a2u_323" descr="/tmp/claude-0/-home-user-face-id/e849e0f3-7743-5449-a322-d35a4c4c9845/scratchpad/deck/img/admin/c_accounts.png">    </p:cNvPr>
          <p:cNvPicPr>
            <a:picLocks noChangeAspect="1"/>
          </p:cNvPicPr>
          <p:nvPr/>
        </p:nvPicPr>
        <p:blipFill>
          <a:blip r:embed="rId1"/>
          <a:stretch>
            <a:fillRect/>
          </a:stretch>
        </p:blipFill>
        <p:spPr>
          <a:xfrm>
            <a:off x="457200" y="1325880"/>
            <a:ext cx="4206240" cy="2727361"/>
          </a:xfrm>
          <a:prstGeom prst="rect">
            <a:avLst/>
          </a:prstGeom>
        </p:spPr>
      </p:pic>
      <p:sp>
        <p:nvSpPr>
          <p:cNvPr id="11" name="a3f_324"/>
          <p:cNvSpPr txBox="1"/>
          <p:nvPr/>
        </p:nvSpPr>
        <p:spPr>
          <a:xfrm>
            <a:off x="4983480" y="1188720"/>
            <a:ext cx="3749040" cy="274320"/>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4 permissions, à cocher agent par agent</a:t>
            </a:r>
            <a:endParaRPr lang="en-US" sz="1300" dirty="0"/>
          </a:p>
        </p:txBody>
      </p:sp>
      <p:sp>
        <p:nvSpPr>
          <p:cNvPr id="12" name="a3w_325"/>
          <p:cNvSpPr/>
          <p:nvPr/>
        </p:nvSpPr>
        <p:spPr>
          <a:xfrm>
            <a:off x="4983480" y="1554480"/>
            <a:ext cx="3703320" cy="347472"/>
          </a:xfrm>
          <a:prstGeom prst="roundRect">
            <a:avLst>
              <a:gd name="adj" fmla="val 21053"/>
            </a:avLst>
          </a:prstGeom>
          <a:solidFill>
            <a:srgbClr val="E4F6FB"/>
          </a:solidFill>
          <a:ln w="12700">
            <a:solidFill>
              <a:srgbClr val="E4F6FB"/>
            </a:solidFill>
            <a:prstDash val="solid"/>
          </a:ln>
        </p:spPr>
      </p:sp>
      <p:pic>
        <p:nvPicPr>
          <p:cNvPr id="13" name="a3w_326" descr="preencoded.png">    </p:cNvPr>
          <p:cNvPicPr>
            <a:picLocks noChangeAspect="1"/>
          </p:cNvPicPr>
          <p:nvPr/>
        </p:nvPicPr>
        <p:blipFill>
          <a:blip r:embed="rId2"/>
          <a:stretch>
            <a:fillRect/>
          </a:stretch>
        </p:blipFill>
        <p:spPr>
          <a:xfrm>
            <a:off x="5093208" y="1618488"/>
            <a:ext cx="219456" cy="219456"/>
          </a:xfrm>
          <a:prstGeom prst="rect">
            <a:avLst/>
          </a:prstGeom>
        </p:spPr>
      </p:pic>
      <p:sp>
        <p:nvSpPr>
          <p:cNvPr id="14" name="a3w_327"/>
          <p:cNvSpPr txBox="1"/>
          <p:nvPr/>
        </p:nvSpPr>
        <p:spPr>
          <a:xfrm>
            <a:off x="5413248" y="1554480"/>
            <a:ext cx="3200400" cy="347472"/>
          </a:xfrm>
          <a:prstGeom prst="rect">
            <a:avLst/>
          </a:prstGeom>
          <a:noFill/>
          <a:ln/>
        </p:spPr>
        <p:txBody>
          <a:bodyPr wrap="square" lIns="0" tIns="0" rIns="0" bIns="0" rtlCol="0" anchor="ctr"/>
          <a:lstStyle/>
          <a:p>
            <a:pPr indent="0" marL="0">
              <a:buNone/>
            </a:pPr>
            <a:r>
              <a:rPr lang="en-US" sz="1050" dirty="0">
                <a:solidFill>
                  <a:srgbClr val="1B2240"/>
                </a:solidFill>
                <a:latin typeface="Arial" pitchFamily="34" charset="0"/>
                <a:ea typeface="Arial" pitchFamily="34" charset="-122"/>
                <a:cs typeface="Arial" pitchFamily="34" charset="-120"/>
              </a:rPr>
              <a:t>Scanner / reconnaître</a:t>
            </a:r>
            <a:endParaRPr lang="en-US" sz="1050" dirty="0"/>
          </a:p>
        </p:txBody>
      </p:sp>
      <p:sp>
        <p:nvSpPr>
          <p:cNvPr id="15" name="a4w_328"/>
          <p:cNvSpPr/>
          <p:nvPr/>
        </p:nvSpPr>
        <p:spPr>
          <a:xfrm>
            <a:off x="4983480" y="1965960"/>
            <a:ext cx="3703320" cy="347472"/>
          </a:xfrm>
          <a:prstGeom prst="roundRect">
            <a:avLst>
              <a:gd name="adj" fmla="val 21053"/>
            </a:avLst>
          </a:prstGeom>
          <a:solidFill>
            <a:srgbClr val="E4F6FB"/>
          </a:solidFill>
          <a:ln w="12700">
            <a:solidFill>
              <a:srgbClr val="E4F6FB"/>
            </a:solidFill>
            <a:prstDash val="solid"/>
          </a:ln>
        </p:spPr>
      </p:sp>
      <p:pic>
        <p:nvPicPr>
          <p:cNvPr id="16" name="a4w_329" descr="preencoded.png">    </p:cNvPr>
          <p:cNvPicPr>
            <a:picLocks noChangeAspect="1"/>
          </p:cNvPicPr>
          <p:nvPr/>
        </p:nvPicPr>
        <p:blipFill>
          <a:blip r:embed="rId3"/>
          <a:stretch>
            <a:fillRect/>
          </a:stretch>
        </p:blipFill>
        <p:spPr>
          <a:xfrm>
            <a:off x="5093208" y="2029968"/>
            <a:ext cx="219456" cy="219456"/>
          </a:xfrm>
          <a:prstGeom prst="rect">
            <a:avLst/>
          </a:prstGeom>
        </p:spPr>
      </p:pic>
      <p:sp>
        <p:nvSpPr>
          <p:cNvPr id="17" name="a4w_330"/>
          <p:cNvSpPr txBox="1"/>
          <p:nvPr/>
        </p:nvSpPr>
        <p:spPr>
          <a:xfrm>
            <a:off x="5413248" y="1965960"/>
            <a:ext cx="3200400" cy="347472"/>
          </a:xfrm>
          <a:prstGeom prst="rect">
            <a:avLst/>
          </a:prstGeom>
          <a:noFill/>
          <a:ln/>
        </p:spPr>
        <p:txBody>
          <a:bodyPr wrap="square" lIns="0" tIns="0" rIns="0" bIns="0" rtlCol="0" anchor="ctr"/>
          <a:lstStyle/>
          <a:p>
            <a:pPr indent="0" marL="0">
              <a:buNone/>
            </a:pPr>
            <a:r>
              <a:rPr lang="en-US" sz="1050" dirty="0">
                <a:solidFill>
                  <a:srgbClr val="1B2240"/>
                </a:solidFill>
                <a:latin typeface="Arial" pitchFamily="34" charset="0"/>
                <a:ea typeface="Arial" pitchFamily="34" charset="-122"/>
                <a:cs typeface="Arial" pitchFamily="34" charset="-120"/>
              </a:rPr>
              <a:t>Ajouter et modifier des fiches</a:t>
            </a:r>
            <a:endParaRPr lang="en-US" sz="1050" dirty="0"/>
          </a:p>
        </p:txBody>
      </p:sp>
      <p:sp>
        <p:nvSpPr>
          <p:cNvPr id="18" name="a5w_331"/>
          <p:cNvSpPr/>
          <p:nvPr/>
        </p:nvSpPr>
        <p:spPr>
          <a:xfrm>
            <a:off x="4983480" y="2377440"/>
            <a:ext cx="3703320" cy="347472"/>
          </a:xfrm>
          <a:prstGeom prst="roundRect">
            <a:avLst>
              <a:gd name="adj" fmla="val 21053"/>
            </a:avLst>
          </a:prstGeom>
          <a:solidFill>
            <a:srgbClr val="E4F6FB"/>
          </a:solidFill>
          <a:ln w="12700">
            <a:solidFill>
              <a:srgbClr val="E4F6FB"/>
            </a:solidFill>
            <a:prstDash val="solid"/>
          </a:ln>
        </p:spPr>
      </p:sp>
      <p:pic>
        <p:nvPicPr>
          <p:cNvPr id="19" name="a5w_332" descr="preencoded.png">    </p:cNvPr>
          <p:cNvPicPr>
            <a:picLocks noChangeAspect="1"/>
          </p:cNvPicPr>
          <p:nvPr/>
        </p:nvPicPr>
        <p:blipFill>
          <a:blip r:embed="rId4"/>
          <a:stretch>
            <a:fillRect/>
          </a:stretch>
        </p:blipFill>
        <p:spPr>
          <a:xfrm>
            <a:off x="5093208" y="2441448"/>
            <a:ext cx="219456" cy="219456"/>
          </a:xfrm>
          <a:prstGeom prst="rect">
            <a:avLst/>
          </a:prstGeom>
        </p:spPr>
      </p:pic>
      <p:sp>
        <p:nvSpPr>
          <p:cNvPr id="20" name="a5w_333"/>
          <p:cNvSpPr txBox="1"/>
          <p:nvPr/>
        </p:nvSpPr>
        <p:spPr>
          <a:xfrm>
            <a:off x="5413248" y="2377440"/>
            <a:ext cx="3200400" cy="347472"/>
          </a:xfrm>
          <a:prstGeom prst="rect">
            <a:avLst/>
          </a:prstGeom>
          <a:noFill/>
          <a:ln/>
        </p:spPr>
        <p:txBody>
          <a:bodyPr wrap="square" lIns="0" tIns="0" rIns="0" bIns="0" rtlCol="0" anchor="ctr"/>
          <a:lstStyle/>
          <a:p>
            <a:pPr indent="0" marL="0">
              <a:buNone/>
            </a:pPr>
            <a:r>
              <a:rPr lang="en-US" sz="1050" dirty="0">
                <a:solidFill>
                  <a:srgbClr val="1B2240"/>
                </a:solidFill>
                <a:latin typeface="Arial" pitchFamily="34" charset="0"/>
                <a:ea typeface="Arial" pitchFamily="34" charset="-122"/>
                <a:cs typeface="Arial" pitchFamily="34" charset="-120"/>
              </a:rPr>
              <a:t>Supprimer des fiches</a:t>
            </a:r>
            <a:endParaRPr lang="en-US" sz="1050" dirty="0"/>
          </a:p>
        </p:txBody>
      </p:sp>
      <p:sp>
        <p:nvSpPr>
          <p:cNvPr id="21" name="a6w_334"/>
          <p:cNvSpPr/>
          <p:nvPr/>
        </p:nvSpPr>
        <p:spPr>
          <a:xfrm>
            <a:off x="4983480" y="2788920"/>
            <a:ext cx="3703320" cy="347472"/>
          </a:xfrm>
          <a:prstGeom prst="roundRect">
            <a:avLst>
              <a:gd name="adj" fmla="val 21053"/>
            </a:avLst>
          </a:prstGeom>
          <a:solidFill>
            <a:srgbClr val="E4F6FB"/>
          </a:solidFill>
          <a:ln w="12700">
            <a:solidFill>
              <a:srgbClr val="E4F6FB"/>
            </a:solidFill>
            <a:prstDash val="solid"/>
          </a:ln>
        </p:spPr>
      </p:sp>
      <p:pic>
        <p:nvPicPr>
          <p:cNvPr id="22" name="a6w_335" descr="preencoded.png">    </p:cNvPr>
          <p:cNvPicPr>
            <a:picLocks noChangeAspect="1"/>
          </p:cNvPicPr>
          <p:nvPr/>
        </p:nvPicPr>
        <p:blipFill>
          <a:blip r:embed="rId5"/>
          <a:stretch>
            <a:fillRect/>
          </a:stretch>
        </p:blipFill>
        <p:spPr>
          <a:xfrm>
            <a:off x="5093208" y="2852928"/>
            <a:ext cx="219456" cy="219456"/>
          </a:xfrm>
          <a:prstGeom prst="rect">
            <a:avLst/>
          </a:prstGeom>
        </p:spPr>
      </p:pic>
      <p:sp>
        <p:nvSpPr>
          <p:cNvPr id="23" name="a6w_336"/>
          <p:cNvSpPr txBox="1"/>
          <p:nvPr/>
        </p:nvSpPr>
        <p:spPr>
          <a:xfrm>
            <a:off x="5413248" y="2788920"/>
            <a:ext cx="3200400" cy="347472"/>
          </a:xfrm>
          <a:prstGeom prst="rect">
            <a:avLst/>
          </a:prstGeom>
          <a:noFill/>
          <a:ln/>
        </p:spPr>
        <p:txBody>
          <a:bodyPr wrap="square" lIns="0" tIns="0" rIns="0" bIns="0" rtlCol="0" anchor="ctr"/>
          <a:lstStyle/>
          <a:p>
            <a:pPr indent="0" marL="0">
              <a:buNone/>
            </a:pPr>
            <a:r>
              <a:rPr lang="en-US" sz="1050" dirty="0">
                <a:solidFill>
                  <a:srgbClr val="1B2240"/>
                </a:solidFill>
                <a:latin typeface="Arial" pitchFamily="34" charset="0"/>
                <a:ea typeface="Arial" pitchFamily="34" charset="-122"/>
                <a:cs typeface="Arial" pitchFamily="34" charset="-120"/>
              </a:rPr>
              <a:t>Voir les données sensibles (santé, parents)</a:t>
            </a:r>
            <a:endParaRPr lang="en-US" sz="1050" dirty="0"/>
          </a:p>
        </p:txBody>
      </p:sp>
      <p:sp>
        <p:nvSpPr>
          <p:cNvPr id="24" name="a7z_337"/>
          <p:cNvSpPr/>
          <p:nvPr/>
        </p:nvSpPr>
        <p:spPr>
          <a:xfrm>
            <a:off x="4983480" y="3337560"/>
            <a:ext cx="402336" cy="402336"/>
          </a:xfrm>
          <a:prstGeom prst="ellipse">
            <a:avLst/>
          </a:prstGeom>
          <a:solidFill>
            <a:srgbClr val="10B981"/>
          </a:solidFill>
          <a:ln w="12700">
            <a:solidFill>
              <a:srgbClr val="10B981"/>
            </a:solidFill>
            <a:prstDash val="solid"/>
          </a:ln>
        </p:spPr>
      </p:sp>
      <p:pic>
        <p:nvPicPr>
          <p:cNvPr id="25" name="a7z_337i" descr="preencoded.png">    </p:cNvPr>
          <p:cNvPicPr>
            <a:picLocks noChangeAspect="1"/>
          </p:cNvPicPr>
          <p:nvPr/>
        </p:nvPicPr>
        <p:blipFill>
          <a:blip r:embed="rId6"/>
          <a:stretch>
            <a:fillRect/>
          </a:stretch>
        </p:blipFill>
        <p:spPr>
          <a:xfrm>
            <a:off x="5080041" y="3434121"/>
            <a:ext cx="209215" cy="209215"/>
          </a:xfrm>
          <a:prstGeom prst="rect">
            <a:avLst/>
          </a:prstGeom>
        </p:spPr>
      </p:pic>
      <p:sp>
        <p:nvSpPr>
          <p:cNvPr id="26" name="a7f_338"/>
          <p:cNvSpPr txBox="1"/>
          <p:nvPr/>
        </p:nvSpPr>
        <p:spPr>
          <a:xfrm>
            <a:off x="5458968" y="3328416"/>
            <a:ext cx="1325880" cy="228600"/>
          </a:xfrm>
          <a:prstGeom prst="rect">
            <a:avLst/>
          </a:prstGeom>
          <a:noFill/>
          <a:ln/>
        </p:spPr>
        <p:txBody>
          <a:bodyPr wrap="square" lIns="0" tIns="0" rIns="0" bIns="0" rtlCol="0" anchor="t"/>
          <a:lstStyle/>
          <a:p>
            <a:pPr indent="0" marL="0">
              <a:buNone/>
            </a:pPr>
            <a:r>
              <a:rPr lang="en-US" sz="1150" b="1" dirty="0">
                <a:solidFill>
                  <a:srgbClr val="1E2A78"/>
                </a:solidFill>
                <a:latin typeface="Arial" pitchFamily="34" charset="0"/>
                <a:ea typeface="Arial" pitchFamily="34" charset="-122"/>
                <a:cs typeface="Arial" pitchFamily="34" charset="-120"/>
              </a:rPr>
              <a:t>Autoriser</a:t>
            </a:r>
            <a:endParaRPr lang="en-US" sz="1150" dirty="0"/>
          </a:p>
        </p:txBody>
      </p:sp>
      <p:sp>
        <p:nvSpPr>
          <p:cNvPr id="27" name="a7f_339"/>
          <p:cNvSpPr txBox="1"/>
          <p:nvPr/>
        </p:nvSpPr>
        <p:spPr>
          <a:xfrm>
            <a:off x="5458968" y="3538728"/>
            <a:ext cx="1325880" cy="228600"/>
          </a:xfrm>
          <a:prstGeom prst="rect">
            <a:avLst/>
          </a:prstGeom>
          <a:noFill/>
          <a:ln/>
        </p:spPr>
        <p:txBody>
          <a:bodyPr wrap="square" lIns="0" tIns="0" rIns="0" bIns="0" rtlCol="0" anchor="t"/>
          <a:lstStyle/>
          <a:p>
            <a:pPr indent="0" marL="0">
              <a:buNone/>
            </a:pPr>
            <a:r>
              <a:rPr lang="en-US" sz="950" dirty="0">
                <a:solidFill>
                  <a:srgbClr val="5C6685"/>
                </a:solidFill>
                <a:latin typeface="Arial" pitchFamily="34" charset="0"/>
                <a:ea typeface="Arial" pitchFamily="34" charset="-122"/>
                <a:cs typeface="Arial" pitchFamily="34" charset="-120"/>
              </a:rPr>
              <a:t>le compte en attente</a:t>
            </a:r>
            <a:endParaRPr lang="en-US" sz="950" dirty="0"/>
          </a:p>
        </p:txBody>
      </p:sp>
      <p:sp>
        <p:nvSpPr>
          <p:cNvPr id="28" name="a8z_340"/>
          <p:cNvSpPr/>
          <p:nvPr/>
        </p:nvSpPr>
        <p:spPr>
          <a:xfrm>
            <a:off x="6858000" y="3337560"/>
            <a:ext cx="402336" cy="402336"/>
          </a:xfrm>
          <a:prstGeom prst="ellipse">
            <a:avLst/>
          </a:prstGeom>
          <a:solidFill>
            <a:srgbClr val="EF5A5A"/>
          </a:solidFill>
          <a:ln w="12700">
            <a:solidFill>
              <a:srgbClr val="EF5A5A"/>
            </a:solidFill>
            <a:prstDash val="solid"/>
          </a:ln>
        </p:spPr>
      </p:sp>
      <p:pic>
        <p:nvPicPr>
          <p:cNvPr id="29" name="a8z_340i" descr="preencoded.png">    </p:cNvPr>
          <p:cNvPicPr>
            <a:picLocks noChangeAspect="1"/>
          </p:cNvPicPr>
          <p:nvPr/>
        </p:nvPicPr>
        <p:blipFill>
          <a:blip r:embed="rId7"/>
          <a:stretch>
            <a:fillRect/>
          </a:stretch>
        </p:blipFill>
        <p:spPr>
          <a:xfrm>
            <a:off x="6954561" y="3434121"/>
            <a:ext cx="209215" cy="209215"/>
          </a:xfrm>
          <a:prstGeom prst="rect">
            <a:avLst/>
          </a:prstGeom>
        </p:spPr>
      </p:pic>
      <p:sp>
        <p:nvSpPr>
          <p:cNvPr id="30" name="a8f_341"/>
          <p:cNvSpPr txBox="1"/>
          <p:nvPr/>
        </p:nvSpPr>
        <p:spPr>
          <a:xfrm>
            <a:off x="7333488" y="3328416"/>
            <a:ext cx="1325880" cy="228600"/>
          </a:xfrm>
          <a:prstGeom prst="rect">
            <a:avLst/>
          </a:prstGeom>
          <a:noFill/>
          <a:ln/>
        </p:spPr>
        <p:txBody>
          <a:bodyPr wrap="square" lIns="0" tIns="0" rIns="0" bIns="0" rtlCol="0" anchor="t"/>
          <a:lstStyle/>
          <a:p>
            <a:pPr indent="0" marL="0">
              <a:buNone/>
            </a:pPr>
            <a:r>
              <a:rPr lang="en-US" sz="1150" b="1" dirty="0">
                <a:solidFill>
                  <a:srgbClr val="1E2A78"/>
                </a:solidFill>
                <a:latin typeface="Arial" pitchFamily="34" charset="0"/>
                <a:ea typeface="Arial" pitchFamily="34" charset="-122"/>
                <a:cs typeface="Arial" pitchFamily="34" charset="-120"/>
              </a:rPr>
              <a:t>Bloquer</a:t>
            </a:r>
            <a:endParaRPr lang="en-US" sz="1150" dirty="0"/>
          </a:p>
        </p:txBody>
      </p:sp>
      <p:sp>
        <p:nvSpPr>
          <p:cNvPr id="31" name="a8f_342"/>
          <p:cNvSpPr txBox="1"/>
          <p:nvPr/>
        </p:nvSpPr>
        <p:spPr>
          <a:xfrm>
            <a:off x="7333488" y="3538728"/>
            <a:ext cx="1325880" cy="228600"/>
          </a:xfrm>
          <a:prstGeom prst="rect">
            <a:avLst/>
          </a:prstGeom>
          <a:noFill/>
          <a:ln/>
        </p:spPr>
        <p:txBody>
          <a:bodyPr wrap="square" lIns="0" tIns="0" rIns="0" bIns="0" rtlCol="0" anchor="t"/>
          <a:lstStyle/>
          <a:p>
            <a:pPr indent="0" marL="0">
              <a:buNone/>
            </a:pPr>
            <a:r>
              <a:rPr lang="en-US" sz="950" dirty="0">
                <a:solidFill>
                  <a:srgbClr val="5C6685"/>
                </a:solidFill>
                <a:latin typeface="Arial" pitchFamily="34" charset="0"/>
                <a:ea typeface="Arial" pitchFamily="34" charset="-122"/>
                <a:cs typeface="Arial" pitchFamily="34" charset="-120"/>
              </a:rPr>
              <a:t>déconnexion immédiate</a:t>
            </a:r>
            <a:endParaRPr lang="en-US" sz="950" dirty="0"/>
          </a:p>
        </p:txBody>
      </p:sp>
      <p:sp>
        <p:nvSpPr>
          <p:cNvPr id="32" name="a9z_343"/>
          <p:cNvSpPr/>
          <p:nvPr/>
        </p:nvSpPr>
        <p:spPr>
          <a:xfrm>
            <a:off x="4983480" y="3995928"/>
            <a:ext cx="402336" cy="402336"/>
          </a:xfrm>
          <a:prstGeom prst="ellipse">
            <a:avLst/>
          </a:prstGeom>
          <a:solidFill>
            <a:srgbClr val="1E2A78"/>
          </a:solidFill>
          <a:ln w="12700">
            <a:solidFill>
              <a:srgbClr val="1E2A78"/>
            </a:solidFill>
            <a:prstDash val="solid"/>
          </a:ln>
        </p:spPr>
      </p:sp>
      <p:pic>
        <p:nvPicPr>
          <p:cNvPr id="33" name="a9z_343i" descr="preencoded.png">    </p:cNvPr>
          <p:cNvPicPr>
            <a:picLocks noChangeAspect="1"/>
          </p:cNvPicPr>
          <p:nvPr/>
        </p:nvPicPr>
        <p:blipFill>
          <a:blip r:embed="rId8"/>
          <a:stretch>
            <a:fillRect/>
          </a:stretch>
        </p:blipFill>
        <p:spPr>
          <a:xfrm>
            <a:off x="5080041" y="4092489"/>
            <a:ext cx="209215" cy="209215"/>
          </a:xfrm>
          <a:prstGeom prst="rect">
            <a:avLst/>
          </a:prstGeom>
        </p:spPr>
      </p:pic>
      <p:sp>
        <p:nvSpPr>
          <p:cNvPr id="34" name="a9f_344"/>
          <p:cNvSpPr txBox="1"/>
          <p:nvPr/>
        </p:nvSpPr>
        <p:spPr>
          <a:xfrm>
            <a:off x="5458968" y="3986784"/>
            <a:ext cx="1325880" cy="228600"/>
          </a:xfrm>
          <a:prstGeom prst="rect">
            <a:avLst/>
          </a:prstGeom>
          <a:noFill/>
          <a:ln/>
        </p:spPr>
        <p:txBody>
          <a:bodyPr wrap="square" lIns="0" tIns="0" rIns="0" bIns="0" rtlCol="0" anchor="t"/>
          <a:lstStyle/>
          <a:p>
            <a:pPr indent="0" marL="0">
              <a:buNone/>
            </a:pPr>
            <a:r>
              <a:rPr lang="en-US" sz="1150" b="1" dirty="0">
                <a:solidFill>
                  <a:srgbClr val="1E2A78"/>
                </a:solidFill>
                <a:latin typeface="Arial" pitchFamily="34" charset="0"/>
                <a:ea typeface="Arial" pitchFamily="34" charset="-122"/>
                <a:cs typeface="Arial" pitchFamily="34" charset="-120"/>
              </a:rPr>
              <a:t>Mot de passe</a:t>
            </a:r>
            <a:endParaRPr lang="en-US" sz="1150" dirty="0"/>
          </a:p>
        </p:txBody>
      </p:sp>
      <p:sp>
        <p:nvSpPr>
          <p:cNvPr id="35" name="a9f_345"/>
          <p:cNvSpPr txBox="1"/>
          <p:nvPr/>
        </p:nvSpPr>
        <p:spPr>
          <a:xfrm>
            <a:off x="5458968" y="4197096"/>
            <a:ext cx="1325880" cy="228600"/>
          </a:xfrm>
          <a:prstGeom prst="rect">
            <a:avLst/>
          </a:prstGeom>
          <a:noFill/>
          <a:ln/>
        </p:spPr>
        <p:txBody>
          <a:bodyPr wrap="square" lIns="0" tIns="0" rIns="0" bIns="0" rtlCol="0" anchor="t"/>
          <a:lstStyle/>
          <a:p>
            <a:pPr indent="0" marL="0">
              <a:buNone/>
            </a:pPr>
            <a:r>
              <a:rPr lang="en-US" sz="950" dirty="0">
                <a:solidFill>
                  <a:srgbClr val="5C6685"/>
                </a:solidFill>
                <a:latin typeface="Arial" pitchFamily="34" charset="0"/>
                <a:ea typeface="Arial" pitchFamily="34" charset="-122"/>
                <a:cs typeface="Arial" pitchFamily="34" charset="-120"/>
              </a:rPr>
              <a:t>le changer</a:t>
            </a:r>
            <a:endParaRPr lang="en-US" sz="950" dirty="0"/>
          </a:p>
        </p:txBody>
      </p:sp>
      <p:sp>
        <p:nvSpPr>
          <p:cNvPr id="36" name="a10z_346"/>
          <p:cNvSpPr/>
          <p:nvPr/>
        </p:nvSpPr>
        <p:spPr>
          <a:xfrm>
            <a:off x="6858000" y="3995928"/>
            <a:ext cx="402336" cy="402336"/>
          </a:xfrm>
          <a:prstGeom prst="ellipse">
            <a:avLst/>
          </a:prstGeom>
          <a:solidFill>
            <a:srgbClr val="00B4D8"/>
          </a:solidFill>
          <a:ln w="12700">
            <a:solidFill>
              <a:srgbClr val="00B4D8"/>
            </a:solidFill>
            <a:prstDash val="solid"/>
          </a:ln>
        </p:spPr>
      </p:sp>
      <p:pic>
        <p:nvPicPr>
          <p:cNvPr id="37" name="a10z_346i" descr="preencoded.png">    </p:cNvPr>
          <p:cNvPicPr>
            <a:picLocks noChangeAspect="1"/>
          </p:cNvPicPr>
          <p:nvPr/>
        </p:nvPicPr>
        <p:blipFill>
          <a:blip r:embed="rId9"/>
          <a:stretch>
            <a:fillRect/>
          </a:stretch>
        </p:blipFill>
        <p:spPr>
          <a:xfrm>
            <a:off x="6954561" y="4092489"/>
            <a:ext cx="209215" cy="209215"/>
          </a:xfrm>
          <a:prstGeom prst="rect">
            <a:avLst/>
          </a:prstGeom>
        </p:spPr>
      </p:pic>
      <p:sp>
        <p:nvSpPr>
          <p:cNvPr id="38" name="a10f_347"/>
          <p:cNvSpPr txBox="1"/>
          <p:nvPr/>
        </p:nvSpPr>
        <p:spPr>
          <a:xfrm>
            <a:off x="7333488" y="3986784"/>
            <a:ext cx="1325880" cy="228600"/>
          </a:xfrm>
          <a:prstGeom prst="rect">
            <a:avLst/>
          </a:prstGeom>
          <a:noFill/>
          <a:ln/>
        </p:spPr>
        <p:txBody>
          <a:bodyPr wrap="square" lIns="0" tIns="0" rIns="0" bIns="0" rtlCol="0" anchor="t"/>
          <a:lstStyle/>
          <a:p>
            <a:pPr indent="0" marL="0">
              <a:buNone/>
            </a:pPr>
            <a:r>
              <a:rPr lang="en-US" sz="1150" b="1" dirty="0">
                <a:solidFill>
                  <a:srgbClr val="1E2A78"/>
                </a:solidFill>
                <a:latin typeface="Arial" pitchFamily="34" charset="0"/>
                <a:ea typeface="Arial" pitchFamily="34" charset="-122"/>
                <a:cs typeface="Arial" pitchFamily="34" charset="-120"/>
              </a:rPr>
              <a:t>Créer</a:t>
            </a:r>
            <a:endParaRPr lang="en-US" sz="1150" dirty="0"/>
          </a:p>
        </p:txBody>
      </p:sp>
      <p:sp>
        <p:nvSpPr>
          <p:cNvPr id="39" name="a10f_348"/>
          <p:cNvSpPr txBox="1"/>
          <p:nvPr/>
        </p:nvSpPr>
        <p:spPr>
          <a:xfrm>
            <a:off x="7333488" y="4197096"/>
            <a:ext cx="1325880" cy="228600"/>
          </a:xfrm>
          <a:prstGeom prst="rect">
            <a:avLst/>
          </a:prstGeom>
          <a:noFill/>
          <a:ln/>
        </p:spPr>
        <p:txBody>
          <a:bodyPr wrap="square" lIns="0" tIns="0" rIns="0" bIns="0" rtlCol="0" anchor="t"/>
          <a:lstStyle/>
          <a:p>
            <a:pPr indent="0" marL="0">
              <a:buNone/>
            </a:pPr>
            <a:r>
              <a:rPr lang="en-US" sz="950" dirty="0">
                <a:solidFill>
                  <a:srgbClr val="5C6685"/>
                </a:solidFill>
                <a:latin typeface="Arial" pitchFamily="34" charset="0"/>
                <a:ea typeface="Arial" pitchFamily="34" charset="-122"/>
                <a:cs typeface="Arial" pitchFamily="34" charset="-120"/>
              </a:rPr>
              <a:t>un compte directement</a:t>
            </a:r>
            <a:endParaRPr lang="en-US" sz="9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childTnLst>
                          </p:cTn>
                        </p:par>
                        <p:par>
                          <p:cTn id="49" fill="hold">
                            <p:stCondLst>
                              <p:cond delay="1100"/>
                            </p:stCondLst>
                            <p:childTnLst>
                              <p:par>
                                <p:cTn id="37" presetID="10"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left)">
                                      <p:cBhvr>
                                        <p:cTn id="45" dur="500"/>
                                        <p:tgtEl>
                                          <p:spTgt spid="13"/>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500"/>
                                        <p:tgtEl>
                                          <p:spTgt spid="14"/>
                                        </p:tgtEl>
                                      </p:cBhvr>
                                    </p:animEffect>
                                  </p:childTnLst>
                                </p:cTn>
                              </p:par>
                            </p:childTnLst>
                          </p:cTn>
                        </p:par>
                        <p:par>
                          <p:cTn id="59" fill="hold">
                            <p:stCondLst>
                              <p:cond delay="1600"/>
                            </p:stCondLst>
                            <p:childTnLst>
                              <p:par>
                                <p:cTn id="50" presetID="22" presetClass="entr" presetSubtype="8"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wipe(left)">
                                      <p:cBhvr>
                                        <p:cTn id="55" dur="500"/>
                                        <p:tgtEl>
                                          <p:spTgt spid="16"/>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childTnLst>
                          </p:cTn>
                        </p:par>
                        <p:par>
                          <p:cTn id="69" fill="hold">
                            <p:stCondLst>
                              <p:cond delay="2100"/>
                            </p:stCondLst>
                            <p:childTnLst>
                              <p:par>
                                <p:cTn id="60" presetID="22" presetClass="entr" presetSubtype="8" fill="hold" grpId="0" nodeType="after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left)">
                                      <p:cBhvr>
                                        <p:cTn id="62" dur="500"/>
                                        <p:tgtEl>
                                          <p:spTgt spid="18"/>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wipe(left)">
                                      <p:cBhvr>
                                        <p:cTn id="65" dur="500"/>
                                        <p:tgtEl>
                                          <p:spTgt spid="19"/>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wipe(left)">
                                      <p:cBhvr>
                                        <p:cTn id="68" dur="500"/>
                                        <p:tgtEl>
                                          <p:spTgt spid="20"/>
                                        </p:tgtEl>
                                      </p:cBhvr>
                                    </p:animEffect>
                                  </p:childTnLst>
                                </p:cTn>
                              </p:par>
                            </p:childTnLst>
                          </p:cTn>
                        </p:par>
                        <p:par>
                          <p:cTn id="79" fill="hold">
                            <p:stCondLst>
                              <p:cond delay="2600"/>
                            </p:stCondLst>
                            <p:childTnLst>
                              <p:par>
                                <p:cTn id="70" presetID="22" presetClass="entr" presetSubtype="8" fill="hold" grpId="0" nodeType="after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wipe(left)">
                                      <p:cBhvr>
                                        <p:cTn id="72" dur="500"/>
                                        <p:tgtEl>
                                          <p:spTgt spid="21"/>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wipe(left)">
                                      <p:cBhvr>
                                        <p:cTn id="75" dur="500"/>
                                        <p:tgtEl>
                                          <p:spTgt spid="22"/>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wipe(left)">
                                      <p:cBhvr>
                                        <p:cTn id="78" dur="500"/>
                                        <p:tgtEl>
                                          <p:spTgt spid="23"/>
                                        </p:tgtEl>
                                      </p:cBhvr>
                                    </p:animEffect>
                                  </p:childTnLst>
                                </p:cTn>
                              </p:par>
                            </p:childTnLst>
                          </p:cTn>
                        </p:par>
                        <p:par>
                          <p:cTn id="96" fill="hold">
                            <p:stCondLst>
                              <p:cond delay="3100"/>
                            </p:stCondLst>
                            <p:childTnLst>
                              <p:par>
                                <p:cTn id="80" presetID="53" presetClass="entr" presetSubtype="16" fill="hold" grpId="0" nodeType="afterEffect">
                                  <p:stCondLst>
                                    <p:cond delay="0"/>
                                  </p:stCondLst>
                                  <p:childTnLst>
                                    <p:set>
                                      <p:cBhvr>
                                        <p:cTn id="81" dur="1" fill="hold">
                                          <p:stCondLst>
                                            <p:cond delay="0"/>
                                          </p:stCondLst>
                                        </p:cTn>
                                        <p:tgtEl>
                                          <p:spTgt spid="24"/>
                                        </p:tgtEl>
                                        <p:attrNameLst>
                                          <p:attrName>style.visibility</p:attrName>
                                        </p:attrNameLst>
                                      </p:cBhvr>
                                      <p:to>
                                        <p:strVal val="visible"/>
                                      </p:to>
                                    </p:set>
                                    <p:anim calcmode="lin" valueType="num">
                                      <p:cBhvr>
                                        <p:cTn id="82" dur="450" fill="hold"/>
                                        <p:tgtEl>
                                          <p:spTgt spid="24"/>
                                        </p:tgtEl>
                                        <p:attrNameLst>
                                          <p:attrName>ppt_w</p:attrName>
                                        </p:attrNameLst>
                                      </p:cBhvr>
                                      <p:tavLst>
                                        <p:tav tm="0">
                                          <p:val>
                                            <p:fltVal val="0"/>
                                          </p:val>
                                        </p:tav>
                                        <p:tav tm="100000">
                                          <p:val>
                                            <p:strVal val="#ppt_w"/>
                                          </p:val>
                                        </p:tav>
                                      </p:tavLst>
                                    </p:anim>
                                    <p:anim calcmode="lin" valueType="num">
                                      <p:cBhvr>
                                        <p:cTn id="83" dur="450" fill="hold"/>
                                        <p:tgtEl>
                                          <p:spTgt spid="24"/>
                                        </p:tgtEl>
                                        <p:attrNameLst>
                                          <p:attrName>ppt_h</p:attrName>
                                        </p:attrNameLst>
                                      </p:cBhvr>
                                      <p:tavLst>
                                        <p:tav tm="0">
                                          <p:val>
                                            <p:fltVal val="0"/>
                                          </p:val>
                                        </p:tav>
                                        <p:tav tm="100000">
                                          <p:val>
                                            <p:strVal val="#ppt_h"/>
                                          </p:val>
                                        </p:tav>
                                      </p:tavLst>
                                    </p:anim>
                                    <p:animEffect transition="in" filter="fade">
                                      <p:cBhvr>
                                        <p:cTn id="84" dur="450"/>
                                        <p:tgtEl>
                                          <p:spTgt spid="24"/>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p:cTn id="87" dur="450" fill="hold"/>
                                        <p:tgtEl>
                                          <p:spTgt spid="25"/>
                                        </p:tgtEl>
                                        <p:attrNameLst>
                                          <p:attrName>ppt_w</p:attrName>
                                        </p:attrNameLst>
                                      </p:cBhvr>
                                      <p:tavLst>
                                        <p:tav tm="0">
                                          <p:val>
                                            <p:fltVal val="0"/>
                                          </p:val>
                                        </p:tav>
                                        <p:tav tm="100000">
                                          <p:val>
                                            <p:strVal val="#ppt_w"/>
                                          </p:val>
                                        </p:tav>
                                      </p:tavLst>
                                    </p:anim>
                                    <p:anim calcmode="lin" valueType="num">
                                      <p:cBhvr>
                                        <p:cTn id="88" dur="450" fill="hold"/>
                                        <p:tgtEl>
                                          <p:spTgt spid="25"/>
                                        </p:tgtEl>
                                        <p:attrNameLst>
                                          <p:attrName>ppt_h</p:attrName>
                                        </p:attrNameLst>
                                      </p:cBhvr>
                                      <p:tavLst>
                                        <p:tav tm="0">
                                          <p:val>
                                            <p:fltVal val="0"/>
                                          </p:val>
                                        </p:tav>
                                        <p:tav tm="100000">
                                          <p:val>
                                            <p:strVal val="#ppt_h"/>
                                          </p:val>
                                        </p:tav>
                                      </p:tavLst>
                                    </p:anim>
                                    <p:animEffect transition="in" filter="fade">
                                      <p:cBhvr>
                                        <p:cTn id="89" dur="450"/>
                                        <p:tgtEl>
                                          <p:spTgt spid="2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fade">
                                      <p:cBhvr>
                                        <p:cTn id="92" dur="500"/>
                                        <p:tgtEl>
                                          <p:spTgt spid="2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7"/>
                                        </p:tgtEl>
                                        <p:attrNameLst>
                                          <p:attrName>style.visibility</p:attrName>
                                        </p:attrNameLst>
                                      </p:cBhvr>
                                      <p:to>
                                        <p:strVal val="visible"/>
                                      </p:to>
                                    </p:set>
                                    <p:animEffect transition="in" filter="fade">
                                      <p:cBhvr>
                                        <p:cTn id="95" dur="500"/>
                                        <p:tgtEl>
                                          <p:spTgt spid="27"/>
                                        </p:tgtEl>
                                      </p:cBhvr>
                                    </p:animEffect>
                                  </p:childTnLst>
                                </p:cTn>
                              </p:par>
                            </p:childTnLst>
                          </p:cTn>
                        </p:par>
                        <p:par>
                          <p:cTn id="113" fill="hold">
                            <p:stCondLst>
                              <p:cond delay="3600"/>
                            </p:stCondLst>
                            <p:childTnLst>
                              <p:par>
                                <p:cTn id="97" presetID="53" presetClass="entr" presetSubtype="16" fill="hold" grpId="0" nodeType="afterEffect">
                                  <p:stCondLst>
                                    <p:cond delay="0"/>
                                  </p:stCondLst>
                                  <p:childTnLst>
                                    <p:set>
                                      <p:cBhvr>
                                        <p:cTn id="98" dur="1" fill="hold">
                                          <p:stCondLst>
                                            <p:cond delay="0"/>
                                          </p:stCondLst>
                                        </p:cTn>
                                        <p:tgtEl>
                                          <p:spTgt spid="28"/>
                                        </p:tgtEl>
                                        <p:attrNameLst>
                                          <p:attrName>style.visibility</p:attrName>
                                        </p:attrNameLst>
                                      </p:cBhvr>
                                      <p:to>
                                        <p:strVal val="visible"/>
                                      </p:to>
                                    </p:set>
                                    <p:anim calcmode="lin" valueType="num">
                                      <p:cBhvr>
                                        <p:cTn id="99" dur="450" fill="hold"/>
                                        <p:tgtEl>
                                          <p:spTgt spid="28"/>
                                        </p:tgtEl>
                                        <p:attrNameLst>
                                          <p:attrName>ppt_w</p:attrName>
                                        </p:attrNameLst>
                                      </p:cBhvr>
                                      <p:tavLst>
                                        <p:tav tm="0">
                                          <p:val>
                                            <p:fltVal val="0"/>
                                          </p:val>
                                        </p:tav>
                                        <p:tav tm="100000">
                                          <p:val>
                                            <p:strVal val="#ppt_w"/>
                                          </p:val>
                                        </p:tav>
                                      </p:tavLst>
                                    </p:anim>
                                    <p:anim calcmode="lin" valueType="num">
                                      <p:cBhvr>
                                        <p:cTn id="100" dur="450" fill="hold"/>
                                        <p:tgtEl>
                                          <p:spTgt spid="28"/>
                                        </p:tgtEl>
                                        <p:attrNameLst>
                                          <p:attrName>ppt_h</p:attrName>
                                        </p:attrNameLst>
                                      </p:cBhvr>
                                      <p:tavLst>
                                        <p:tav tm="0">
                                          <p:val>
                                            <p:fltVal val="0"/>
                                          </p:val>
                                        </p:tav>
                                        <p:tav tm="100000">
                                          <p:val>
                                            <p:strVal val="#ppt_h"/>
                                          </p:val>
                                        </p:tav>
                                      </p:tavLst>
                                    </p:anim>
                                    <p:animEffect transition="in" filter="fade">
                                      <p:cBhvr>
                                        <p:cTn id="101" dur="450"/>
                                        <p:tgtEl>
                                          <p:spTgt spid="28"/>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29"/>
                                        </p:tgtEl>
                                        <p:attrNameLst>
                                          <p:attrName>style.visibility</p:attrName>
                                        </p:attrNameLst>
                                      </p:cBhvr>
                                      <p:to>
                                        <p:strVal val="visible"/>
                                      </p:to>
                                    </p:set>
                                    <p:anim calcmode="lin" valueType="num">
                                      <p:cBhvr>
                                        <p:cTn id="104" dur="450" fill="hold"/>
                                        <p:tgtEl>
                                          <p:spTgt spid="29"/>
                                        </p:tgtEl>
                                        <p:attrNameLst>
                                          <p:attrName>ppt_w</p:attrName>
                                        </p:attrNameLst>
                                      </p:cBhvr>
                                      <p:tavLst>
                                        <p:tav tm="0">
                                          <p:val>
                                            <p:fltVal val="0"/>
                                          </p:val>
                                        </p:tav>
                                        <p:tav tm="100000">
                                          <p:val>
                                            <p:strVal val="#ppt_w"/>
                                          </p:val>
                                        </p:tav>
                                      </p:tavLst>
                                    </p:anim>
                                    <p:anim calcmode="lin" valueType="num">
                                      <p:cBhvr>
                                        <p:cTn id="105" dur="450" fill="hold"/>
                                        <p:tgtEl>
                                          <p:spTgt spid="29"/>
                                        </p:tgtEl>
                                        <p:attrNameLst>
                                          <p:attrName>ppt_h</p:attrName>
                                        </p:attrNameLst>
                                      </p:cBhvr>
                                      <p:tavLst>
                                        <p:tav tm="0">
                                          <p:val>
                                            <p:fltVal val="0"/>
                                          </p:val>
                                        </p:tav>
                                        <p:tav tm="100000">
                                          <p:val>
                                            <p:strVal val="#ppt_h"/>
                                          </p:val>
                                        </p:tav>
                                      </p:tavLst>
                                    </p:anim>
                                    <p:animEffect transition="in" filter="fade">
                                      <p:cBhvr>
                                        <p:cTn id="106" dur="450"/>
                                        <p:tgtEl>
                                          <p:spTgt spid="2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500"/>
                                        <p:tgtEl>
                                          <p:spTgt spid="3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1"/>
                                        </p:tgtEl>
                                        <p:attrNameLst>
                                          <p:attrName>style.visibility</p:attrName>
                                        </p:attrNameLst>
                                      </p:cBhvr>
                                      <p:to>
                                        <p:strVal val="visible"/>
                                      </p:to>
                                    </p:set>
                                    <p:animEffect transition="in" filter="fade">
                                      <p:cBhvr>
                                        <p:cTn id="112" dur="500"/>
                                        <p:tgtEl>
                                          <p:spTgt spid="31"/>
                                        </p:tgtEl>
                                      </p:cBhvr>
                                    </p:animEffect>
                                  </p:childTnLst>
                                </p:cTn>
                              </p:par>
                            </p:childTnLst>
                          </p:cTn>
                        </p:par>
                        <p:par>
                          <p:cTn id="130" fill="hold">
                            <p:stCondLst>
                              <p:cond delay="4100"/>
                            </p:stCondLst>
                            <p:childTnLst>
                              <p:par>
                                <p:cTn id="114" presetID="53" presetClass="entr" presetSubtype="16" fill="hold" grpId="0" nodeType="afterEffect">
                                  <p:stCondLst>
                                    <p:cond delay="0"/>
                                  </p:stCondLst>
                                  <p:childTnLst>
                                    <p:set>
                                      <p:cBhvr>
                                        <p:cTn id="115" dur="1" fill="hold">
                                          <p:stCondLst>
                                            <p:cond delay="0"/>
                                          </p:stCondLst>
                                        </p:cTn>
                                        <p:tgtEl>
                                          <p:spTgt spid="32"/>
                                        </p:tgtEl>
                                        <p:attrNameLst>
                                          <p:attrName>style.visibility</p:attrName>
                                        </p:attrNameLst>
                                      </p:cBhvr>
                                      <p:to>
                                        <p:strVal val="visible"/>
                                      </p:to>
                                    </p:set>
                                    <p:anim calcmode="lin" valueType="num">
                                      <p:cBhvr>
                                        <p:cTn id="116" dur="450" fill="hold"/>
                                        <p:tgtEl>
                                          <p:spTgt spid="32"/>
                                        </p:tgtEl>
                                        <p:attrNameLst>
                                          <p:attrName>ppt_w</p:attrName>
                                        </p:attrNameLst>
                                      </p:cBhvr>
                                      <p:tavLst>
                                        <p:tav tm="0">
                                          <p:val>
                                            <p:fltVal val="0"/>
                                          </p:val>
                                        </p:tav>
                                        <p:tav tm="100000">
                                          <p:val>
                                            <p:strVal val="#ppt_w"/>
                                          </p:val>
                                        </p:tav>
                                      </p:tavLst>
                                    </p:anim>
                                    <p:anim calcmode="lin" valueType="num">
                                      <p:cBhvr>
                                        <p:cTn id="117" dur="450" fill="hold"/>
                                        <p:tgtEl>
                                          <p:spTgt spid="32"/>
                                        </p:tgtEl>
                                        <p:attrNameLst>
                                          <p:attrName>ppt_h</p:attrName>
                                        </p:attrNameLst>
                                      </p:cBhvr>
                                      <p:tavLst>
                                        <p:tav tm="0">
                                          <p:val>
                                            <p:fltVal val="0"/>
                                          </p:val>
                                        </p:tav>
                                        <p:tav tm="100000">
                                          <p:val>
                                            <p:strVal val="#ppt_h"/>
                                          </p:val>
                                        </p:tav>
                                      </p:tavLst>
                                    </p:anim>
                                    <p:animEffect transition="in" filter="fade">
                                      <p:cBhvr>
                                        <p:cTn id="118" dur="450"/>
                                        <p:tgtEl>
                                          <p:spTgt spid="32"/>
                                        </p:tgtEl>
                                      </p:cBhvr>
                                    </p:animEffect>
                                  </p:childTnLst>
                                </p:cTn>
                              </p:par>
                              <p:par>
                                <p:cTn id="119" presetID="53" presetClass="entr" presetSubtype="16" fill="hold" grpId="0" nodeType="withEffect">
                                  <p:stCondLst>
                                    <p:cond delay="0"/>
                                  </p:stCondLst>
                                  <p:childTnLst>
                                    <p:set>
                                      <p:cBhvr>
                                        <p:cTn id="120" dur="1" fill="hold">
                                          <p:stCondLst>
                                            <p:cond delay="0"/>
                                          </p:stCondLst>
                                        </p:cTn>
                                        <p:tgtEl>
                                          <p:spTgt spid="33"/>
                                        </p:tgtEl>
                                        <p:attrNameLst>
                                          <p:attrName>style.visibility</p:attrName>
                                        </p:attrNameLst>
                                      </p:cBhvr>
                                      <p:to>
                                        <p:strVal val="visible"/>
                                      </p:to>
                                    </p:set>
                                    <p:anim calcmode="lin" valueType="num">
                                      <p:cBhvr>
                                        <p:cTn id="121" dur="450" fill="hold"/>
                                        <p:tgtEl>
                                          <p:spTgt spid="33"/>
                                        </p:tgtEl>
                                        <p:attrNameLst>
                                          <p:attrName>ppt_w</p:attrName>
                                        </p:attrNameLst>
                                      </p:cBhvr>
                                      <p:tavLst>
                                        <p:tav tm="0">
                                          <p:val>
                                            <p:fltVal val="0"/>
                                          </p:val>
                                        </p:tav>
                                        <p:tav tm="100000">
                                          <p:val>
                                            <p:strVal val="#ppt_w"/>
                                          </p:val>
                                        </p:tav>
                                      </p:tavLst>
                                    </p:anim>
                                    <p:anim calcmode="lin" valueType="num">
                                      <p:cBhvr>
                                        <p:cTn id="122" dur="450" fill="hold"/>
                                        <p:tgtEl>
                                          <p:spTgt spid="33"/>
                                        </p:tgtEl>
                                        <p:attrNameLst>
                                          <p:attrName>ppt_h</p:attrName>
                                        </p:attrNameLst>
                                      </p:cBhvr>
                                      <p:tavLst>
                                        <p:tav tm="0">
                                          <p:val>
                                            <p:fltVal val="0"/>
                                          </p:val>
                                        </p:tav>
                                        <p:tav tm="100000">
                                          <p:val>
                                            <p:strVal val="#ppt_h"/>
                                          </p:val>
                                        </p:tav>
                                      </p:tavLst>
                                    </p:anim>
                                    <p:animEffect transition="in" filter="fade">
                                      <p:cBhvr>
                                        <p:cTn id="123" dur="450"/>
                                        <p:tgtEl>
                                          <p:spTgt spid="33"/>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34"/>
                                        </p:tgtEl>
                                        <p:attrNameLst>
                                          <p:attrName>style.visibility</p:attrName>
                                        </p:attrNameLst>
                                      </p:cBhvr>
                                      <p:to>
                                        <p:strVal val="visible"/>
                                      </p:to>
                                    </p:set>
                                    <p:animEffect transition="in" filter="fade">
                                      <p:cBhvr>
                                        <p:cTn id="126" dur="500"/>
                                        <p:tgtEl>
                                          <p:spTgt spid="34"/>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35"/>
                                        </p:tgtEl>
                                        <p:attrNameLst>
                                          <p:attrName>style.visibility</p:attrName>
                                        </p:attrNameLst>
                                      </p:cBhvr>
                                      <p:to>
                                        <p:strVal val="visible"/>
                                      </p:to>
                                    </p:set>
                                    <p:animEffect transition="in" filter="fade">
                                      <p:cBhvr>
                                        <p:cTn id="129" dur="500"/>
                                        <p:tgtEl>
                                          <p:spTgt spid="35"/>
                                        </p:tgtEl>
                                      </p:cBhvr>
                                    </p:animEffect>
                                  </p:childTnLst>
                                </p:cTn>
                              </p:par>
                            </p:childTnLst>
                          </p:cTn>
                        </p:par>
                        <p:par>
                          <p:cTn id="147" fill="hold">
                            <p:stCondLst>
                              <p:cond delay="4600"/>
                            </p:stCondLst>
                            <p:childTnLst>
                              <p:par>
                                <p:cTn id="131" presetID="53" presetClass="entr" presetSubtype="16" fill="hold" grpId="0" nodeType="afterEffect">
                                  <p:stCondLst>
                                    <p:cond delay="0"/>
                                  </p:stCondLst>
                                  <p:childTnLst>
                                    <p:set>
                                      <p:cBhvr>
                                        <p:cTn id="132" dur="1" fill="hold">
                                          <p:stCondLst>
                                            <p:cond delay="0"/>
                                          </p:stCondLst>
                                        </p:cTn>
                                        <p:tgtEl>
                                          <p:spTgt spid="36"/>
                                        </p:tgtEl>
                                        <p:attrNameLst>
                                          <p:attrName>style.visibility</p:attrName>
                                        </p:attrNameLst>
                                      </p:cBhvr>
                                      <p:to>
                                        <p:strVal val="visible"/>
                                      </p:to>
                                    </p:set>
                                    <p:anim calcmode="lin" valueType="num">
                                      <p:cBhvr>
                                        <p:cTn id="133" dur="450" fill="hold"/>
                                        <p:tgtEl>
                                          <p:spTgt spid="36"/>
                                        </p:tgtEl>
                                        <p:attrNameLst>
                                          <p:attrName>ppt_w</p:attrName>
                                        </p:attrNameLst>
                                      </p:cBhvr>
                                      <p:tavLst>
                                        <p:tav tm="0">
                                          <p:val>
                                            <p:fltVal val="0"/>
                                          </p:val>
                                        </p:tav>
                                        <p:tav tm="100000">
                                          <p:val>
                                            <p:strVal val="#ppt_w"/>
                                          </p:val>
                                        </p:tav>
                                      </p:tavLst>
                                    </p:anim>
                                    <p:anim calcmode="lin" valueType="num">
                                      <p:cBhvr>
                                        <p:cTn id="134" dur="450" fill="hold"/>
                                        <p:tgtEl>
                                          <p:spTgt spid="36"/>
                                        </p:tgtEl>
                                        <p:attrNameLst>
                                          <p:attrName>ppt_h</p:attrName>
                                        </p:attrNameLst>
                                      </p:cBhvr>
                                      <p:tavLst>
                                        <p:tav tm="0">
                                          <p:val>
                                            <p:fltVal val="0"/>
                                          </p:val>
                                        </p:tav>
                                        <p:tav tm="100000">
                                          <p:val>
                                            <p:strVal val="#ppt_h"/>
                                          </p:val>
                                        </p:tav>
                                      </p:tavLst>
                                    </p:anim>
                                    <p:animEffect transition="in" filter="fade">
                                      <p:cBhvr>
                                        <p:cTn id="135" dur="450"/>
                                        <p:tgtEl>
                                          <p:spTgt spid="36"/>
                                        </p:tgtEl>
                                      </p:cBhvr>
                                    </p:animEffect>
                                  </p:childTnLst>
                                </p:cTn>
                              </p:par>
                              <p:par>
                                <p:cTn id="136" presetID="53" presetClass="entr" presetSubtype="16" fill="hold" grpId="0" nodeType="withEffect">
                                  <p:stCondLst>
                                    <p:cond delay="0"/>
                                  </p:stCondLst>
                                  <p:childTnLst>
                                    <p:set>
                                      <p:cBhvr>
                                        <p:cTn id="137" dur="1" fill="hold">
                                          <p:stCondLst>
                                            <p:cond delay="0"/>
                                          </p:stCondLst>
                                        </p:cTn>
                                        <p:tgtEl>
                                          <p:spTgt spid="37"/>
                                        </p:tgtEl>
                                        <p:attrNameLst>
                                          <p:attrName>style.visibility</p:attrName>
                                        </p:attrNameLst>
                                      </p:cBhvr>
                                      <p:to>
                                        <p:strVal val="visible"/>
                                      </p:to>
                                    </p:set>
                                    <p:anim calcmode="lin" valueType="num">
                                      <p:cBhvr>
                                        <p:cTn id="138" dur="450" fill="hold"/>
                                        <p:tgtEl>
                                          <p:spTgt spid="37"/>
                                        </p:tgtEl>
                                        <p:attrNameLst>
                                          <p:attrName>ppt_w</p:attrName>
                                        </p:attrNameLst>
                                      </p:cBhvr>
                                      <p:tavLst>
                                        <p:tav tm="0">
                                          <p:val>
                                            <p:fltVal val="0"/>
                                          </p:val>
                                        </p:tav>
                                        <p:tav tm="100000">
                                          <p:val>
                                            <p:strVal val="#ppt_w"/>
                                          </p:val>
                                        </p:tav>
                                      </p:tavLst>
                                    </p:anim>
                                    <p:anim calcmode="lin" valueType="num">
                                      <p:cBhvr>
                                        <p:cTn id="139" dur="450" fill="hold"/>
                                        <p:tgtEl>
                                          <p:spTgt spid="37"/>
                                        </p:tgtEl>
                                        <p:attrNameLst>
                                          <p:attrName>ppt_h</p:attrName>
                                        </p:attrNameLst>
                                      </p:cBhvr>
                                      <p:tavLst>
                                        <p:tav tm="0">
                                          <p:val>
                                            <p:fltVal val="0"/>
                                          </p:val>
                                        </p:tav>
                                        <p:tav tm="100000">
                                          <p:val>
                                            <p:strVal val="#ppt_h"/>
                                          </p:val>
                                        </p:tav>
                                      </p:tavLst>
                                    </p:anim>
                                    <p:animEffect transition="in" filter="fade">
                                      <p:cBhvr>
                                        <p:cTn id="140" dur="450"/>
                                        <p:tgtEl>
                                          <p:spTgt spid="37"/>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38"/>
                                        </p:tgtEl>
                                        <p:attrNameLst>
                                          <p:attrName>style.visibility</p:attrName>
                                        </p:attrNameLst>
                                      </p:cBhvr>
                                      <p:to>
                                        <p:strVal val="visible"/>
                                      </p:to>
                                    </p:set>
                                    <p:animEffect transition="in" filter="fade">
                                      <p:cBhvr>
                                        <p:cTn id="143" dur="500"/>
                                        <p:tgtEl>
                                          <p:spTgt spid="38"/>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39"/>
                                        </p:tgtEl>
                                        <p:attrNameLst>
                                          <p:attrName>style.visibility</p:attrName>
                                        </p:attrNameLst>
                                      </p:cBhvr>
                                      <p:to>
                                        <p:strVal val="visible"/>
                                      </p:to>
                                    </p:set>
                                    <p:animEffect transition="in" filter="fade">
                                      <p:cBhvr>
                                        <p:cTn id="14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P spid="28" grpId="0" animBg="1"/>
      <p:bldP spid="30" grpId="0" animBg="1"/>
      <p:bldP spid="31" grpId="0" animBg="1"/>
      <p:bldP spid="32" grpId="0" animBg="1"/>
      <p:bldP spid="34" grpId="0" animBg="1"/>
      <p:bldP spid="35" grpId="0" animBg="1"/>
      <p:bldP spid="36" grpId="0" animBg="1"/>
      <p:bldP spid="38" grpId="0" animBg="1"/>
      <p:bldP spid="3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15</a:t>
            </a:r>
            <a:endParaRPr lang="en-US" sz="800" dirty="0"/>
          </a:p>
        </p:txBody>
      </p:sp>
      <p:sp>
        <p:nvSpPr>
          <p:cNvPr id="4" name="a1f_349"/>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05 · L'ADMINISTRATION WEB</a:t>
            </a:r>
            <a:endParaRPr lang="en-US" sz="1100" dirty="0"/>
          </a:p>
        </p:txBody>
      </p:sp>
      <p:sp>
        <p:nvSpPr>
          <p:cNvPr id="5" name="a1f_350"/>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Élèves et personnel, depuis un ordinateur</a:t>
            </a:r>
            <a:endParaRPr lang="en-US" sz="2700" dirty="0"/>
          </a:p>
        </p:txBody>
      </p:sp>
      <p:sp>
        <p:nvSpPr>
          <p:cNvPr id="6" name="a2u_351"/>
          <p:cNvSpPr/>
          <p:nvPr/>
        </p:nvSpPr>
        <p:spPr>
          <a:xfrm>
            <a:off x="457200" y="1188720"/>
            <a:ext cx="4114800" cy="2497455"/>
          </a:xfrm>
          <a:prstGeom prst="roundRect">
            <a:avLst>
              <a:gd name="adj" fmla="val 2197"/>
            </a:avLst>
          </a:prstGeom>
          <a:solidFill>
            <a:srgbClr val="FFFFFF"/>
          </a:solidFill>
          <a:ln w="12700">
            <a:solidFill>
              <a:srgbClr val="D8DEEE"/>
            </a:solidFill>
            <a:prstDash val="solid"/>
          </a:ln>
          <a:effectLst>
            <a:outerShdw sx="100000" sy="100000" kx="0" ky="0" algn="bl" rotWithShape="0" blurRad="127000" dist="25400" dir="5400000">
              <a:srgbClr val="000000">
                <a:alpha val="10000"/>
              </a:srgbClr>
            </a:outerShdw>
          </a:effectLst>
        </p:spPr>
      </p:sp>
      <p:sp>
        <p:nvSpPr>
          <p:cNvPr id="7" name="a2u_352"/>
          <p:cNvSpPr/>
          <p:nvPr/>
        </p:nvSpPr>
        <p:spPr>
          <a:xfrm>
            <a:off x="548640" y="1243584"/>
            <a:ext cx="73152" cy="73152"/>
          </a:xfrm>
          <a:prstGeom prst="ellipse">
            <a:avLst/>
          </a:prstGeom>
          <a:solidFill>
            <a:srgbClr val="EF5A5A"/>
          </a:solidFill>
          <a:ln w="12700">
            <a:solidFill>
              <a:srgbClr val="EF5A5A"/>
            </a:solidFill>
            <a:prstDash val="solid"/>
          </a:ln>
        </p:spPr>
      </p:sp>
      <p:sp>
        <p:nvSpPr>
          <p:cNvPr id="8" name="a2u_353"/>
          <p:cNvSpPr/>
          <p:nvPr/>
        </p:nvSpPr>
        <p:spPr>
          <a:xfrm>
            <a:off x="667512" y="1243584"/>
            <a:ext cx="73152" cy="73152"/>
          </a:xfrm>
          <a:prstGeom prst="ellipse">
            <a:avLst/>
          </a:prstGeom>
          <a:solidFill>
            <a:srgbClr val="F59E0B"/>
          </a:solidFill>
          <a:ln w="12700">
            <a:solidFill>
              <a:srgbClr val="F59E0B"/>
            </a:solidFill>
            <a:prstDash val="solid"/>
          </a:ln>
        </p:spPr>
      </p:sp>
      <p:sp>
        <p:nvSpPr>
          <p:cNvPr id="9" name="a2u_354"/>
          <p:cNvSpPr/>
          <p:nvPr/>
        </p:nvSpPr>
        <p:spPr>
          <a:xfrm>
            <a:off x="786384" y="1243584"/>
            <a:ext cx="73152" cy="73152"/>
          </a:xfrm>
          <a:prstGeom prst="ellipse">
            <a:avLst/>
          </a:prstGeom>
          <a:solidFill>
            <a:srgbClr val="10B981"/>
          </a:solidFill>
          <a:ln w="12700">
            <a:solidFill>
              <a:srgbClr val="10B981"/>
            </a:solidFill>
            <a:prstDash val="solid"/>
          </a:ln>
        </p:spPr>
      </p:sp>
      <p:pic>
        <p:nvPicPr>
          <p:cNvPr id="10" name="a2u_355" descr="/tmp/claude-0/-home-user-face-id/e849e0f3-7743-5449-a322-d35a4c4c9845/scratchpad/deck/img/admin/c_people.png">    </p:cNvPr>
          <p:cNvPicPr>
            <a:picLocks noChangeAspect="1"/>
          </p:cNvPicPr>
          <p:nvPr/>
        </p:nvPicPr>
        <p:blipFill>
          <a:blip r:embed="rId1"/>
          <a:stretch>
            <a:fillRect/>
          </a:stretch>
        </p:blipFill>
        <p:spPr>
          <a:xfrm>
            <a:off x="457200" y="1371600"/>
            <a:ext cx="4114800" cy="2314575"/>
          </a:xfrm>
          <a:prstGeom prst="rect">
            <a:avLst/>
          </a:prstGeom>
        </p:spPr>
      </p:pic>
      <p:sp>
        <p:nvSpPr>
          <p:cNvPr id="11" name="a3u_356"/>
          <p:cNvSpPr/>
          <p:nvPr/>
        </p:nvSpPr>
        <p:spPr>
          <a:xfrm>
            <a:off x="4754880" y="1188720"/>
            <a:ext cx="3931920" cy="1872377"/>
          </a:xfrm>
          <a:prstGeom prst="roundRect">
            <a:avLst>
              <a:gd name="adj" fmla="val 2930"/>
            </a:avLst>
          </a:prstGeom>
          <a:solidFill>
            <a:srgbClr val="FFFFFF"/>
          </a:solidFill>
          <a:ln w="12700">
            <a:solidFill>
              <a:srgbClr val="D8DEEE"/>
            </a:solidFill>
            <a:prstDash val="solid"/>
          </a:ln>
          <a:effectLst>
            <a:outerShdw sx="100000" sy="100000" kx="0" ky="0" algn="bl" rotWithShape="0" blurRad="127000" dist="25400" dir="5400000">
              <a:srgbClr val="000000">
                <a:alpha val="10000"/>
              </a:srgbClr>
            </a:outerShdw>
          </a:effectLst>
        </p:spPr>
      </p:sp>
      <p:sp>
        <p:nvSpPr>
          <p:cNvPr id="12" name="a3u_357"/>
          <p:cNvSpPr/>
          <p:nvPr/>
        </p:nvSpPr>
        <p:spPr>
          <a:xfrm>
            <a:off x="4846320" y="1243584"/>
            <a:ext cx="73152" cy="73152"/>
          </a:xfrm>
          <a:prstGeom prst="ellipse">
            <a:avLst/>
          </a:prstGeom>
          <a:solidFill>
            <a:srgbClr val="EF5A5A"/>
          </a:solidFill>
          <a:ln w="12700">
            <a:solidFill>
              <a:srgbClr val="EF5A5A"/>
            </a:solidFill>
            <a:prstDash val="solid"/>
          </a:ln>
        </p:spPr>
      </p:sp>
      <p:sp>
        <p:nvSpPr>
          <p:cNvPr id="13" name="a3u_358"/>
          <p:cNvSpPr/>
          <p:nvPr/>
        </p:nvSpPr>
        <p:spPr>
          <a:xfrm>
            <a:off x="4965192" y="1243584"/>
            <a:ext cx="73152" cy="73152"/>
          </a:xfrm>
          <a:prstGeom prst="ellipse">
            <a:avLst/>
          </a:prstGeom>
          <a:solidFill>
            <a:srgbClr val="F59E0B"/>
          </a:solidFill>
          <a:ln w="12700">
            <a:solidFill>
              <a:srgbClr val="F59E0B"/>
            </a:solidFill>
            <a:prstDash val="solid"/>
          </a:ln>
        </p:spPr>
      </p:sp>
      <p:sp>
        <p:nvSpPr>
          <p:cNvPr id="14" name="a3u_359"/>
          <p:cNvSpPr/>
          <p:nvPr/>
        </p:nvSpPr>
        <p:spPr>
          <a:xfrm>
            <a:off x="5084064" y="1243584"/>
            <a:ext cx="73152" cy="73152"/>
          </a:xfrm>
          <a:prstGeom prst="ellipse">
            <a:avLst/>
          </a:prstGeom>
          <a:solidFill>
            <a:srgbClr val="10B981"/>
          </a:solidFill>
          <a:ln w="12700">
            <a:solidFill>
              <a:srgbClr val="10B981"/>
            </a:solidFill>
            <a:prstDash val="solid"/>
          </a:ln>
        </p:spPr>
      </p:sp>
      <p:pic>
        <p:nvPicPr>
          <p:cNvPr id="15" name="a3u_360" descr="/tmp/claude-0/-home-user-face-id/e849e0f3-7743-5449-a322-d35a4c4c9845/scratchpad/deck/img/admin/c_person.png">    </p:cNvPr>
          <p:cNvPicPr>
            <a:picLocks noChangeAspect="1"/>
          </p:cNvPicPr>
          <p:nvPr/>
        </p:nvPicPr>
        <p:blipFill>
          <a:blip r:embed="rId2"/>
          <a:stretch>
            <a:fillRect/>
          </a:stretch>
        </p:blipFill>
        <p:spPr>
          <a:xfrm>
            <a:off x="4754880" y="1371600"/>
            <a:ext cx="3931920" cy="1689497"/>
          </a:xfrm>
          <a:prstGeom prst="rect">
            <a:avLst/>
          </a:prstGeom>
        </p:spPr>
      </p:pic>
      <p:sp>
        <p:nvSpPr>
          <p:cNvPr id="16" name="a4z_361"/>
          <p:cNvSpPr/>
          <p:nvPr/>
        </p:nvSpPr>
        <p:spPr>
          <a:xfrm>
            <a:off x="457200" y="3886200"/>
            <a:ext cx="402336" cy="402336"/>
          </a:xfrm>
          <a:prstGeom prst="ellipse">
            <a:avLst/>
          </a:prstGeom>
          <a:solidFill>
            <a:srgbClr val="1E2A78"/>
          </a:solidFill>
          <a:ln w="12700">
            <a:solidFill>
              <a:srgbClr val="1E2A78"/>
            </a:solidFill>
            <a:prstDash val="solid"/>
          </a:ln>
        </p:spPr>
      </p:sp>
      <p:pic>
        <p:nvPicPr>
          <p:cNvPr id="17" name="a4z_361i" descr="preencoded.png">    </p:cNvPr>
          <p:cNvPicPr>
            <a:picLocks noChangeAspect="1"/>
          </p:cNvPicPr>
          <p:nvPr/>
        </p:nvPicPr>
        <p:blipFill>
          <a:blip r:embed="rId3"/>
          <a:stretch>
            <a:fillRect/>
          </a:stretch>
        </p:blipFill>
        <p:spPr>
          <a:xfrm>
            <a:off x="553761" y="3982761"/>
            <a:ext cx="209215" cy="209215"/>
          </a:xfrm>
          <a:prstGeom prst="rect">
            <a:avLst/>
          </a:prstGeom>
        </p:spPr>
      </p:pic>
      <p:sp>
        <p:nvSpPr>
          <p:cNvPr id="18" name="a4f_362"/>
          <p:cNvSpPr txBox="1"/>
          <p:nvPr/>
        </p:nvSpPr>
        <p:spPr>
          <a:xfrm>
            <a:off x="996696" y="3867912"/>
            <a:ext cx="214884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Rechercher et filtrer</a:t>
            </a:r>
            <a:endParaRPr lang="en-US" sz="1300" dirty="0"/>
          </a:p>
        </p:txBody>
      </p:sp>
      <p:sp>
        <p:nvSpPr>
          <p:cNvPr id="19" name="a4f_363"/>
          <p:cNvSpPr txBox="1"/>
          <p:nvPr/>
        </p:nvSpPr>
        <p:spPr>
          <a:xfrm>
            <a:off x="996696" y="4123944"/>
            <a:ext cx="214884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Par nom, matricule, classe ; par type de personne.</a:t>
            </a:r>
            <a:endParaRPr lang="en-US" sz="1050" dirty="0"/>
          </a:p>
        </p:txBody>
      </p:sp>
      <p:sp>
        <p:nvSpPr>
          <p:cNvPr id="20" name="a5z_364"/>
          <p:cNvSpPr/>
          <p:nvPr/>
        </p:nvSpPr>
        <p:spPr>
          <a:xfrm>
            <a:off x="3246120" y="3886200"/>
            <a:ext cx="402336" cy="402336"/>
          </a:xfrm>
          <a:prstGeom prst="ellipse">
            <a:avLst/>
          </a:prstGeom>
          <a:solidFill>
            <a:srgbClr val="00B4D8"/>
          </a:solidFill>
          <a:ln w="12700">
            <a:solidFill>
              <a:srgbClr val="00B4D8"/>
            </a:solidFill>
            <a:prstDash val="solid"/>
          </a:ln>
        </p:spPr>
      </p:sp>
      <p:pic>
        <p:nvPicPr>
          <p:cNvPr id="21" name="a5z_364i" descr="preencoded.png">    </p:cNvPr>
          <p:cNvPicPr>
            <a:picLocks noChangeAspect="1"/>
          </p:cNvPicPr>
          <p:nvPr/>
        </p:nvPicPr>
        <p:blipFill>
          <a:blip r:embed="rId4"/>
          <a:stretch>
            <a:fillRect/>
          </a:stretch>
        </p:blipFill>
        <p:spPr>
          <a:xfrm>
            <a:off x="3342681" y="3982761"/>
            <a:ext cx="209215" cy="209215"/>
          </a:xfrm>
          <a:prstGeom prst="rect">
            <a:avLst/>
          </a:prstGeom>
        </p:spPr>
      </p:pic>
      <p:sp>
        <p:nvSpPr>
          <p:cNvPr id="22" name="a5f_365"/>
          <p:cNvSpPr txBox="1"/>
          <p:nvPr/>
        </p:nvSpPr>
        <p:spPr>
          <a:xfrm>
            <a:off x="3785616" y="3867912"/>
            <a:ext cx="214884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Corriger une fiche</a:t>
            </a:r>
            <a:endParaRPr lang="en-US" sz="1300" dirty="0"/>
          </a:p>
        </p:txBody>
      </p:sp>
      <p:sp>
        <p:nvSpPr>
          <p:cNvPr id="23" name="a5f_366"/>
          <p:cNvSpPr txBox="1"/>
          <p:nvPr/>
        </p:nvSpPr>
        <p:spPr>
          <a:xfrm>
            <a:off x="3785616" y="4123944"/>
            <a:ext cx="214884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Tous les champs sont modifiables depuis le bureau.</a:t>
            </a:r>
            <a:endParaRPr lang="en-US" sz="1050" dirty="0"/>
          </a:p>
        </p:txBody>
      </p:sp>
      <p:sp>
        <p:nvSpPr>
          <p:cNvPr id="24" name="a6z_367"/>
          <p:cNvSpPr/>
          <p:nvPr/>
        </p:nvSpPr>
        <p:spPr>
          <a:xfrm>
            <a:off x="6035040" y="3886200"/>
            <a:ext cx="402336" cy="402336"/>
          </a:xfrm>
          <a:prstGeom prst="ellipse">
            <a:avLst/>
          </a:prstGeom>
          <a:solidFill>
            <a:srgbClr val="1E2A78"/>
          </a:solidFill>
          <a:ln w="12700">
            <a:solidFill>
              <a:srgbClr val="1E2A78"/>
            </a:solidFill>
            <a:prstDash val="solid"/>
          </a:ln>
        </p:spPr>
      </p:sp>
      <p:pic>
        <p:nvPicPr>
          <p:cNvPr id="25" name="a6z_367i" descr="preencoded.png">    </p:cNvPr>
          <p:cNvPicPr>
            <a:picLocks noChangeAspect="1"/>
          </p:cNvPicPr>
          <p:nvPr/>
        </p:nvPicPr>
        <p:blipFill>
          <a:blip r:embed="rId5"/>
          <a:stretch>
            <a:fillRect/>
          </a:stretch>
        </p:blipFill>
        <p:spPr>
          <a:xfrm>
            <a:off x="6131601" y="3982761"/>
            <a:ext cx="209215" cy="209215"/>
          </a:xfrm>
          <a:prstGeom prst="rect">
            <a:avLst/>
          </a:prstGeom>
        </p:spPr>
      </p:pic>
      <p:sp>
        <p:nvSpPr>
          <p:cNvPr id="26" name="a6f_368"/>
          <p:cNvSpPr txBox="1"/>
          <p:nvPr/>
        </p:nvSpPr>
        <p:spPr>
          <a:xfrm>
            <a:off x="6574536" y="3867912"/>
            <a:ext cx="214884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Ajout par l’application</a:t>
            </a:r>
            <a:endParaRPr lang="en-US" sz="1300" dirty="0"/>
          </a:p>
        </p:txBody>
      </p:sp>
      <p:sp>
        <p:nvSpPr>
          <p:cNvPr id="27" name="a6f_369"/>
          <p:cNvSpPr txBox="1"/>
          <p:nvPr/>
        </p:nvSpPr>
        <p:spPr>
          <a:xfrm>
            <a:off x="6574536" y="4123944"/>
            <a:ext cx="214884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Il faut enregistrer le visage : l’inscription se fait sur le téléphone.</a:t>
            </a:r>
            <a:endParaRPr lang="en-US" sz="10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childTnLst>
                          </p:cTn>
                        </p:par>
                        <p:par>
                          <p:cTn id="62" fill="hold">
                            <p:stCondLst>
                              <p:cond delay="1100"/>
                            </p:stCondLst>
                            <p:childTnLst>
                              <p:par>
                                <p:cTn id="37" presetID="42"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600"/>
                                        <p:tgtEl>
                                          <p:spTgt spid="11"/>
                                        </p:tgtEl>
                                      </p:cBhvr>
                                    </p:animEffect>
                                    <p:anim calcmode="lin" valueType="num">
                                      <p:cBhvr additive="base">
                                        <p:cTn id="40" dur="600" fill="hold"/>
                                        <p:tgtEl>
                                          <p:spTgt spid="11"/>
                                        </p:tgtEl>
                                        <p:attrNameLst>
                                          <p:attrName>ppt_x</p:attrName>
                                        </p:attrNameLst>
                                      </p:cBhvr>
                                      <p:tavLst>
                                        <p:tav tm="0">
                                          <p:val>
                                            <p:strVal val="#ppt_x"/>
                                          </p:val>
                                        </p:tav>
                                        <p:tav tm="100000">
                                          <p:val>
                                            <p:strVal val="#ppt_x"/>
                                          </p:val>
                                        </p:tav>
                                      </p:tavLst>
                                    </p:anim>
                                    <p:anim calcmode="lin" valueType="num">
                                      <p:cBhvr additive="base">
                                        <p:cTn id="41" dur="6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600"/>
                                        <p:tgtEl>
                                          <p:spTgt spid="12"/>
                                        </p:tgtEl>
                                      </p:cBhvr>
                                    </p:animEffect>
                                    <p:anim calcmode="lin" valueType="num">
                                      <p:cBhvr additive="base">
                                        <p:cTn id="45" dur="600" fill="hold"/>
                                        <p:tgtEl>
                                          <p:spTgt spid="12"/>
                                        </p:tgtEl>
                                        <p:attrNameLst>
                                          <p:attrName>ppt_x</p:attrName>
                                        </p:attrNameLst>
                                      </p:cBhvr>
                                      <p:tavLst>
                                        <p:tav tm="0">
                                          <p:val>
                                            <p:strVal val="#ppt_x"/>
                                          </p:val>
                                        </p:tav>
                                        <p:tav tm="100000">
                                          <p:val>
                                            <p:strVal val="#ppt_x"/>
                                          </p:val>
                                        </p:tav>
                                      </p:tavLst>
                                    </p:anim>
                                    <p:anim calcmode="lin" valueType="num">
                                      <p:cBhvr additive="base">
                                        <p:cTn id="46" dur="600" fill="hold"/>
                                        <p:tgtEl>
                                          <p:spTgt spid="1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00"/>
                                        <p:tgtEl>
                                          <p:spTgt spid="13"/>
                                        </p:tgtEl>
                                      </p:cBhvr>
                                    </p:animEffect>
                                    <p:anim calcmode="lin" valueType="num">
                                      <p:cBhvr additive="base">
                                        <p:cTn id="50" dur="600" fill="hold"/>
                                        <p:tgtEl>
                                          <p:spTgt spid="13"/>
                                        </p:tgtEl>
                                        <p:attrNameLst>
                                          <p:attrName>ppt_x</p:attrName>
                                        </p:attrNameLst>
                                      </p:cBhvr>
                                      <p:tavLst>
                                        <p:tav tm="0">
                                          <p:val>
                                            <p:strVal val="#ppt_x"/>
                                          </p:val>
                                        </p:tav>
                                        <p:tav tm="100000">
                                          <p:val>
                                            <p:strVal val="#ppt_x"/>
                                          </p:val>
                                        </p:tav>
                                      </p:tavLst>
                                    </p:anim>
                                    <p:anim calcmode="lin" valueType="num">
                                      <p:cBhvr additive="base">
                                        <p:cTn id="51" dur="600" fill="hold"/>
                                        <p:tgtEl>
                                          <p:spTgt spid="1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600"/>
                                        <p:tgtEl>
                                          <p:spTgt spid="14"/>
                                        </p:tgtEl>
                                      </p:cBhvr>
                                    </p:animEffect>
                                    <p:anim calcmode="lin" valueType="num">
                                      <p:cBhvr additive="base">
                                        <p:cTn id="55" dur="600" fill="hold"/>
                                        <p:tgtEl>
                                          <p:spTgt spid="14"/>
                                        </p:tgtEl>
                                        <p:attrNameLst>
                                          <p:attrName>ppt_x</p:attrName>
                                        </p:attrNameLst>
                                      </p:cBhvr>
                                      <p:tavLst>
                                        <p:tav tm="0">
                                          <p:val>
                                            <p:strVal val="#ppt_x"/>
                                          </p:val>
                                        </p:tav>
                                        <p:tav tm="100000">
                                          <p:val>
                                            <p:strVal val="#ppt_x"/>
                                          </p:val>
                                        </p:tav>
                                      </p:tavLst>
                                    </p:anim>
                                    <p:anim calcmode="lin" valueType="num">
                                      <p:cBhvr additive="base">
                                        <p:cTn id="56" dur="600" fill="hold"/>
                                        <p:tgtEl>
                                          <p:spTgt spid="14"/>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600"/>
                                        <p:tgtEl>
                                          <p:spTgt spid="15"/>
                                        </p:tgtEl>
                                      </p:cBhvr>
                                    </p:animEffect>
                                    <p:anim calcmode="lin" valueType="num">
                                      <p:cBhvr additive="base">
                                        <p:cTn id="60" dur="600" fill="hold"/>
                                        <p:tgtEl>
                                          <p:spTgt spid="15"/>
                                        </p:tgtEl>
                                        <p:attrNameLst>
                                          <p:attrName>ppt_x</p:attrName>
                                        </p:attrNameLst>
                                      </p:cBhvr>
                                      <p:tavLst>
                                        <p:tav tm="0">
                                          <p:val>
                                            <p:strVal val="#ppt_x"/>
                                          </p:val>
                                        </p:tav>
                                        <p:tav tm="100000">
                                          <p:val>
                                            <p:strVal val="#ppt_x"/>
                                          </p:val>
                                        </p:tav>
                                      </p:tavLst>
                                    </p:anim>
                                    <p:anim calcmode="lin" valueType="num">
                                      <p:cBhvr additive="base">
                                        <p:cTn id="61" dur="600" fill="hold"/>
                                        <p:tgtEl>
                                          <p:spTgt spid="15"/>
                                        </p:tgtEl>
                                        <p:attrNameLst>
                                          <p:attrName>ppt_y</p:attrName>
                                        </p:attrNameLst>
                                      </p:cBhvr>
                                      <p:tavLst>
                                        <p:tav tm="0">
                                          <p:val>
                                            <p:strVal val="#ppt_y+.1"/>
                                          </p:val>
                                        </p:tav>
                                        <p:tav tm="100000">
                                          <p:val>
                                            <p:strVal val="#ppt_y"/>
                                          </p:val>
                                        </p:tav>
                                      </p:tavLst>
                                    </p:anim>
                                  </p:childTnLst>
                                </p:cTn>
                              </p:par>
                            </p:childTnLst>
                          </p:cTn>
                        </p:par>
                        <p:par>
                          <p:cTn id="79" fill="hold">
                            <p:stCondLst>
                              <p:cond delay="1700"/>
                            </p:stCondLst>
                            <p:childTnLst>
                              <p:par>
                                <p:cTn id="63" presetID="53" presetClass="entr" presetSubtype="16" fill="hold" grpId="0" nodeType="after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p:cTn id="65" dur="450" fill="hold"/>
                                        <p:tgtEl>
                                          <p:spTgt spid="16"/>
                                        </p:tgtEl>
                                        <p:attrNameLst>
                                          <p:attrName>ppt_w</p:attrName>
                                        </p:attrNameLst>
                                      </p:cBhvr>
                                      <p:tavLst>
                                        <p:tav tm="0">
                                          <p:val>
                                            <p:fltVal val="0"/>
                                          </p:val>
                                        </p:tav>
                                        <p:tav tm="100000">
                                          <p:val>
                                            <p:strVal val="#ppt_w"/>
                                          </p:val>
                                        </p:tav>
                                      </p:tavLst>
                                    </p:anim>
                                    <p:anim calcmode="lin" valueType="num">
                                      <p:cBhvr>
                                        <p:cTn id="66" dur="450" fill="hold"/>
                                        <p:tgtEl>
                                          <p:spTgt spid="16"/>
                                        </p:tgtEl>
                                        <p:attrNameLst>
                                          <p:attrName>ppt_h</p:attrName>
                                        </p:attrNameLst>
                                      </p:cBhvr>
                                      <p:tavLst>
                                        <p:tav tm="0">
                                          <p:val>
                                            <p:fltVal val="0"/>
                                          </p:val>
                                        </p:tav>
                                        <p:tav tm="100000">
                                          <p:val>
                                            <p:strVal val="#ppt_h"/>
                                          </p:val>
                                        </p:tav>
                                      </p:tavLst>
                                    </p:anim>
                                    <p:animEffect transition="in" filter="fade">
                                      <p:cBhvr>
                                        <p:cTn id="67" dur="450"/>
                                        <p:tgtEl>
                                          <p:spTgt spid="16"/>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450" fill="hold"/>
                                        <p:tgtEl>
                                          <p:spTgt spid="17"/>
                                        </p:tgtEl>
                                        <p:attrNameLst>
                                          <p:attrName>ppt_w</p:attrName>
                                        </p:attrNameLst>
                                      </p:cBhvr>
                                      <p:tavLst>
                                        <p:tav tm="0">
                                          <p:val>
                                            <p:fltVal val="0"/>
                                          </p:val>
                                        </p:tav>
                                        <p:tav tm="100000">
                                          <p:val>
                                            <p:strVal val="#ppt_w"/>
                                          </p:val>
                                        </p:tav>
                                      </p:tavLst>
                                    </p:anim>
                                    <p:anim calcmode="lin" valueType="num">
                                      <p:cBhvr>
                                        <p:cTn id="71" dur="450" fill="hold"/>
                                        <p:tgtEl>
                                          <p:spTgt spid="17"/>
                                        </p:tgtEl>
                                        <p:attrNameLst>
                                          <p:attrName>ppt_h</p:attrName>
                                        </p:attrNameLst>
                                      </p:cBhvr>
                                      <p:tavLst>
                                        <p:tav tm="0">
                                          <p:val>
                                            <p:fltVal val="0"/>
                                          </p:val>
                                        </p:tav>
                                        <p:tav tm="100000">
                                          <p:val>
                                            <p:strVal val="#ppt_h"/>
                                          </p:val>
                                        </p:tav>
                                      </p:tavLst>
                                    </p:anim>
                                    <p:animEffect transition="in" filter="fade">
                                      <p:cBhvr>
                                        <p:cTn id="72" dur="450"/>
                                        <p:tgtEl>
                                          <p:spTgt spid="1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500"/>
                                        <p:tgtEl>
                                          <p:spTgt spid="19"/>
                                        </p:tgtEl>
                                      </p:cBhvr>
                                    </p:animEffect>
                                  </p:childTnLst>
                                </p:cTn>
                              </p:par>
                            </p:childTnLst>
                          </p:cTn>
                        </p:par>
                        <p:par>
                          <p:cTn id="96" fill="hold">
                            <p:stCondLst>
                              <p:cond delay="2200"/>
                            </p:stCondLst>
                            <p:childTnLst>
                              <p:par>
                                <p:cTn id="80" presetID="53" presetClass="entr" presetSubtype="16" fill="hold" grpId="0" nodeType="afterEffect">
                                  <p:stCondLst>
                                    <p:cond delay="0"/>
                                  </p:stCondLst>
                                  <p:childTnLst>
                                    <p:set>
                                      <p:cBhvr>
                                        <p:cTn id="81" dur="1" fill="hold">
                                          <p:stCondLst>
                                            <p:cond delay="0"/>
                                          </p:stCondLst>
                                        </p:cTn>
                                        <p:tgtEl>
                                          <p:spTgt spid="20"/>
                                        </p:tgtEl>
                                        <p:attrNameLst>
                                          <p:attrName>style.visibility</p:attrName>
                                        </p:attrNameLst>
                                      </p:cBhvr>
                                      <p:to>
                                        <p:strVal val="visible"/>
                                      </p:to>
                                    </p:set>
                                    <p:anim calcmode="lin" valueType="num">
                                      <p:cBhvr>
                                        <p:cTn id="82" dur="450" fill="hold"/>
                                        <p:tgtEl>
                                          <p:spTgt spid="20"/>
                                        </p:tgtEl>
                                        <p:attrNameLst>
                                          <p:attrName>ppt_w</p:attrName>
                                        </p:attrNameLst>
                                      </p:cBhvr>
                                      <p:tavLst>
                                        <p:tav tm="0">
                                          <p:val>
                                            <p:fltVal val="0"/>
                                          </p:val>
                                        </p:tav>
                                        <p:tav tm="100000">
                                          <p:val>
                                            <p:strVal val="#ppt_w"/>
                                          </p:val>
                                        </p:tav>
                                      </p:tavLst>
                                    </p:anim>
                                    <p:anim calcmode="lin" valueType="num">
                                      <p:cBhvr>
                                        <p:cTn id="83" dur="450" fill="hold"/>
                                        <p:tgtEl>
                                          <p:spTgt spid="20"/>
                                        </p:tgtEl>
                                        <p:attrNameLst>
                                          <p:attrName>ppt_h</p:attrName>
                                        </p:attrNameLst>
                                      </p:cBhvr>
                                      <p:tavLst>
                                        <p:tav tm="0">
                                          <p:val>
                                            <p:fltVal val="0"/>
                                          </p:val>
                                        </p:tav>
                                        <p:tav tm="100000">
                                          <p:val>
                                            <p:strVal val="#ppt_h"/>
                                          </p:val>
                                        </p:tav>
                                      </p:tavLst>
                                    </p:anim>
                                    <p:animEffect transition="in" filter="fade">
                                      <p:cBhvr>
                                        <p:cTn id="84" dur="450"/>
                                        <p:tgtEl>
                                          <p:spTgt spid="20"/>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 calcmode="lin" valueType="num">
                                      <p:cBhvr>
                                        <p:cTn id="87" dur="450" fill="hold"/>
                                        <p:tgtEl>
                                          <p:spTgt spid="21"/>
                                        </p:tgtEl>
                                        <p:attrNameLst>
                                          <p:attrName>ppt_w</p:attrName>
                                        </p:attrNameLst>
                                      </p:cBhvr>
                                      <p:tavLst>
                                        <p:tav tm="0">
                                          <p:val>
                                            <p:fltVal val="0"/>
                                          </p:val>
                                        </p:tav>
                                        <p:tav tm="100000">
                                          <p:val>
                                            <p:strVal val="#ppt_w"/>
                                          </p:val>
                                        </p:tav>
                                      </p:tavLst>
                                    </p:anim>
                                    <p:anim calcmode="lin" valueType="num">
                                      <p:cBhvr>
                                        <p:cTn id="88" dur="450" fill="hold"/>
                                        <p:tgtEl>
                                          <p:spTgt spid="21"/>
                                        </p:tgtEl>
                                        <p:attrNameLst>
                                          <p:attrName>ppt_h</p:attrName>
                                        </p:attrNameLst>
                                      </p:cBhvr>
                                      <p:tavLst>
                                        <p:tav tm="0">
                                          <p:val>
                                            <p:fltVal val="0"/>
                                          </p:val>
                                        </p:tav>
                                        <p:tav tm="100000">
                                          <p:val>
                                            <p:strVal val="#ppt_h"/>
                                          </p:val>
                                        </p:tav>
                                      </p:tavLst>
                                    </p:anim>
                                    <p:animEffect transition="in" filter="fade">
                                      <p:cBhvr>
                                        <p:cTn id="89" dur="450"/>
                                        <p:tgtEl>
                                          <p:spTgt spid="2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500"/>
                                        <p:tgtEl>
                                          <p:spTgt spid="2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500"/>
                                        <p:tgtEl>
                                          <p:spTgt spid="23"/>
                                        </p:tgtEl>
                                      </p:cBhvr>
                                    </p:animEffect>
                                  </p:childTnLst>
                                </p:cTn>
                              </p:par>
                            </p:childTnLst>
                          </p:cTn>
                        </p:par>
                        <p:par>
                          <p:cTn id="113" fill="hold">
                            <p:stCondLst>
                              <p:cond delay="2700"/>
                            </p:stCondLst>
                            <p:childTnLst>
                              <p:par>
                                <p:cTn id="97" presetID="53" presetClass="entr" presetSubtype="16" fill="hold" grpId="0" nodeType="afterEffect">
                                  <p:stCondLst>
                                    <p:cond delay="0"/>
                                  </p:stCondLst>
                                  <p:childTnLst>
                                    <p:set>
                                      <p:cBhvr>
                                        <p:cTn id="98" dur="1" fill="hold">
                                          <p:stCondLst>
                                            <p:cond delay="0"/>
                                          </p:stCondLst>
                                        </p:cTn>
                                        <p:tgtEl>
                                          <p:spTgt spid="24"/>
                                        </p:tgtEl>
                                        <p:attrNameLst>
                                          <p:attrName>style.visibility</p:attrName>
                                        </p:attrNameLst>
                                      </p:cBhvr>
                                      <p:to>
                                        <p:strVal val="visible"/>
                                      </p:to>
                                    </p:set>
                                    <p:anim calcmode="lin" valueType="num">
                                      <p:cBhvr>
                                        <p:cTn id="99" dur="450" fill="hold"/>
                                        <p:tgtEl>
                                          <p:spTgt spid="24"/>
                                        </p:tgtEl>
                                        <p:attrNameLst>
                                          <p:attrName>ppt_w</p:attrName>
                                        </p:attrNameLst>
                                      </p:cBhvr>
                                      <p:tavLst>
                                        <p:tav tm="0">
                                          <p:val>
                                            <p:fltVal val="0"/>
                                          </p:val>
                                        </p:tav>
                                        <p:tav tm="100000">
                                          <p:val>
                                            <p:strVal val="#ppt_w"/>
                                          </p:val>
                                        </p:tav>
                                      </p:tavLst>
                                    </p:anim>
                                    <p:anim calcmode="lin" valueType="num">
                                      <p:cBhvr>
                                        <p:cTn id="100" dur="450" fill="hold"/>
                                        <p:tgtEl>
                                          <p:spTgt spid="24"/>
                                        </p:tgtEl>
                                        <p:attrNameLst>
                                          <p:attrName>ppt_h</p:attrName>
                                        </p:attrNameLst>
                                      </p:cBhvr>
                                      <p:tavLst>
                                        <p:tav tm="0">
                                          <p:val>
                                            <p:fltVal val="0"/>
                                          </p:val>
                                        </p:tav>
                                        <p:tav tm="100000">
                                          <p:val>
                                            <p:strVal val="#ppt_h"/>
                                          </p:val>
                                        </p:tav>
                                      </p:tavLst>
                                    </p:anim>
                                    <p:animEffect transition="in" filter="fade">
                                      <p:cBhvr>
                                        <p:cTn id="101" dur="450"/>
                                        <p:tgtEl>
                                          <p:spTgt spid="24"/>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25"/>
                                        </p:tgtEl>
                                        <p:attrNameLst>
                                          <p:attrName>style.visibility</p:attrName>
                                        </p:attrNameLst>
                                      </p:cBhvr>
                                      <p:to>
                                        <p:strVal val="visible"/>
                                      </p:to>
                                    </p:set>
                                    <p:anim calcmode="lin" valueType="num">
                                      <p:cBhvr>
                                        <p:cTn id="104" dur="450" fill="hold"/>
                                        <p:tgtEl>
                                          <p:spTgt spid="25"/>
                                        </p:tgtEl>
                                        <p:attrNameLst>
                                          <p:attrName>ppt_w</p:attrName>
                                        </p:attrNameLst>
                                      </p:cBhvr>
                                      <p:tavLst>
                                        <p:tav tm="0">
                                          <p:val>
                                            <p:fltVal val="0"/>
                                          </p:val>
                                        </p:tav>
                                        <p:tav tm="100000">
                                          <p:val>
                                            <p:strVal val="#ppt_w"/>
                                          </p:val>
                                        </p:tav>
                                      </p:tavLst>
                                    </p:anim>
                                    <p:anim calcmode="lin" valueType="num">
                                      <p:cBhvr>
                                        <p:cTn id="105" dur="450" fill="hold"/>
                                        <p:tgtEl>
                                          <p:spTgt spid="25"/>
                                        </p:tgtEl>
                                        <p:attrNameLst>
                                          <p:attrName>ppt_h</p:attrName>
                                        </p:attrNameLst>
                                      </p:cBhvr>
                                      <p:tavLst>
                                        <p:tav tm="0">
                                          <p:val>
                                            <p:fltVal val="0"/>
                                          </p:val>
                                        </p:tav>
                                        <p:tav tm="100000">
                                          <p:val>
                                            <p:strVal val="#ppt_h"/>
                                          </p:val>
                                        </p:tav>
                                      </p:tavLst>
                                    </p:anim>
                                    <p:animEffect transition="in" filter="fade">
                                      <p:cBhvr>
                                        <p:cTn id="106" dur="450"/>
                                        <p:tgtEl>
                                          <p:spTgt spid="2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26"/>
                                        </p:tgtEl>
                                        <p:attrNameLst>
                                          <p:attrName>style.visibility</p:attrName>
                                        </p:attrNameLst>
                                      </p:cBhvr>
                                      <p:to>
                                        <p:strVal val="visible"/>
                                      </p:to>
                                    </p:set>
                                    <p:animEffect transition="in" filter="fade">
                                      <p:cBhvr>
                                        <p:cTn id="109" dur="500"/>
                                        <p:tgtEl>
                                          <p:spTgt spid="2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2" grpId="0" animBg="1"/>
      <p:bldP spid="13" grpId="0" animBg="1"/>
      <p:bldP spid="14" grpId="0" animBg="1"/>
      <p:bldP spid="16" grpId="0" animBg="1"/>
      <p:bldP spid="18" grpId="0" animBg="1"/>
      <p:bldP spid="19" grpId="0" animBg="1"/>
      <p:bldP spid="20" grpId="0" animBg="1"/>
      <p:bldP spid="22" grpId="0" animBg="1"/>
      <p:bldP spid="23" grpId="0" animBg="1"/>
      <p:bldP spid="24" grpId="0" animBg="1"/>
      <p:bldP spid="26" grpId="0" animBg="1"/>
      <p:bldP spid="2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16</a:t>
            </a:r>
            <a:endParaRPr lang="en-US" sz="800" dirty="0"/>
          </a:p>
        </p:txBody>
      </p:sp>
      <p:sp>
        <p:nvSpPr>
          <p:cNvPr id="4" name="a1f_37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05 · L'ADMINISTRATION WEB</a:t>
            </a:r>
            <a:endParaRPr lang="en-US" sz="1100" dirty="0"/>
          </a:p>
        </p:txBody>
      </p:sp>
      <p:sp>
        <p:nvSpPr>
          <p:cNvPr id="5" name="a1f_371"/>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Liaison avec le système de gestion de l’école</a:t>
            </a:r>
            <a:endParaRPr lang="en-US" sz="2700" dirty="0"/>
          </a:p>
        </p:txBody>
      </p:sp>
      <p:sp>
        <p:nvSpPr>
          <p:cNvPr id="6" name="a2u_372"/>
          <p:cNvSpPr/>
          <p:nvPr/>
        </p:nvSpPr>
        <p:spPr>
          <a:xfrm>
            <a:off x="457200" y="1188720"/>
            <a:ext cx="4846320" cy="2093274"/>
          </a:xfrm>
          <a:prstGeom prst="roundRect">
            <a:avLst>
              <a:gd name="adj" fmla="val 2621"/>
            </a:avLst>
          </a:prstGeom>
          <a:solidFill>
            <a:srgbClr val="FFFFFF"/>
          </a:solidFill>
          <a:ln w="12700">
            <a:solidFill>
              <a:srgbClr val="D8DEEE"/>
            </a:solidFill>
            <a:prstDash val="solid"/>
          </a:ln>
          <a:effectLst>
            <a:outerShdw sx="100000" sy="100000" kx="0" ky="0" algn="bl" rotWithShape="0" blurRad="127000" dist="25400" dir="5400000">
              <a:srgbClr val="000000">
                <a:alpha val="10000"/>
              </a:srgbClr>
            </a:outerShdw>
          </a:effectLst>
        </p:spPr>
      </p:sp>
      <p:sp>
        <p:nvSpPr>
          <p:cNvPr id="7" name="a2u_373"/>
          <p:cNvSpPr/>
          <p:nvPr/>
        </p:nvSpPr>
        <p:spPr>
          <a:xfrm>
            <a:off x="548640" y="1243584"/>
            <a:ext cx="73152" cy="73152"/>
          </a:xfrm>
          <a:prstGeom prst="ellipse">
            <a:avLst/>
          </a:prstGeom>
          <a:solidFill>
            <a:srgbClr val="EF5A5A"/>
          </a:solidFill>
          <a:ln w="12700">
            <a:solidFill>
              <a:srgbClr val="EF5A5A"/>
            </a:solidFill>
            <a:prstDash val="solid"/>
          </a:ln>
        </p:spPr>
      </p:sp>
      <p:sp>
        <p:nvSpPr>
          <p:cNvPr id="8" name="a2u_374"/>
          <p:cNvSpPr/>
          <p:nvPr/>
        </p:nvSpPr>
        <p:spPr>
          <a:xfrm>
            <a:off x="667512" y="1243584"/>
            <a:ext cx="73152" cy="73152"/>
          </a:xfrm>
          <a:prstGeom prst="ellipse">
            <a:avLst/>
          </a:prstGeom>
          <a:solidFill>
            <a:srgbClr val="F59E0B"/>
          </a:solidFill>
          <a:ln w="12700">
            <a:solidFill>
              <a:srgbClr val="F59E0B"/>
            </a:solidFill>
            <a:prstDash val="solid"/>
          </a:ln>
        </p:spPr>
      </p:sp>
      <p:sp>
        <p:nvSpPr>
          <p:cNvPr id="9" name="a2u_375"/>
          <p:cNvSpPr/>
          <p:nvPr/>
        </p:nvSpPr>
        <p:spPr>
          <a:xfrm>
            <a:off x="786384" y="1243584"/>
            <a:ext cx="73152" cy="73152"/>
          </a:xfrm>
          <a:prstGeom prst="ellipse">
            <a:avLst/>
          </a:prstGeom>
          <a:solidFill>
            <a:srgbClr val="10B981"/>
          </a:solidFill>
          <a:ln w="12700">
            <a:solidFill>
              <a:srgbClr val="10B981"/>
            </a:solidFill>
            <a:prstDash val="solid"/>
          </a:ln>
        </p:spPr>
      </p:sp>
      <p:pic>
        <p:nvPicPr>
          <p:cNvPr id="10" name="a2u_376" descr="/tmp/claude-0/-home-user-face-id/e849e0f3-7743-5449-a322-d35a4c4c9845/scratchpad/deck/img/admin/c_mgmt.png">    </p:cNvPr>
          <p:cNvPicPr>
            <a:picLocks noChangeAspect="1"/>
          </p:cNvPicPr>
          <p:nvPr/>
        </p:nvPicPr>
        <p:blipFill>
          <a:blip r:embed="rId1"/>
          <a:stretch>
            <a:fillRect/>
          </a:stretch>
        </p:blipFill>
        <p:spPr>
          <a:xfrm>
            <a:off x="457200" y="1371600"/>
            <a:ext cx="4846320" cy="1910394"/>
          </a:xfrm>
          <a:prstGeom prst="rect">
            <a:avLst/>
          </a:prstGeom>
        </p:spPr>
      </p:pic>
      <p:sp>
        <p:nvSpPr>
          <p:cNvPr id="11" name="a2f_377"/>
          <p:cNvSpPr txBox="1"/>
          <p:nvPr/>
        </p:nvSpPr>
        <p:spPr>
          <a:xfrm>
            <a:off x="457200" y="3337560"/>
            <a:ext cx="4846320" cy="228600"/>
          </a:xfrm>
          <a:prstGeom prst="rect">
            <a:avLst/>
          </a:prstGeom>
          <a:noFill/>
          <a:ln/>
        </p:spPr>
        <p:txBody>
          <a:bodyPr wrap="square" lIns="0" tIns="0" rIns="0" bIns="0" rtlCol="0" anchor="t"/>
          <a:lstStyle/>
          <a:p>
            <a:pPr indent="0" marL="0">
              <a:buNone/>
            </a:pPr>
            <a:r>
              <a:rPr lang="en-US" sz="900" i="1" dirty="0">
                <a:solidFill>
                  <a:srgbClr val="5C6685"/>
                </a:solidFill>
                <a:latin typeface="Arial" pitchFamily="34" charset="0"/>
                <a:ea typeface="Arial" pitchFamily="34" charset="-122"/>
                <a:cs typeface="Arial" pitchFamily="34" charset="-120"/>
              </a:rPr>
              <a:t>Facultatif — à activer école par école.</a:t>
            </a:r>
            <a:endParaRPr lang="en-US" sz="900" dirty="0"/>
          </a:p>
        </p:txBody>
      </p:sp>
      <p:sp>
        <p:nvSpPr>
          <p:cNvPr id="12" name="a3z_378"/>
          <p:cNvSpPr/>
          <p:nvPr/>
        </p:nvSpPr>
        <p:spPr>
          <a:xfrm>
            <a:off x="5577840" y="1234440"/>
            <a:ext cx="402336" cy="402336"/>
          </a:xfrm>
          <a:prstGeom prst="ellipse">
            <a:avLst/>
          </a:prstGeom>
          <a:solidFill>
            <a:srgbClr val="1E2A78"/>
          </a:solidFill>
          <a:ln w="12700">
            <a:solidFill>
              <a:srgbClr val="1E2A78"/>
            </a:solidFill>
            <a:prstDash val="solid"/>
          </a:ln>
        </p:spPr>
      </p:sp>
      <p:pic>
        <p:nvPicPr>
          <p:cNvPr id="13" name="a3z_378i" descr="preencoded.png">    </p:cNvPr>
          <p:cNvPicPr>
            <a:picLocks noChangeAspect="1"/>
          </p:cNvPicPr>
          <p:nvPr/>
        </p:nvPicPr>
        <p:blipFill>
          <a:blip r:embed="rId2"/>
          <a:stretch>
            <a:fillRect/>
          </a:stretch>
        </p:blipFill>
        <p:spPr>
          <a:xfrm>
            <a:off x="5674401" y="1331001"/>
            <a:ext cx="209215" cy="209215"/>
          </a:xfrm>
          <a:prstGeom prst="rect">
            <a:avLst/>
          </a:prstGeom>
        </p:spPr>
      </p:pic>
      <p:sp>
        <p:nvSpPr>
          <p:cNvPr id="14" name="a3u_379"/>
          <p:cNvSpPr txBox="1"/>
          <p:nvPr/>
        </p:nvSpPr>
        <p:spPr>
          <a:xfrm>
            <a:off x="6117336" y="1216152"/>
            <a:ext cx="26974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1. L’agent tape le matricule</a:t>
            </a:r>
            <a:endParaRPr lang="en-US" sz="1300" dirty="0"/>
          </a:p>
        </p:txBody>
      </p:sp>
      <p:sp>
        <p:nvSpPr>
          <p:cNvPr id="15" name="a3u_380"/>
          <p:cNvSpPr txBox="1"/>
          <p:nvPr/>
        </p:nvSpPr>
        <p:spPr>
          <a:xfrm>
            <a:off x="6117336" y="1472184"/>
            <a:ext cx="269748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Dans la fiche, sur son téléphone, puis appuie sur 🔍.</a:t>
            </a:r>
            <a:endParaRPr lang="en-US" sz="1050" dirty="0"/>
          </a:p>
        </p:txBody>
      </p:sp>
      <p:sp>
        <p:nvSpPr>
          <p:cNvPr id="16" name="a4z_381"/>
          <p:cNvSpPr/>
          <p:nvPr/>
        </p:nvSpPr>
        <p:spPr>
          <a:xfrm>
            <a:off x="5577840" y="2075688"/>
            <a:ext cx="402336" cy="402336"/>
          </a:xfrm>
          <a:prstGeom prst="ellipse">
            <a:avLst/>
          </a:prstGeom>
          <a:solidFill>
            <a:srgbClr val="00B4D8"/>
          </a:solidFill>
          <a:ln w="12700">
            <a:solidFill>
              <a:srgbClr val="00B4D8"/>
            </a:solidFill>
            <a:prstDash val="solid"/>
          </a:ln>
        </p:spPr>
      </p:sp>
      <p:pic>
        <p:nvPicPr>
          <p:cNvPr id="17" name="a4z_381i" descr="preencoded.png">    </p:cNvPr>
          <p:cNvPicPr>
            <a:picLocks noChangeAspect="1"/>
          </p:cNvPicPr>
          <p:nvPr/>
        </p:nvPicPr>
        <p:blipFill>
          <a:blip r:embed="rId3"/>
          <a:stretch>
            <a:fillRect/>
          </a:stretch>
        </p:blipFill>
        <p:spPr>
          <a:xfrm>
            <a:off x="5674401" y="2172249"/>
            <a:ext cx="209215" cy="209215"/>
          </a:xfrm>
          <a:prstGeom prst="rect">
            <a:avLst/>
          </a:prstGeom>
        </p:spPr>
      </p:pic>
      <p:sp>
        <p:nvSpPr>
          <p:cNvPr id="18" name="a4u_382"/>
          <p:cNvSpPr txBox="1"/>
          <p:nvPr/>
        </p:nvSpPr>
        <p:spPr>
          <a:xfrm>
            <a:off x="6117336" y="2057400"/>
            <a:ext cx="26974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2. FaceID interroge la gestion</a:t>
            </a:r>
            <a:endParaRPr lang="en-US" sz="1300" dirty="0"/>
          </a:p>
        </p:txBody>
      </p:sp>
      <p:sp>
        <p:nvSpPr>
          <p:cNvPr id="19" name="a4u_383"/>
          <p:cNvSpPr txBox="1"/>
          <p:nvPr/>
        </p:nvSpPr>
        <p:spPr>
          <a:xfrm>
            <a:off x="6117336" y="2313432"/>
            <a:ext cx="269748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Avec une clé d’accès qui reste sur le serveur, jamais sur les téléphones.</a:t>
            </a:r>
            <a:endParaRPr lang="en-US" sz="1050" dirty="0"/>
          </a:p>
        </p:txBody>
      </p:sp>
      <p:sp>
        <p:nvSpPr>
          <p:cNvPr id="20" name="a5z_384"/>
          <p:cNvSpPr/>
          <p:nvPr/>
        </p:nvSpPr>
        <p:spPr>
          <a:xfrm>
            <a:off x="5577840" y="2916936"/>
            <a:ext cx="402336" cy="402336"/>
          </a:xfrm>
          <a:prstGeom prst="ellipse">
            <a:avLst/>
          </a:prstGeom>
          <a:solidFill>
            <a:srgbClr val="1E2A78"/>
          </a:solidFill>
          <a:ln w="12700">
            <a:solidFill>
              <a:srgbClr val="1E2A78"/>
            </a:solidFill>
            <a:prstDash val="solid"/>
          </a:ln>
        </p:spPr>
      </p:sp>
      <p:pic>
        <p:nvPicPr>
          <p:cNvPr id="21" name="a5z_384i" descr="preencoded.png">    </p:cNvPr>
          <p:cNvPicPr>
            <a:picLocks noChangeAspect="1"/>
          </p:cNvPicPr>
          <p:nvPr/>
        </p:nvPicPr>
        <p:blipFill>
          <a:blip r:embed="rId4"/>
          <a:stretch>
            <a:fillRect/>
          </a:stretch>
        </p:blipFill>
        <p:spPr>
          <a:xfrm>
            <a:off x="5674401" y="3013497"/>
            <a:ext cx="209215" cy="209215"/>
          </a:xfrm>
          <a:prstGeom prst="rect">
            <a:avLst/>
          </a:prstGeom>
        </p:spPr>
      </p:pic>
      <p:sp>
        <p:nvSpPr>
          <p:cNvPr id="22" name="a5u_385"/>
          <p:cNvSpPr txBox="1"/>
          <p:nvPr/>
        </p:nvSpPr>
        <p:spPr>
          <a:xfrm>
            <a:off x="6117336" y="2898648"/>
            <a:ext cx="26974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3. La fiche se remplit</a:t>
            </a:r>
            <a:endParaRPr lang="en-US" sz="1300" dirty="0"/>
          </a:p>
        </p:txBody>
      </p:sp>
      <p:sp>
        <p:nvSpPr>
          <p:cNvPr id="23" name="a5u_386"/>
          <p:cNvSpPr txBox="1"/>
          <p:nvPr/>
        </p:nvSpPr>
        <p:spPr>
          <a:xfrm>
            <a:off x="6117336" y="3154680"/>
            <a:ext cx="269748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Nom, classe, parents, santé… sans ressaisie.</a:t>
            </a:r>
            <a:endParaRPr lang="en-US" sz="1050" dirty="0"/>
          </a:p>
        </p:txBody>
      </p:sp>
      <p:sp>
        <p:nvSpPr>
          <p:cNvPr id="24" name="a6z_387"/>
          <p:cNvSpPr/>
          <p:nvPr/>
        </p:nvSpPr>
        <p:spPr>
          <a:xfrm>
            <a:off x="5577840" y="3758184"/>
            <a:ext cx="402336" cy="402336"/>
          </a:xfrm>
          <a:prstGeom prst="ellipse">
            <a:avLst/>
          </a:prstGeom>
          <a:solidFill>
            <a:srgbClr val="00B4D8"/>
          </a:solidFill>
          <a:ln w="12700">
            <a:solidFill>
              <a:srgbClr val="00B4D8"/>
            </a:solidFill>
            <a:prstDash val="solid"/>
          </a:ln>
        </p:spPr>
      </p:sp>
      <p:pic>
        <p:nvPicPr>
          <p:cNvPr id="25" name="a6z_387i" descr="preencoded.png">    </p:cNvPr>
          <p:cNvPicPr>
            <a:picLocks noChangeAspect="1"/>
          </p:cNvPicPr>
          <p:nvPr/>
        </p:nvPicPr>
        <p:blipFill>
          <a:blip r:embed="rId5"/>
          <a:stretch>
            <a:fillRect/>
          </a:stretch>
        </p:blipFill>
        <p:spPr>
          <a:xfrm>
            <a:off x="5674401" y="3854745"/>
            <a:ext cx="209215" cy="209215"/>
          </a:xfrm>
          <a:prstGeom prst="rect">
            <a:avLst/>
          </a:prstGeom>
        </p:spPr>
      </p:pic>
      <p:sp>
        <p:nvSpPr>
          <p:cNvPr id="26" name="a6u_388"/>
          <p:cNvSpPr txBox="1"/>
          <p:nvPr/>
        </p:nvSpPr>
        <p:spPr>
          <a:xfrm>
            <a:off x="6117336" y="3739896"/>
            <a:ext cx="26974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4. Lien vers le dossier</a:t>
            </a:r>
            <a:endParaRPr lang="en-US" sz="1300" dirty="0"/>
          </a:p>
        </p:txBody>
      </p:sp>
      <p:sp>
        <p:nvSpPr>
          <p:cNvPr id="27" name="a6u_389"/>
          <p:cNvSpPr txBox="1"/>
          <p:nvPr/>
        </p:nvSpPr>
        <p:spPr>
          <a:xfrm>
            <a:off x="6117336" y="3995928"/>
            <a:ext cx="2697480" cy="457200"/>
          </a:xfrm>
          <a:prstGeom prst="rect">
            <a:avLst/>
          </a:prstGeom>
          <a:noFill/>
          <a:ln/>
        </p:spPr>
        <p:txBody>
          <a:bodyPr wrap="square" lIns="0" tIns="0" rIns="0" bIns="0" rtlCol="0" anchor="t"/>
          <a:lstStyle/>
          <a:p>
            <a:pPr indent="0" marL="0">
              <a:buNone/>
            </a:pPr>
            <a:r>
              <a:rPr lang="en-US" sz="1050" dirty="0">
                <a:solidFill>
                  <a:srgbClr val="5C6685"/>
                </a:solidFill>
                <a:latin typeface="Arial" pitchFamily="34" charset="0"/>
                <a:ea typeface="Arial" pitchFamily="34" charset="-122"/>
                <a:cs typeface="Arial" pitchFamily="34" charset="-120"/>
              </a:rPr>
              <a:t>Après une reconnaissance : « Ouvrir dans la gestion de l’école ».</a:t>
            </a:r>
            <a:endParaRPr lang="en-US" sz="10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9"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par>
                          <p:cTn id="60" fill="hold">
                            <p:stCondLst>
                              <p:cond delay="1100"/>
                            </p:stCondLst>
                            <p:childTnLst>
                              <p:par>
                                <p:cTn id="40" presetID="53" presetClass="entr" presetSubtype="16"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450" fill="hold"/>
                                        <p:tgtEl>
                                          <p:spTgt spid="12"/>
                                        </p:tgtEl>
                                        <p:attrNameLst>
                                          <p:attrName>ppt_w</p:attrName>
                                        </p:attrNameLst>
                                      </p:cBhvr>
                                      <p:tavLst>
                                        <p:tav tm="0">
                                          <p:val>
                                            <p:fltVal val="0"/>
                                          </p:val>
                                        </p:tav>
                                        <p:tav tm="100000">
                                          <p:val>
                                            <p:strVal val="#ppt_w"/>
                                          </p:val>
                                        </p:tav>
                                      </p:tavLst>
                                    </p:anim>
                                    <p:anim calcmode="lin" valueType="num">
                                      <p:cBhvr>
                                        <p:cTn id="43" dur="450" fill="hold"/>
                                        <p:tgtEl>
                                          <p:spTgt spid="12"/>
                                        </p:tgtEl>
                                        <p:attrNameLst>
                                          <p:attrName>ppt_h</p:attrName>
                                        </p:attrNameLst>
                                      </p:cBhvr>
                                      <p:tavLst>
                                        <p:tav tm="0">
                                          <p:val>
                                            <p:fltVal val="0"/>
                                          </p:val>
                                        </p:tav>
                                        <p:tav tm="100000">
                                          <p:val>
                                            <p:strVal val="#ppt_h"/>
                                          </p:val>
                                        </p:tav>
                                      </p:tavLst>
                                    </p:anim>
                                    <p:animEffect transition="in" filter="fade">
                                      <p:cBhvr>
                                        <p:cTn id="44" dur="450"/>
                                        <p:tgtEl>
                                          <p:spTgt spid="1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450" fill="hold"/>
                                        <p:tgtEl>
                                          <p:spTgt spid="13"/>
                                        </p:tgtEl>
                                        <p:attrNameLst>
                                          <p:attrName>ppt_w</p:attrName>
                                        </p:attrNameLst>
                                      </p:cBhvr>
                                      <p:tavLst>
                                        <p:tav tm="0">
                                          <p:val>
                                            <p:fltVal val="0"/>
                                          </p:val>
                                        </p:tav>
                                        <p:tav tm="100000">
                                          <p:val>
                                            <p:strVal val="#ppt_w"/>
                                          </p:val>
                                        </p:tav>
                                      </p:tavLst>
                                    </p:anim>
                                    <p:anim calcmode="lin" valueType="num">
                                      <p:cBhvr>
                                        <p:cTn id="48" dur="450" fill="hold"/>
                                        <p:tgtEl>
                                          <p:spTgt spid="13"/>
                                        </p:tgtEl>
                                        <p:attrNameLst>
                                          <p:attrName>ppt_h</p:attrName>
                                        </p:attrNameLst>
                                      </p:cBhvr>
                                      <p:tavLst>
                                        <p:tav tm="0">
                                          <p:val>
                                            <p:fltVal val="0"/>
                                          </p:val>
                                        </p:tav>
                                        <p:tav tm="100000">
                                          <p:val>
                                            <p:strVal val="#ppt_h"/>
                                          </p:val>
                                        </p:tav>
                                      </p:tavLst>
                                    </p:anim>
                                    <p:animEffect transition="in" filter="fade">
                                      <p:cBhvr>
                                        <p:cTn id="49" dur="450"/>
                                        <p:tgtEl>
                                          <p:spTgt spid="13"/>
                                        </p:tgtEl>
                                      </p:cBhvr>
                                    </p:animEffect>
                                  </p:childTnLst>
                                </p:cTn>
                              </p:par>
                              <p:par>
                                <p:cTn id="50" presetID="42"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600"/>
                                        <p:tgtEl>
                                          <p:spTgt spid="14"/>
                                        </p:tgtEl>
                                      </p:cBhvr>
                                    </p:animEffect>
                                    <p:anim calcmode="lin" valueType="num">
                                      <p:cBhvr additive="base">
                                        <p:cTn id="53" dur="600" fill="hold"/>
                                        <p:tgtEl>
                                          <p:spTgt spid="14"/>
                                        </p:tgtEl>
                                        <p:attrNameLst>
                                          <p:attrName>ppt_x</p:attrName>
                                        </p:attrNameLst>
                                      </p:cBhvr>
                                      <p:tavLst>
                                        <p:tav tm="0">
                                          <p:val>
                                            <p:strVal val="#ppt_x"/>
                                          </p:val>
                                        </p:tav>
                                        <p:tav tm="100000">
                                          <p:val>
                                            <p:strVal val="#ppt_x"/>
                                          </p:val>
                                        </p:tav>
                                      </p:tavLst>
                                    </p:anim>
                                    <p:anim calcmode="lin" valueType="num">
                                      <p:cBhvr additive="base">
                                        <p:cTn id="54" dur="6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600"/>
                                        <p:tgtEl>
                                          <p:spTgt spid="15"/>
                                        </p:tgtEl>
                                      </p:cBhvr>
                                    </p:animEffect>
                                    <p:anim calcmode="lin" valueType="num">
                                      <p:cBhvr additive="base">
                                        <p:cTn id="58" dur="600" fill="hold"/>
                                        <p:tgtEl>
                                          <p:spTgt spid="15"/>
                                        </p:tgtEl>
                                        <p:attrNameLst>
                                          <p:attrName>ppt_x</p:attrName>
                                        </p:attrNameLst>
                                      </p:cBhvr>
                                      <p:tavLst>
                                        <p:tav tm="0">
                                          <p:val>
                                            <p:strVal val="#ppt_x"/>
                                          </p:val>
                                        </p:tav>
                                        <p:tav tm="100000">
                                          <p:val>
                                            <p:strVal val="#ppt_x"/>
                                          </p:val>
                                        </p:tav>
                                      </p:tavLst>
                                    </p:anim>
                                    <p:anim calcmode="lin" valueType="num">
                                      <p:cBhvr additive="base">
                                        <p:cTn id="59" dur="600" fill="hold"/>
                                        <p:tgtEl>
                                          <p:spTgt spid="15"/>
                                        </p:tgtEl>
                                        <p:attrNameLst>
                                          <p:attrName>ppt_y</p:attrName>
                                        </p:attrNameLst>
                                      </p:cBhvr>
                                      <p:tavLst>
                                        <p:tav tm="0">
                                          <p:val>
                                            <p:strVal val="#ppt_y+.1"/>
                                          </p:val>
                                        </p:tav>
                                        <p:tav tm="100000">
                                          <p:val>
                                            <p:strVal val="#ppt_y"/>
                                          </p:val>
                                        </p:tav>
                                      </p:tavLst>
                                    </p:anim>
                                  </p:childTnLst>
                                </p:cTn>
                              </p:par>
                            </p:childTnLst>
                          </p:cTn>
                        </p:par>
                        <p:par>
                          <p:cTn id="81" fill="hold">
                            <p:stCondLst>
                              <p:cond delay="1700"/>
                            </p:stCondLst>
                            <p:childTnLst>
                              <p:par>
                                <p:cTn id="61" presetID="53" presetClass="entr" presetSubtype="16" fill="hold" grpId="0" nodeType="after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450" fill="hold"/>
                                        <p:tgtEl>
                                          <p:spTgt spid="16"/>
                                        </p:tgtEl>
                                        <p:attrNameLst>
                                          <p:attrName>ppt_w</p:attrName>
                                        </p:attrNameLst>
                                      </p:cBhvr>
                                      <p:tavLst>
                                        <p:tav tm="0">
                                          <p:val>
                                            <p:fltVal val="0"/>
                                          </p:val>
                                        </p:tav>
                                        <p:tav tm="100000">
                                          <p:val>
                                            <p:strVal val="#ppt_w"/>
                                          </p:val>
                                        </p:tav>
                                      </p:tavLst>
                                    </p:anim>
                                    <p:anim calcmode="lin" valueType="num">
                                      <p:cBhvr>
                                        <p:cTn id="64" dur="450" fill="hold"/>
                                        <p:tgtEl>
                                          <p:spTgt spid="16"/>
                                        </p:tgtEl>
                                        <p:attrNameLst>
                                          <p:attrName>ppt_h</p:attrName>
                                        </p:attrNameLst>
                                      </p:cBhvr>
                                      <p:tavLst>
                                        <p:tav tm="0">
                                          <p:val>
                                            <p:fltVal val="0"/>
                                          </p:val>
                                        </p:tav>
                                        <p:tav tm="100000">
                                          <p:val>
                                            <p:strVal val="#ppt_h"/>
                                          </p:val>
                                        </p:tav>
                                      </p:tavLst>
                                    </p:anim>
                                    <p:animEffect transition="in" filter="fade">
                                      <p:cBhvr>
                                        <p:cTn id="65" dur="450"/>
                                        <p:tgtEl>
                                          <p:spTgt spid="16"/>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p:cTn id="68" dur="450" fill="hold"/>
                                        <p:tgtEl>
                                          <p:spTgt spid="17"/>
                                        </p:tgtEl>
                                        <p:attrNameLst>
                                          <p:attrName>ppt_w</p:attrName>
                                        </p:attrNameLst>
                                      </p:cBhvr>
                                      <p:tavLst>
                                        <p:tav tm="0">
                                          <p:val>
                                            <p:fltVal val="0"/>
                                          </p:val>
                                        </p:tav>
                                        <p:tav tm="100000">
                                          <p:val>
                                            <p:strVal val="#ppt_w"/>
                                          </p:val>
                                        </p:tav>
                                      </p:tavLst>
                                    </p:anim>
                                    <p:anim calcmode="lin" valueType="num">
                                      <p:cBhvr>
                                        <p:cTn id="69" dur="450" fill="hold"/>
                                        <p:tgtEl>
                                          <p:spTgt spid="17"/>
                                        </p:tgtEl>
                                        <p:attrNameLst>
                                          <p:attrName>ppt_h</p:attrName>
                                        </p:attrNameLst>
                                      </p:cBhvr>
                                      <p:tavLst>
                                        <p:tav tm="0">
                                          <p:val>
                                            <p:fltVal val="0"/>
                                          </p:val>
                                        </p:tav>
                                        <p:tav tm="100000">
                                          <p:val>
                                            <p:strVal val="#ppt_h"/>
                                          </p:val>
                                        </p:tav>
                                      </p:tavLst>
                                    </p:anim>
                                    <p:animEffect transition="in" filter="fade">
                                      <p:cBhvr>
                                        <p:cTn id="70" dur="450"/>
                                        <p:tgtEl>
                                          <p:spTgt spid="17"/>
                                        </p:tgtEl>
                                      </p:cBhvr>
                                    </p:animEffect>
                                  </p:childTnLst>
                                </p:cTn>
                              </p:par>
                              <p:par>
                                <p:cTn id="71"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600"/>
                                        <p:tgtEl>
                                          <p:spTgt spid="18"/>
                                        </p:tgtEl>
                                      </p:cBhvr>
                                    </p:animEffect>
                                    <p:anim calcmode="lin" valueType="num">
                                      <p:cBhvr additive="base">
                                        <p:cTn id="74" dur="600" fill="hold"/>
                                        <p:tgtEl>
                                          <p:spTgt spid="18"/>
                                        </p:tgtEl>
                                        <p:attrNameLst>
                                          <p:attrName>ppt_x</p:attrName>
                                        </p:attrNameLst>
                                      </p:cBhvr>
                                      <p:tavLst>
                                        <p:tav tm="0">
                                          <p:val>
                                            <p:strVal val="#ppt_x"/>
                                          </p:val>
                                        </p:tav>
                                        <p:tav tm="100000">
                                          <p:val>
                                            <p:strVal val="#ppt_x"/>
                                          </p:val>
                                        </p:tav>
                                      </p:tavLst>
                                    </p:anim>
                                    <p:anim calcmode="lin" valueType="num">
                                      <p:cBhvr additive="base">
                                        <p:cTn id="75" dur="600" fill="hold"/>
                                        <p:tgtEl>
                                          <p:spTgt spid="18"/>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600"/>
                                        <p:tgtEl>
                                          <p:spTgt spid="19"/>
                                        </p:tgtEl>
                                      </p:cBhvr>
                                    </p:animEffect>
                                    <p:anim calcmode="lin" valueType="num">
                                      <p:cBhvr additive="base">
                                        <p:cTn id="79" dur="600" fill="hold"/>
                                        <p:tgtEl>
                                          <p:spTgt spid="19"/>
                                        </p:tgtEl>
                                        <p:attrNameLst>
                                          <p:attrName>ppt_x</p:attrName>
                                        </p:attrNameLst>
                                      </p:cBhvr>
                                      <p:tavLst>
                                        <p:tav tm="0">
                                          <p:val>
                                            <p:strVal val="#ppt_x"/>
                                          </p:val>
                                        </p:tav>
                                        <p:tav tm="100000">
                                          <p:val>
                                            <p:strVal val="#ppt_x"/>
                                          </p:val>
                                        </p:tav>
                                      </p:tavLst>
                                    </p:anim>
                                    <p:anim calcmode="lin" valueType="num">
                                      <p:cBhvr additive="base">
                                        <p:cTn id="80" dur="600" fill="hold"/>
                                        <p:tgtEl>
                                          <p:spTgt spid="19"/>
                                        </p:tgtEl>
                                        <p:attrNameLst>
                                          <p:attrName>ppt_y</p:attrName>
                                        </p:attrNameLst>
                                      </p:cBhvr>
                                      <p:tavLst>
                                        <p:tav tm="0">
                                          <p:val>
                                            <p:strVal val="#ppt_y+.1"/>
                                          </p:val>
                                        </p:tav>
                                        <p:tav tm="100000">
                                          <p:val>
                                            <p:strVal val="#ppt_y"/>
                                          </p:val>
                                        </p:tav>
                                      </p:tavLst>
                                    </p:anim>
                                  </p:childTnLst>
                                </p:cTn>
                              </p:par>
                            </p:childTnLst>
                          </p:cTn>
                        </p:par>
                        <p:par>
                          <p:cTn id="102" fill="hold">
                            <p:stCondLst>
                              <p:cond delay="2300"/>
                            </p:stCondLst>
                            <p:childTnLst>
                              <p:par>
                                <p:cTn id="82" presetID="53" presetClass="entr" presetSubtype="16" fill="hold" grpId="0" nodeType="afterEffect">
                                  <p:stCondLst>
                                    <p:cond delay="0"/>
                                  </p:stCondLst>
                                  <p:childTnLst>
                                    <p:set>
                                      <p:cBhvr>
                                        <p:cTn id="83" dur="1" fill="hold">
                                          <p:stCondLst>
                                            <p:cond delay="0"/>
                                          </p:stCondLst>
                                        </p:cTn>
                                        <p:tgtEl>
                                          <p:spTgt spid="20"/>
                                        </p:tgtEl>
                                        <p:attrNameLst>
                                          <p:attrName>style.visibility</p:attrName>
                                        </p:attrNameLst>
                                      </p:cBhvr>
                                      <p:to>
                                        <p:strVal val="visible"/>
                                      </p:to>
                                    </p:set>
                                    <p:anim calcmode="lin" valueType="num">
                                      <p:cBhvr>
                                        <p:cTn id="84" dur="450" fill="hold"/>
                                        <p:tgtEl>
                                          <p:spTgt spid="20"/>
                                        </p:tgtEl>
                                        <p:attrNameLst>
                                          <p:attrName>ppt_w</p:attrName>
                                        </p:attrNameLst>
                                      </p:cBhvr>
                                      <p:tavLst>
                                        <p:tav tm="0">
                                          <p:val>
                                            <p:fltVal val="0"/>
                                          </p:val>
                                        </p:tav>
                                        <p:tav tm="100000">
                                          <p:val>
                                            <p:strVal val="#ppt_w"/>
                                          </p:val>
                                        </p:tav>
                                      </p:tavLst>
                                    </p:anim>
                                    <p:anim calcmode="lin" valueType="num">
                                      <p:cBhvr>
                                        <p:cTn id="85" dur="450" fill="hold"/>
                                        <p:tgtEl>
                                          <p:spTgt spid="20"/>
                                        </p:tgtEl>
                                        <p:attrNameLst>
                                          <p:attrName>ppt_h</p:attrName>
                                        </p:attrNameLst>
                                      </p:cBhvr>
                                      <p:tavLst>
                                        <p:tav tm="0">
                                          <p:val>
                                            <p:fltVal val="0"/>
                                          </p:val>
                                        </p:tav>
                                        <p:tav tm="100000">
                                          <p:val>
                                            <p:strVal val="#ppt_h"/>
                                          </p:val>
                                        </p:tav>
                                      </p:tavLst>
                                    </p:anim>
                                    <p:animEffect transition="in" filter="fade">
                                      <p:cBhvr>
                                        <p:cTn id="86" dur="450"/>
                                        <p:tgtEl>
                                          <p:spTgt spid="20"/>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1"/>
                                        </p:tgtEl>
                                        <p:attrNameLst>
                                          <p:attrName>style.visibility</p:attrName>
                                        </p:attrNameLst>
                                      </p:cBhvr>
                                      <p:to>
                                        <p:strVal val="visible"/>
                                      </p:to>
                                    </p:set>
                                    <p:anim calcmode="lin" valueType="num">
                                      <p:cBhvr>
                                        <p:cTn id="89" dur="450" fill="hold"/>
                                        <p:tgtEl>
                                          <p:spTgt spid="21"/>
                                        </p:tgtEl>
                                        <p:attrNameLst>
                                          <p:attrName>ppt_w</p:attrName>
                                        </p:attrNameLst>
                                      </p:cBhvr>
                                      <p:tavLst>
                                        <p:tav tm="0">
                                          <p:val>
                                            <p:fltVal val="0"/>
                                          </p:val>
                                        </p:tav>
                                        <p:tav tm="100000">
                                          <p:val>
                                            <p:strVal val="#ppt_w"/>
                                          </p:val>
                                        </p:tav>
                                      </p:tavLst>
                                    </p:anim>
                                    <p:anim calcmode="lin" valueType="num">
                                      <p:cBhvr>
                                        <p:cTn id="90" dur="450" fill="hold"/>
                                        <p:tgtEl>
                                          <p:spTgt spid="21"/>
                                        </p:tgtEl>
                                        <p:attrNameLst>
                                          <p:attrName>ppt_h</p:attrName>
                                        </p:attrNameLst>
                                      </p:cBhvr>
                                      <p:tavLst>
                                        <p:tav tm="0">
                                          <p:val>
                                            <p:fltVal val="0"/>
                                          </p:val>
                                        </p:tav>
                                        <p:tav tm="100000">
                                          <p:val>
                                            <p:strVal val="#ppt_h"/>
                                          </p:val>
                                        </p:tav>
                                      </p:tavLst>
                                    </p:anim>
                                    <p:animEffect transition="in" filter="fade">
                                      <p:cBhvr>
                                        <p:cTn id="91" dur="450"/>
                                        <p:tgtEl>
                                          <p:spTgt spid="21"/>
                                        </p:tgtEl>
                                      </p:cBhvr>
                                    </p:animEffect>
                                  </p:childTnLst>
                                </p:cTn>
                              </p:par>
                              <p:par>
                                <p:cTn id="92" presetID="42" presetClass="entr" presetSubtype="0" fill="hold" grpId="0" nodeType="with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fade">
                                      <p:cBhvr>
                                        <p:cTn id="94" dur="600"/>
                                        <p:tgtEl>
                                          <p:spTgt spid="22"/>
                                        </p:tgtEl>
                                      </p:cBhvr>
                                    </p:animEffect>
                                    <p:anim calcmode="lin" valueType="num">
                                      <p:cBhvr additive="base">
                                        <p:cTn id="95" dur="600" fill="hold"/>
                                        <p:tgtEl>
                                          <p:spTgt spid="22"/>
                                        </p:tgtEl>
                                        <p:attrNameLst>
                                          <p:attrName>ppt_x</p:attrName>
                                        </p:attrNameLst>
                                      </p:cBhvr>
                                      <p:tavLst>
                                        <p:tav tm="0">
                                          <p:val>
                                            <p:strVal val="#ppt_x"/>
                                          </p:val>
                                        </p:tav>
                                        <p:tav tm="100000">
                                          <p:val>
                                            <p:strVal val="#ppt_x"/>
                                          </p:val>
                                        </p:tav>
                                      </p:tavLst>
                                    </p:anim>
                                    <p:anim calcmode="lin" valueType="num">
                                      <p:cBhvr additive="base">
                                        <p:cTn id="96" dur="600" fill="hold"/>
                                        <p:tgtEl>
                                          <p:spTgt spid="22"/>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3"/>
                                        </p:tgtEl>
                                        <p:attrNameLst>
                                          <p:attrName>style.visibility</p:attrName>
                                        </p:attrNameLst>
                                      </p:cBhvr>
                                      <p:to>
                                        <p:strVal val="visible"/>
                                      </p:to>
                                    </p:set>
                                    <p:animEffect transition="in" filter="fade">
                                      <p:cBhvr>
                                        <p:cTn id="99" dur="600"/>
                                        <p:tgtEl>
                                          <p:spTgt spid="23"/>
                                        </p:tgtEl>
                                      </p:cBhvr>
                                    </p:animEffect>
                                    <p:anim calcmode="lin" valueType="num">
                                      <p:cBhvr additive="base">
                                        <p:cTn id="100" dur="600" fill="hold"/>
                                        <p:tgtEl>
                                          <p:spTgt spid="23"/>
                                        </p:tgtEl>
                                        <p:attrNameLst>
                                          <p:attrName>ppt_x</p:attrName>
                                        </p:attrNameLst>
                                      </p:cBhvr>
                                      <p:tavLst>
                                        <p:tav tm="0">
                                          <p:val>
                                            <p:strVal val="#ppt_x"/>
                                          </p:val>
                                        </p:tav>
                                        <p:tav tm="100000">
                                          <p:val>
                                            <p:strVal val="#ppt_x"/>
                                          </p:val>
                                        </p:tav>
                                      </p:tavLst>
                                    </p:anim>
                                    <p:anim calcmode="lin" valueType="num">
                                      <p:cBhvr additive="base">
                                        <p:cTn id="101" dur="600" fill="hold"/>
                                        <p:tgtEl>
                                          <p:spTgt spid="23"/>
                                        </p:tgtEl>
                                        <p:attrNameLst>
                                          <p:attrName>ppt_y</p:attrName>
                                        </p:attrNameLst>
                                      </p:cBhvr>
                                      <p:tavLst>
                                        <p:tav tm="0">
                                          <p:val>
                                            <p:strVal val="#ppt_y+.1"/>
                                          </p:val>
                                        </p:tav>
                                        <p:tav tm="100000">
                                          <p:val>
                                            <p:strVal val="#ppt_y"/>
                                          </p:val>
                                        </p:tav>
                                      </p:tavLst>
                                    </p:anim>
                                  </p:childTnLst>
                                </p:cTn>
                              </p:par>
                            </p:childTnLst>
                          </p:cTn>
                        </p:par>
                        <p:par>
                          <p:cTn id="123" fill="hold">
                            <p:stCondLst>
                              <p:cond delay="2900"/>
                            </p:stCondLst>
                            <p:childTnLst>
                              <p:par>
                                <p:cTn id="103" presetID="53" presetClass="entr" presetSubtype="16" fill="hold" grpId="0" nodeType="afterEffect">
                                  <p:stCondLst>
                                    <p:cond delay="0"/>
                                  </p:stCondLst>
                                  <p:childTnLst>
                                    <p:set>
                                      <p:cBhvr>
                                        <p:cTn id="104" dur="1" fill="hold">
                                          <p:stCondLst>
                                            <p:cond delay="0"/>
                                          </p:stCondLst>
                                        </p:cTn>
                                        <p:tgtEl>
                                          <p:spTgt spid="24"/>
                                        </p:tgtEl>
                                        <p:attrNameLst>
                                          <p:attrName>style.visibility</p:attrName>
                                        </p:attrNameLst>
                                      </p:cBhvr>
                                      <p:to>
                                        <p:strVal val="visible"/>
                                      </p:to>
                                    </p:set>
                                    <p:anim calcmode="lin" valueType="num">
                                      <p:cBhvr>
                                        <p:cTn id="105" dur="450" fill="hold"/>
                                        <p:tgtEl>
                                          <p:spTgt spid="24"/>
                                        </p:tgtEl>
                                        <p:attrNameLst>
                                          <p:attrName>ppt_w</p:attrName>
                                        </p:attrNameLst>
                                      </p:cBhvr>
                                      <p:tavLst>
                                        <p:tav tm="0">
                                          <p:val>
                                            <p:fltVal val="0"/>
                                          </p:val>
                                        </p:tav>
                                        <p:tav tm="100000">
                                          <p:val>
                                            <p:strVal val="#ppt_w"/>
                                          </p:val>
                                        </p:tav>
                                      </p:tavLst>
                                    </p:anim>
                                    <p:anim calcmode="lin" valueType="num">
                                      <p:cBhvr>
                                        <p:cTn id="106" dur="450" fill="hold"/>
                                        <p:tgtEl>
                                          <p:spTgt spid="24"/>
                                        </p:tgtEl>
                                        <p:attrNameLst>
                                          <p:attrName>ppt_h</p:attrName>
                                        </p:attrNameLst>
                                      </p:cBhvr>
                                      <p:tavLst>
                                        <p:tav tm="0">
                                          <p:val>
                                            <p:fltVal val="0"/>
                                          </p:val>
                                        </p:tav>
                                        <p:tav tm="100000">
                                          <p:val>
                                            <p:strVal val="#ppt_h"/>
                                          </p:val>
                                        </p:tav>
                                      </p:tavLst>
                                    </p:anim>
                                    <p:animEffect transition="in" filter="fade">
                                      <p:cBhvr>
                                        <p:cTn id="107" dur="450"/>
                                        <p:tgtEl>
                                          <p:spTgt spid="24"/>
                                        </p:tgtEl>
                                      </p:cBhvr>
                                    </p:animEffect>
                                  </p:childTnLst>
                                </p:cTn>
                              </p:par>
                              <p:par>
                                <p:cTn id="108" presetID="53" presetClass="entr" presetSubtype="16" fill="hold" grpId="0" nodeType="withEffect">
                                  <p:stCondLst>
                                    <p:cond delay="0"/>
                                  </p:stCondLst>
                                  <p:childTnLst>
                                    <p:set>
                                      <p:cBhvr>
                                        <p:cTn id="109" dur="1" fill="hold">
                                          <p:stCondLst>
                                            <p:cond delay="0"/>
                                          </p:stCondLst>
                                        </p:cTn>
                                        <p:tgtEl>
                                          <p:spTgt spid="25"/>
                                        </p:tgtEl>
                                        <p:attrNameLst>
                                          <p:attrName>style.visibility</p:attrName>
                                        </p:attrNameLst>
                                      </p:cBhvr>
                                      <p:to>
                                        <p:strVal val="visible"/>
                                      </p:to>
                                    </p:set>
                                    <p:anim calcmode="lin" valueType="num">
                                      <p:cBhvr>
                                        <p:cTn id="110" dur="450" fill="hold"/>
                                        <p:tgtEl>
                                          <p:spTgt spid="25"/>
                                        </p:tgtEl>
                                        <p:attrNameLst>
                                          <p:attrName>ppt_w</p:attrName>
                                        </p:attrNameLst>
                                      </p:cBhvr>
                                      <p:tavLst>
                                        <p:tav tm="0">
                                          <p:val>
                                            <p:fltVal val="0"/>
                                          </p:val>
                                        </p:tav>
                                        <p:tav tm="100000">
                                          <p:val>
                                            <p:strVal val="#ppt_w"/>
                                          </p:val>
                                        </p:tav>
                                      </p:tavLst>
                                    </p:anim>
                                    <p:anim calcmode="lin" valueType="num">
                                      <p:cBhvr>
                                        <p:cTn id="111" dur="450" fill="hold"/>
                                        <p:tgtEl>
                                          <p:spTgt spid="25"/>
                                        </p:tgtEl>
                                        <p:attrNameLst>
                                          <p:attrName>ppt_h</p:attrName>
                                        </p:attrNameLst>
                                      </p:cBhvr>
                                      <p:tavLst>
                                        <p:tav tm="0">
                                          <p:val>
                                            <p:fltVal val="0"/>
                                          </p:val>
                                        </p:tav>
                                        <p:tav tm="100000">
                                          <p:val>
                                            <p:strVal val="#ppt_h"/>
                                          </p:val>
                                        </p:tav>
                                      </p:tavLst>
                                    </p:anim>
                                    <p:animEffect transition="in" filter="fade">
                                      <p:cBhvr>
                                        <p:cTn id="112" dur="450"/>
                                        <p:tgtEl>
                                          <p:spTgt spid="25"/>
                                        </p:tgtEl>
                                      </p:cBhvr>
                                    </p:animEffect>
                                  </p:childTnLst>
                                </p:cTn>
                              </p:par>
                              <p:par>
                                <p:cTn id="113" presetID="42" presetClass="entr" presetSubtype="0" fill="hold" grpId="0" nodeType="withEffect">
                                  <p:stCondLst>
                                    <p:cond delay="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600"/>
                                        <p:tgtEl>
                                          <p:spTgt spid="26"/>
                                        </p:tgtEl>
                                      </p:cBhvr>
                                    </p:animEffect>
                                    <p:anim calcmode="lin" valueType="num">
                                      <p:cBhvr additive="base">
                                        <p:cTn id="116" dur="600" fill="hold"/>
                                        <p:tgtEl>
                                          <p:spTgt spid="26"/>
                                        </p:tgtEl>
                                        <p:attrNameLst>
                                          <p:attrName>ppt_x</p:attrName>
                                        </p:attrNameLst>
                                      </p:cBhvr>
                                      <p:tavLst>
                                        <p:tav tm="0">
                                          <p:val>
                                            <p:strVal val="#ppt_x"/>
                                          </p:val>
                                        </p:tav>
                                        <p:tav tm="100000">
                                          <p:val>
                                            <p:strVal val="#ppt_x"/>
                                          </p:val>
                                        </p:tav>
                                      </p:tavLst>
                                    </p:anim>
                                    <p:anim calcmode="lin" valueType="num">
                                      <p:cBhvr additive="base">
                                        <p:cTn id="117" dur="600" fill="hold"/>
                                        <p:tgtEl>
                                          <p:spTgt spid="26"/>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27"/>
                                        </p:tgtEl>
                                        <p:attrNameLst>
                                          <p:attrName>style.visibility</p:attrName>
                                        </p:attrNameLst>
                                      </p:cBhvr>
                                      <p:to>
                                        <p:strVal val="visible"/>
                                      </p:to>
                                    </p:set>
                                    <p:animEffect transition="in" filter="fade">
                                      <p:cBhvr>
                                        <p:cTn id="120" dur="600"/>
                                        <p:tgtEl>
                                          <p:spTgt spid="27"/>
                                        </p:tgtEl>
                                      </p:cBhvr>
                                    </p:animEffect>
                                    <p:anim calcmode="lin" valueType="num">
                                      <p:cBhvr additive="base">
                                        <p:cTn id="121" dur="600" fill="hold"/>
                                        <p:tgtEl>
                                          <p:spTgt spid="27"/>
                                        </p:tgtEl>
                                        <p:attrNameLst>
                                          <p:attrName>ppt_x</p:attrName>
                                        </p:attrNameLst>
                                      </p:cBhvr>
                                      <p:tavLst>
                                        <p:tav tm="0">
                                          <p:val>
                                            <p:strVal val="#ppt_x"/>
                                          </p:val>
                                        </p:tav>
                                        <p:tav tm="100000">
                                          <p:val>
                                            <p:strVal val="#ppt_x"/>
                                          </p:val>
                                        </p:tav>
                                      </p:tavLst>
                                    </p:anim>
                                    <p:anim calcmode="lin" valueType="num">
                                      <p:cBhvr additive="base">
                                        <p:cTn id="122" dur="6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17</a:t>
            </a:r>
            <a:endParaRPr lang="en-US" sz="800" dirty="0"/>
          </a:p>
        </p:txBody>
      </p:sp>
      <p:sp>
        <p:nvSpPr>
          <p:cNvPr id="4" name="a1f_39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06 · SÉCURITÉ &amp; CONFIDENTIALITÉ</a:t>
            </a:r>
            <a:endParaRPr lang="en-US" sz="1100" dirty="0"/>
          </a:p>
        </p:txBody>
      </p:sp>
      <p:sp>
        <p:nvSpPr>
          <p:cNvPr id="5" name="a1f_391"/>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Des données protégées à chaque étape</a:t>
            </a:r>
            <a:endParaRPr lang="en-US" sz="2700" dirty="0"/>
          </a:p>
        </p:txBody>
      </p:sp>
      <p:sp>
        <p:nvSpPr>
          <p:cNvPr id="6" name="a2u_392"/>
          <p:cNvSpPr/>
          <p:nvPr/>
        </p:nvSpPr>
        <p:spPr>
          <a:xfrm>
            <a:off x="457200" y="1234440"/>
            <a:ext cx="17373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u_393"/>
          <p:cNvSpPr/>
          <p:nvPr/>
        </p:nvSpPr>
        <p:spPr>
          <a:xfrm>
            <a:off x="621792" y="1399032"/>
            <a:ext cx="420624" cy="420624"/>
          </a:xfrm>
          <a:prstGeom prst="ellipse">
            <a:avLst/>
          </a:prstGeom>
          <a:solidFill>
            <a:srgbClr val="E4F6FB"/>
          </a:solidFill>
          <a:ln w="12700">
            <a:solidFill>
              <a:srgbClr val="E4F6FB"/>
            </a:solidFill>
            <a:prstDash val="solid"/>
          </a:ln>
        </p:spPr>
      </p:sp>
      <p:pic>
        <p:nvPicPr>
          <p:cNvPr id="8" name="a2u_393i" descr="preencoded.png">    </p:cNvPr>
          <p:cNvPicPr>
            <a:picLocks noChangeAspect="1"/>
          </p:cNvPicPr>
          <p:nvPr/>
        </p:nvPicPr>
        <p:blipFill>
          <a:blip r:embed="rId1"/>
          <a:stretch>
            <a:fillRect/>
          </a:stretch>
        </p:blipFill>
        <p:spPr>
          <a:xfrm>
            <a:off x="722742" y="1499982"/>
            <a:ext cx="218724" cy="218724"/>
          </a:xfrm>
          <a:prstGeom prst="rect">
            <a:avLst/>
          </a:prstGeom>
        </p:spPr>
      </p:pic>
      <p:sp>
        <p:nvSpPr>
          <p:cNvPr id="9" name="a2u_394"/>
          <p:cNvSpPr txBox="1"/>
          <p:nvPr/>
        </p:nvSpPr>
        <p:spPr>
          <a:xfrm>
            <a:off x="621792" y="1892808"/>
            <a:ext cx="1463040" cy="365760"/>
          </a:xfrm>
          <a:prstGeom prst="rect">
            <a:avLst/>
          </a:prstGeom>
          <a:noFill/>
          <a:ln/>
        </p:spPr>
        <p:txBody>
          <a:bodyPr wrap="square" lIns="0" tIns="0" rIns="0" bIns="0" rtlCol="0" anchor="t"/>
          <a:lstStyle/>
          <a:p>
            <a:pPr indent="0" marL="0">
              <a:buNone/>
            </a:pPr>
            <a:r>
              <a:rPr lang="en-US" sz="1100" b="1" dirty="0">
                <a:solidFill>
                  <a:srgbClr val="1E2A78"/>
                </a:solidFill>
                <a:latin typeface="Arial" pitchFamily="34" charset="0"/>
                <a:ea typeface="Arial" pitchFamily="34" charset="-122"/>
                <a:cs typeface="Arial" pitchFamily="34" charset="-120"/>
              </a:rPr>
              <a:t>Écoles cloisonnées</a:t>
            </a:r>
            <a:endParaRPr lang="en-US" sz="1100" dirty="0"/>
          </a:p>
        </p:txBody>
      </p:sp>
      <p:sp>
        <p:nvSpPr>
          <p:cNvPr id="10" name="a2u_395"/>
          <p:cNvSpPr txBox="1"/>
          <p:nvPr/>
        </p:nvSpPr>
        <p:spPr>
          <a:xfrm>
            <a:off x="621792" y="2240280"/>
            <a:ext cx="1463040" cy="512064"/>
          </a:xfrm>
          <a:prstGeom prst="rect">
            <a:avLst/>
          </a:prstGeom>
          <a:noFill/>
          <a:ln/>
        </p:spPr>
        <p:txBody>
          <a:bodyPr wrap="square" lIns="0" tIns="0" rIns="0" bIns="0" rtlCol="0" anchor="t"/>
          <a:lstStyle/>
          <a:p>
            <a:pPr indent="0" marL="0">
              <a:buNone/>
            </a:pPr>
            <a:r>
              <a:rPr lang="en-US" sz="850" dirty="0">
                <a:solidFill>
                  <a:srgbClr val="5C6685"/>
                </a:solidFill>
                <a:latin typeface="Arial" pitchFamily="34" charset="0"/>
                <a:ea typeface="Arial" pitchFamily="34" charset="-122"/>
                <a:cs typeface="Arial" pitchFamily="34" charset="-120"/>
              </a:rPr>
              <a:t>Chaque école ne voit que ses fiches, y compris pendant la reconnaissance.</a:t>
            </a:r>
            <a:endParaRPr lang="en-US" sz="850" dirty="0"/>
          </a:p>
        </p:txBody>
      </p:sp>
      <p:sp>
        <p:nvSpPr>
          <p:cNvPr id="11" name="a3u_396"/>
          <p:cNvSpPr/>
          <p:nvPr/>
        </p:nvSpPr>
        <p:spPr>
          <a:xfrm>
            <a:off x="2331720" y="1234440"/>
            <a:ext cx="17373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2" name="a3u_397"/>
          <p:cNvSpPr/>
          <p:nvPr/>
        </p:nvSpPr>
        <p:spPr>
          <a:xfrm>
            <a:off x="2496312" y="1399032"/>
            <a:ext cx="420624" cy="420624"/>
          </a:xfrm>
          <a:prstGeom prst="ellipse">
            <a:avLst/>
          </a:prstGeom>
          <a:solidFill>
            <a:srgbClr val="E4F6FB"/>
          </a:solidFill>
          <a:ln w="12700">
            <a:solidFill>
              <a:srgbClr val="E4F6FB"/>
            </a:solidFill>
            <a:prstDash val="solid"/>
          </a:ln>
        </p:spPr>
      </p:sp>
      <p:pic>
        <p:nvPicPr>
          <p:cNvPr id="13" name="a3u_397i" descr="preencoded.png">    </p:cNvPr>
          <p:cNvPicPr>
            <a:picLocks noChangeAspect="1"/>
          </p:cNvPicPr>
          <p:nvPr/>
        </p:nvPicPr>
        <p:blipFill>
          <a:blip r:embed="rId2"/>
          <a:stretch>
            <a:fillRect/>
          </a:stretch>
        </p:blipFill>
        <p:spPr>
          <a:xfrm>
            <a:off x="2597262" y="1499982"/>
            <a:ext cx="218724" cy="218724"/>
          </a:xfrm>
          <a:prstGeom prst="rect">
            <a:avLst/>
          </a:prstGeom>
        </p:spPr>
      </p:pic>
      <p:sp>
        <p:nvSpPr>
          <p:cNvPr id="14" name="a3u_398"/>
          <p:cNvSpPr txBox="1"/>
          <p:nvPr/>
        </p:nvSpPr>
        <p:spPr>
          <a:xfrm>
            <a:off x="2496312" y="1892808"/>
            <a:ext cx="1463040" cy="365760"/>
          </a:xfrm>
          <a:prstGeom prst="rect">
            <a:avLst/>
          </a:prstGeom>
          <a:noFill/>
          <a:ln/>
        </p:spPr>
        <p:txBody>
          <a:bodyPr wrap="square" lIns="0" tIns="0" rIns="0" bIns="0" rtlCol="0" anchor="t"/>
          <a:lstStyle/>
          <a:p>
            <a:pPr indent="0" marL="0">
              <a:buNone/>
            </a:pPr>
            <a:r>
              <a:rPr lang="en-US" sz="1100" b="1" dirty="0">
                <a:solidFill>
                  <a:srgbClr val="1E2A78"/>
                </a:solidFill>
                <a:latin typeface="Arial" pitchFamily="34" charset="0"/>
                <a:ea typeface="Arial" pitchFamily="34" charset="-122"/>
                <a:cs typeface="Arial" pitchFamily="34" charset="-120"/>
              </a:rPr>
              <a:t>Identité protégée</a:t>
            </a:r>
            <a:endParaRPr lang="en-US" sz="1100" dirty="0"/>
          </a:p>
        </p:txBody>
      </p:sp>
      <p:sp>
        <p:nvSpPr>
          <p:cNvPr id="15" name="a3u_399"/>
          <p:cNvSpPr txBox="1"/>
          <p:nvPr/>
        </p:nvSpPr>
        <p:spPr>
          <a:xfrm>
            <a:off x="2496312" y="2240280"/>
            <a:ext cx="1463040" cy="512064"/>
          </a:xfrm>
          <a:prstGeom prst="rect">
            <a:avLst/>
          </a:prstGeom>
          <a:noFill/>
          <a:ln/>
        </p:spPr>
        <p:txBody>
          <a:bodyPr wrap="square" lIns="0" tIns="0" rIns="0" bIns="0" rtlCol="0" anchor="t"/>
          <a:lstStyle/>
          <a:p>
            <a:pPr indent="0" marL="0">
              <a:buNone/>
            </a:pPr>
            <a:r>
              <a:rPr lang="en-US" sz="850" dirty="0">
                <a:solidFill>
                  <a:srgbClr val="5C6685"/>
                </a:solidFill>
                <a:latin typeface="Arial" pitchFamily="34" charset="0"/>
                <a:ea typeface="Arial" pitchFamily="34" charset="-122"/>
                <a:cs typeface="Arial" pitchFamily="34" charset="-120"/>
              </a:rPr>
              <a:t>Nom et photo ne sont révélés que si la ressemblance est suffisante.</a:t>
            </a:r>
            <a:endParaRPr lang="en-US" sz="850" dirty="0"/>
          </a:p>
        </p:txBody>
      </p:sp>
      <p:sp>
        <p:nvSpPr>
          <p:cNvPr id="16" name="a4u_400"/>
          <p:cNvSpPr/>
          <p:nvPr/>
        </p:nvSpPr>
        <p:spPr>
          <a:xfrm>
            <a:off x="4206240" y="1234440"/>
            <a:ext cx="17373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7" name="a4u_401"/>
          <p:cNvSpPr/>
          <p:nvPr/>
        </p:nvSpPr>
        <p:spPr>
          <a:xfrm>
            <a:off x="4370832" y="1399032"/>
            <a:ext cx="420624" cy="420624"/>
          </a:xfrm>
          <a:prstGeom prst="ellipse">
            <a:avLst/>
          </a:prstGeom>
          <a:solidFill>
            <a:srgbClr val="E4F6FB"/>
          </a:solidFill>
          <a:ln w="12700">
            <a:solidFill>
              <a:srgbClr val="E4F6FB"/>
            </a:solidFill>
            <a:prstDash val="solid"/>
          </a:ln>
        </p:spPr>
      </p:sp>
      <p:pic>
        <p:nvPicPr>
          <p:cNvPr id="18" name="a4u_401i" descr="preencoded.png">    </p:cNvPr>
          <p:cNvPicPr>
            <a:picLocks noChangeAspect="1"/>
          </p:cNvPicPr>
          <p:nvPr/>
        </p:nvPicPr>
        <p:blipFill>
          <a:blip r:embed="rId3"/>
          <a:stretch>
            <a:fillRect/>
          </a:stretch>
        </p:blipFill>
        <p:spPr>
          <a:xfrm>
            <a:off x="4471782" y="1499982"/>
            <a:ext cx="218724" cy="218724"/>
          </a:xfrm>
          <a:prstGeom prst="rect">
            <a:avLst/>
          </a:prstGeom>
        </p:spPr>
      </p:pic>
      <p:sp>
        <p:nvSpPr>
          <p:cNvPr id="19" name="a4u_402"/>
          <p:cNvSpPr txBox="1"/>
          <p:nvPr/>
        </p:nvSpPr>
        <p:spPr>
          <a:xfrm>
            <a:off x="4370832" y="1892808"/>
            <a:ext cx="1463040" cy="365760"/>
          </a:xfrm>
          <a:prstGeom prst="rect">
            <a:avLst/>
          </a:prstGeom>
          <a:noFill/>
          <a:ln/>
        </p:spPr>
        <p:txBody>
          <a:bodyPr wrap="square" lIns="0" tIns="0" rIns="0" bIns="0" rtlCol="0" anchor="t"/>
          <a:lstStyle/>
          <a:p>
            <a:pPr indent="0" marL="0">
              <a:buNone/>
            </a:pPr>
            <a:r>
              <a:rPr lang="en-US" sz="1100" b="1" dirty="0">
                <a:solidFill>
                  <a:srgbClr val="1E2A78"/>
                </a:solidFill>
                <a:latin typeface="Arial" pitchFamily="34" charset="0"/>
                <a:ea typeface="Arial" pitchFamily="34" charset="-122"/>
                <a:cs typeface="Arial" pitchFamily="34" charset="-120"/>
              </a:rPr>
              <a:t>Connexion protégée</a:t>
            </a:r>
            <a:endParaRPr lang="en-US" sz="1100" dirty="0"/>
          </a:p>
        </p:txBody>
      </p:sp>
      <p:sp>
        <p:nvSpPr>
          <p:cNvPr id="20" name="a4u_403"/>
          <p:cNvSpPr txBox="1"/>
          <p:nvPr/>
        </p:nvSpPr>
        <p:spPr>
          <a:xfrm>
            <a:off x="4370832" y="2240280"/>
            <a:ext cx="1463040" cy="512064"/>
          </a:xfrm>
          <a:prstGeom prst="rect">
            <a:avLst/>
          </a:prstGeom>
          <a:noFill/>
          <a:ln/>
        </p:spPr>
        <p:txBody>
          <a:bodyPr wrap="square" lIns="0" tIns="0" rIns="0" bIns="0" rtlCol="0" anchor="t"/>
          <a:lstStyle/>
          <a:p>
            <a:pPr indent="0" marL="0">
              <a:buNone/>
            </a:pPr>
            <a:r>
              <a:rPr lang="en-US" sz="850" dirty="0">
                <a:solidFill>
                  <a:srgbClr val="5C6685"/>
                </a:solidFill>
                <a:latin typeface="Arial" pitchFamily="34" charset="0"/>
                <a:ea typeface="Arial" pitchFamily="34" charset="-122"/>
                <a:cs typeface="Arial" pitchFamily="34" charset="-120"/>
              </a:rPr>
              <a:t>Mots de passe chiffrés ; 8 essais ratés en 15 min bloquent la connexion.</a:t>
            </a:r>
            <a:endParaRPr lang="en-US" sz="850" dirty="0"/>
          </a:p>
        </p:txBody>
      </p:sp>
      <p:sp>
        <p:nvSpPr>
          <p:cNvPr id="21" name="a5u_404"/>
          <p:cNvSpPr/>
          <p:nvPr/>
        </p:nvSpPr>
        <p:spPr>
          <a:xfrm>
            <a:off x="457200" y="2926080"/>
            <a:ext cx="17373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2" name="a5u_405"/>
          <p:cNvSpPr/>
          <p:nvPr/>
        </p:nvSpPr>
        <p:spPr>
          <a:xfrm>
            <a:off x="621792" y="3090672"/>
            <a:ext cx="420624" cy="420624"/>
          </a:xfrm>
          <a:prstGeom prst="ellipse">
            <a:avLst/>
          </a:prstGeom>
          <a:solidFill>
            <a:srgbClr val="E4F6FB"/>
          </a:solidFill>
          <a:ln w="12700">
            <a:solidFill>
              <a:srgbClr val="E4F6FB"/>
            </a:solidFill>
            <a:prstDash val="solid"/>
          </a:ln>
        </p:spPr>
      </p:sp>
      <p:pic>
        <p:nvPicPr>
          <p:cNvPr id="23" name="a5u_405i" descr="preencoded.png">    </p:cNvPr>
          <p:cNvPicPr>
            <a:picLocks noChangeAspect="1"/>
          </p:cNvPicPr>
          <p:nvPr/>
        </p:nvPicPr>
        <p:blipFill>
          <a:blip r:embed="rId4"/>
          <a:stretch>
            <a:fillRect/>
          </a:stretch>
        </p:blipFill>
        <p:spPr>
          <a:xfrm>
            <a:off x="722742" y="3191622"/>
            <a:ext cx="218724" cy="218724"/>
          </a:xfrm>
          <a:prstGeom prst="rect">
            <a:avLst/>
          </a:prstGeom>
        </p:spPr>
      </p:pic>
      <p:sp>
        <p:nvSpPr>
          <p:cNvPr id="24" name="a5u_406"/>
          <p:cNvSpPr txBox="1"/>
          <p:nvPr/>
        </p:nvSpPr>
        <p:spPr>
          <a:xfrm>
            <a:off x="621792" y="3584448"/>
            <a:ext cx="1463040" cy="365760"/>
          </a:xfrm>
          <a:prstGeom prst="rect">
            <a:avLst/>
          </a:prstGeom>
          <a:noFill/>
          <a:ln/>
        </p:spPr>
        <p:txBody>
          <a:bodyPr wrap="square" lIns="0" tIns="0" rIns="0" bIns="0" rtlCol="0" anchor="t"/>
          <a:lstStyle/>
          <a:p>
            <a:pPr indent="0" marL="0">
              <a:buNone/>
            </a:pPr>
            <a:r>
              <a:rPr lang="en-US" sz="1100" b="1" dirty="0">
                <a:solidFill>
                  <a:srgbClr val="1E2A78"/>
                </a:solidFill>
                <a:latin typeface="Arial" pitchFamily="34" charset="0"/>
                <a:ea typeface="Arial" pitchFamily="34" charset="-122"/>
                <a:cs typeface="Arial" pitchFamily="34" charset="-120"/>
              </a:rPr>
              <a:t>Contrôle immédiat</a:t>
            </a:r>
            <a:endParaRPr lang="en-US" sz="1100" dirty="0"/>
          </a:p>
        </p:txBody>
      </p:sp>
      <p:sp>
        <p:nvSpPr>
          <p:cNvPr id="25" name="a5u_407"/>
          <p:cNvSpPr txBox="1"/>
          <p:nvPr/>
        </p:nvSpPr>
        <p:spPr>
          <a:xfrm>
            <a:off x="621792" y="3931920"/>
            <a:ext cx="1463040" cy="512064"/>
          </a:xfrm>
          <a:prstGeom prst="rect">
            <a:avLst/>
          </a:prstGeom>
          <a:noFill/>
          <a:ln/>
        </p:spPr>
        <p:txBody>
          <a:bodyPr wrap="square" lIns="0" tIns="0" rIns="0" bIns="0" rtlCol="0" anchor="t"/>
          <a:lstStyle/>
          <a:p>
            <a:pPr indent="0" marL="0">
              <a:buNone/>
            </a:pPr>
            <a:r>
              <a:rPr lang="en-US" sz="850" dirty="0">
                <a:solidFill>
                  <a:srgbClr val="5C6685"/>
                </a:solidFill>
                <a:latin typeface="Arial" pitchFamily="34" charset="0"/>
                <a:ea typeface="Arial" pitchFamily="34" charset="-122"/>
                <a:cs typeface="Arial" pitchFamily="34" charset="-120"/>
              </a:rPr>
              <a:t>Un compte bloqué ou une école désactivée : déconnexion aussitôt.</a:t>
            </a:r>
            <a:endParaRPr lang="en-US" sz="850" dirty="0"/>
          </a:p>
        </p:txBody>
      </p:sp>
      <p:sp>
        <p:nvSpPr>
          <p:cNvPr id="26" name="a6u_408"/>
          <p:cNvSpPr/>
          <p:nvPr/>
        </p:nvSpPr>
        <p:spPr>
          <a:xfrm>
            <a:off x="2331720" y="2926080"/>
            <a:ext cx="17373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7" name="a6u_409"/>
          <p:cNvSpPr/>
          <p:nvPr/>
        </p:nvSpPr>
        <p:spPr>
          <a:xfrm>
            <a:off x="2496312" y="3090672"/>
            <a:ext cx="420624" cy="420624"/>
          </a:xfrm>
          <a:prstGeom prst="ellipse">
            <a:avLst/>
          </a:prstGeom>
          <a:solidFill>
            <a:srgbClr val="E4F6FB"/>
          </a:solidFill>
          <a:ln w="12700">
            <a:solidFill>
              <a:srgbClr val="E4F6FB"/>
            </a:solidFill>
            <a:prstDash val="solid"/>
          </a:ln>
        </p:spPr>
      </p:sp>
      <p:pic>
        <p:nvPicPr>
          <p:cNvPr id="28" name="a6u_409i" descr="preencoded.png">    </p:cNvPr>
          <p:cNvPicPr>
            <a:picLocks noChangeAspect="1"/>
          </p:cNvPicPr>
          <p:nvPr/>
        </p:nvPicPr>
        <p:blipFill>
          <a:blip r:embed="rId5"/>
          <a:stretch>
            <a:fillRect/>
          </a:stretch>
        </p:blipFill>
        <p:spPr>
          <a:xfrm>
            <a:off x="2597262" y="3191622"/>
            <a:ext cx="218724" cy="218724"/>
          </a:xfrm>
          <a:prstGeom prst="rect">
            <a:avLst/>
          </a:prstGeom>
        </p:spPr>
      </p:pic>
      <p:sp>
        <p:nvSpPr>
          <p:cNvPr id="29" name="a6u_410"/>
          <p:cNvSpPr txBox="1"/>
          <p:nvPr/>
        </p:nvSpPr>
        <p:spPr>
          <a:xfrm>
            <a:off x="2496312" y="3584448"/>
            <a:ext cx="1463040" cy="365760"/>
          </a:xfrm>
          <a:prstGeom prst="rect">
            <a:avLst/>
          </a:prstGeom>
          <a:noFill/>
          <a:ln/>
        </p:spPr>
        <p:txBody>
          <a:bodyPr wrap="square" lIns="0" tIns="0" rIns="0" bIns="0" rtlCol="0" anchor="t"/>
          <a:lstStyle/>
          <a:p>
            <a:pPr indent="0" marL="0">
              <a:buNone/>
            </a:pPr>
            <a:r>
              <a:rPr lang="en-US" sz="1100" b="1" dirty="0">
                <a:solidFill>
                  <a:srgbClr val="1E2A78"/>
                </a:solidFill>
                <a:latin typeface="Arial" pitchFamily="34" charset="0"/>
                <a:ea typeface="Arial" pitchFamily="34" charset="-122"/>
                <a:cs typeface="Arial" pitchFamily="34" charset="-120"/>
              </a:rPr>
              <a:t>Données sensibles</a:t>
            </a:r>
            <a:endParaRPr lang="en-US" sz="1100" dirty="0"/>
          </a:p>
        </p:txBody>
      </p:sp>
      <p:sp>
        <p:nvSpPr>
          <p:cNvPr id="30" name="a6u_411"/>
          <p:cNvSpPr txBox="1"/>
          <p:nvPr/>
        </p:nvSpPr>
        <p:spPr>
          <a:xfrm>
            <a:off x="2496312" y="3931920"/>
            <a:ext cx="1463040" cy="512064"/>
          </a:xfrm>
          <a:prstGeom prst="rect">
            <a:avLst/>
          </a:prstGeom>
          <a:noFill/>
          <a:ln/>
        </p:spPr>
        <p:txBody>
          <a:bodyPr wrap="square" lIns="0" tIns="0" rIns="0" bIns="0" rtlCol="0" anchor="t"/>
          <a:lstStyle/>
          <a:p>
            <a:pPr indent="0" marL="0">
              <a:buNone/>
            </a:pPr>
            <a:r>
              <a:rPr lang="en-US" sz="850" dirty="0">
                <a:solidFill>
                  <a:srgbClr val="5C6685"/>
                </a:solidFill>
                <a:latin typeface="Arial" pitchFamily="34" charset="0"/>
                <a:ea typeface="Arial" pitchFamily="34" charset="-122"/>
                <a:cs typeface="Arial" pitchFamily="34" charset="-120"/>
              </a:rPr>
              <a:t>Santé et parents : réservés aux comptes qui en ont la permission.</a:t>
            </a:r>
            <a:endParaRPr lang="en-US" sz="850" dirty="0"/>
          </a:p>
        </p:txBody>
      </p:sp>
      <p:sp>
        <p:nvSpPr>
          <p:cNvPr id="31" name="a7u_412"/>
          <p:cNvSpPr/>
          <p:nvPr/>
        </p:nvSpPr>
        <p:spPr>
          <a:xfrm>
            <a:off x="4206240" y="2926080"/>
            <a:ext cx="17373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32" name="a7u_413"/>
          <p:cNvSpPr/>
          <p:nvPr/>
        </p:nvSpPr>
        <p:spPr>
          <a:xfrm>
            <a:off x="4370832" y="3090672"/>
            <a:ext cx="420624" cy="420624"/>
          </a:xfrm>
          <a:prstGeom prst="ellipse">
            <a:avLst/>
          </a:prstGeom>
          <a:solidFill>
            <a:srgbClr val="E4F6FB"/>
          </a:solidFill>
          <a:ln w="12700">
            <a:solidFill>
              <a:srgbClr val="E4F6FB"/>
            </a:solidFill>
            <a:prstDash val="solid"/>
          </a:ln>
        </p:spPr>
      </p:sp>
      <p:pic>
        <p:nvPicPr>
          <p:cNvPr id="33" name="a7u_413i" descr="preencoded.png">    </p:cNvPr>
          <p:cNvPicPr>
            <a:picLocks noChangeAspect="1"/>
          </p:cNvPicPr>
          <p:nvPr/>
        </p:nvPicPr>
        <p:blipFill>
          <a:blip r:embed="rId6"/>
          <a:stretch>
            <a:fillRect/>
          </a:stretch>
        </p:blipFill>
        <p:spPr>
          <a:xfrm>
            <a:off x="4471782" y="3191622"/>
            <a:ext cx="218724" cy="218724"/>
          </a:xfrm>
          <a:prstGeom prst="rect">
            <a:avLst/>
          </a:prstGeom>
        </p:spPr>
      </p:pic>
      <p:sp>
        <p:nvSpPr>
          <p:cNvPr id="34" name="a7u_414"/>
          <p:cNvSpPr txBox="1"/>
          <p:nvPr/>
        </p:nvSpPr>
        <p:spPr>
          <a:xfrm>
            <a:off x="4370832" y="3584448"/>
            <a:ext cx="1463040" cy="365760"/>
          </a:xfrm>
          <a:prstGeom prst="rect">
            <a:avLst/>
          </a:prstGeom>
          <a:noFill/>
          <a:ln/>
        </p:spPr>
        <p:txBody>
          <a:bodyPr wrap="square" lIns="0" tIns="0" rIns="0" bIns="0" rtlCol="0" anchor="t"/>
          <a:lstStyle/>
          <a:p>
            <a:pPr indent="0" marL="0">
              <a:buNone/>
            </a:pPr>
            <a:r>
              <a:rPr lang="en-US" sz="1100" b="1" dirty="0">
                <a:solidFill>
                  <a:srgbClr val="1E2A78"/>
                </a:solidFill>
                <a:latin typeface="Arial" pitchFamily="34" charset="0"/>
                <a:ea typeface="Arial" pitchFamily="34" charset="-122"/>
                <a:cs typeface="Arial" pitchFamily="34" charset="-120"/>
              </a:rPr>
              <a:t>Clés sur le serveur</a:t>
            </a:r>
            <a:endParaRPr lang="en-US" sz="1100" dirty="0"/>
          </a:p>
        </p:txBody>
      </p:sp>
      <p:sp>
        <p:nvSpPr>
          <p:cNvPr id="35" name="a7u_415"/>
          <p:cNvSpPr txBox="1"/>
          <p:nvPr/>
        </p:nvSpPr>
        <p:spPr>
          <a:xfrm>
            <a:off x="4370832" y="3931920"/>
            <a:ext cx="1463040" cy="512064"/>
          </a:xfrm>
          <a:prstGeom prst="rect">
            <a:avLst/>
          </a:prstGeom>
          <a:noFill/>
          <a:ln/>
        </p:spPr>
        <p:txBody>
          <a:bodyPr wrap="square" lIns="0" tIns="0" rIns="0" bIns="0" rtlCol="0" anchor="t"/>
          <a:lstStyle/>
          <a:p>
            <a:pPr indent="0" marL="0">
              <a:buNone/>
            </a:pPr>
            <a:r>
              <a:rPr lang="en-US" sz="850" dirty="0">
                <a:solidFill>
                  <a:srgbClr val="5C6685"/>
                </a:solidFill>
                <a:latin typeface="Arial" pitchFamily="34" charset="0"/>
                <a:ea typeface="Arial" pitchFamily="34" charset="-122"/>
                <a:cs typeface="Arial" pitchFamily="34" charset="-120"/>
              </a:rPr>
              <a:t>Les accès au système de gestion ne quittent jamais le serveur.</a:t>
            </a:r>
            <a:endParaRPr lang="en-US" sz="850" dirty="0"/>
          </a:p>
        </p:txBody>
      </p:sp>
      <p:sp>
        <p:nvSpPr>
          <p:cNvPr id="36" name="a8z_416"/>
          <p:cNvSpPr/>
          <p:nvPr/>
        </p:nvSpPr>
        <p:spPr>
          <a:xfrm>
            <a:off x="6172200" y="1234440"/>
            <a:ext cx="2514600" cy="3246120"/>
          </a:xfrm>
          <a:prstGeom prst="roundRect">
            <a:avLst>
              <a:gd name="adj" fmla="val 2909"/>
            </a:avLst>
          </a:prstGeom>
          <a:solidFill>
            <a:srgbClr val="1E2A78"/>
          </a:solidFill>
          <a:ln w="12700">
            <a:solidFill>
              <a:srgbClr val="1E2A78"/>
            </a:solidFill>
            <a:prstDash val="solid"/>
          </a:ln>
          <a:effectLst>
            <a:outerShdw sx="100000" sy="100000" kx="0" ky="0" algn="bl" rotWithShape="0" blurRad="127000" dist="25400" dir="5400000">
              <a:srgbClr val="000000">
                <a:alpha val="10000"/>
              </a:srgbClr>
            </a:outerShdw>
          </a:effectLst>
        </p:spPr>
      </p:sp>
      <p:pic>
        <p:nvPicPr>
          <p:cNvPr id="37" name="a9f_417" descr="preencoded.png">    </p:cNvPr>
          <p:cNvPicPr>
            <a:picLocks noChangeAspect="1"/>
          </p:cNvPicPr>
          <p:nvPr/>
        </p:nvPicPr>
        <p:blipFill>
          <a:blip r:embed="rId7"/>
          <a:stretch>
            <a:fillRect/>
          </a:stretch>
        </p:blipFill>
        <p:spPr>
          <a:xfrm>
            <a:off x="6373368" y="1435608"/>
            <a:ext cx="292608" cy="292608"/>
          </a:xfrm>
          <a:prstGeom prst="rect">
            <a:avLst/>
          </a:prstGeom>
        </p:spPr>
      </p:pic>
      <p:sp>
        <p:nvSpPr>
          <p:cNvPr id="38" name="a9f_418"/>
          <p:cNvSpPr txBox="1"/>
          <p:nvPr/>
        </p:nvSpPr>
        <p:spPr>
          <a:xfrm>
            <a:off x="6739128" y="1453896"/>
            <a:ext cx="182880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Nos recommandations</a:t>
            </a:r>
            <a:endParaRPr lang="en-US" sz="1250" dirty="0"/>
          </a:p>
        </p:txBody>
      </p:sp>
      <p:pic>
        <p:nvPicPr>
          <p:cNvPr id="39" name="a10f_419" descr="preencoded.png">    </p:cNvPr>
          <p:cNvPicPr>
            <a:picLocks noChangeAspect="1"/>
          </p:cNvPicPr>
          <p:nvPr/>
        </p:nvPicPr>
        <p:blipFill>
          <a:blip r:embed="rId8"/>
          <a:stretch>
            <a:fillRect/>
          </a:stretch>
        </p:blipFill>
        <p:spPr>
          <a:xfrm>
            <a:off x="6373368" y="1920240"/>
            <a:ext cx="219456" cy="219456"/>
          </a:xfrm>
          <a:prstGeom prst="rect">
            <a:avLst/>
          </a:prstGeom>
        </p:spPr>
      </p:pic>
      <p:sp>
        <p:nvSpPr>
          <p:cNvPr id="40" name="a10f_420"/>
          <p:cNvSpPr txBox="1"/>
          <p:nvPr/>
        </p:nvSpPr>
        <p:spPr>
          <a:xfrm>
            <a:off x="6684264" y="1892808"/>
            <a:ext cx="1874520" cy="457200"/>
          </a:xfrm>
          <a:prstGeom prst="rect">
            <a:avLst/>
          </a:prstGeom>
          <a:noFill/>
          <a:ln/>
        </p:spPr>
        <p:txBody>
          <a:bodyPr wrap="square" lIns="0" tIns="0" rIns="0" bIns="0" rtlCol="0" anchor="t"/>
          <a:lstStyle/>
          <a:p>
            <a:pPr indent="0" marL="0">
              <a:buNone/>
            </a:pPr>
            <a:r>
              <a:rPr lang="en-US" sz="950" dirty="0">
                <a:solidFill>
                  <a:srgbClr val="E1EAFF"/>
                </a:solidFill>
                <a:latin typeface="Arial" pitchFamily="34" charset="0"/>
                <a:ea typeface="Arial" pitchFamily="34" charset="-122"/>
                <a:cs typeface="Arial" pitchFamily="34" charset="-120"/>
              </a:rPr>
              <a:t>Informer les familles, recueillir le consentement</a:t>
            </a:r>
            <a:endParaRPr lang="en-US" sz="950" dirty="0"/>
          </a:p>
        </p:txBody>
      </p:sp>
      <p:pic>
        <p:nvPicPr>
          <p:cNvPr id="41" name="a11f_421" descr="preencoded.png">    </p:cNvPr>
          <p:cNvPicPr>
            <a:picLocks noChangeAspect="1"/>
          </p:cNvPicPr>
          <p:nvPr/>
        </p:nvPicPr>
        <p:blipFill>
          <a:blip r:embed="rId9"/>
          <a:stretch>
            <a:fillRect/>
          </a:stretch>
        </p:blipFill>
        <p:spPr>
          <a:xfrm>
            <a:off x="6373368" y="2423160"/>
            <a:ext cx="219456" cy="219456"/>
          </a:xfrm>
          <a:prstGeom prst="rect">
            <a:avLst/>
          </a:prstGeom>
        </p:spPr>
      </p:pic>
      <p:sp>
        <p:nvSpPr>
          <p:cNvPr id="42" name="a11f_422"/>
          <p:cNvSpPr txBox="1"/>
          <p:nvPr/>
        </p:nvSpPr>
        <p:spPr>
          <a:xfrm>
            <a:off x="6684264" y="2395728"/>
            <a:ext cx="1874520" cy="457200"/>
          </a:xfrm>
          <a:prstGeom prst="rect">
            <a:avLst/>
          </a:prstGeom>
          <a:noFill/>
          <a:ln/>
        </p:spPr>
        <p:txBody>
          <a:bodyPr wrap="square" lIns="0" tIns="0" rIns="0" bIns="0" rtlCol="0" anchor="t"/>
          <a:lstStyle/>
          <a:p>
            <a:pPr indent="0" marL="0">
              <a:buNone/>
            </a:pPr>
            <a:r>
              <a:rPr lang="en-US" sz="950" dirty="0">
                <a:solidFill>
                  <a:srgbClr val="E1EAFF"/>
                </a:solidFill>
                <a:latin typeface="Arial" pitchFamily="34" charset="0"/>
                <a:ea typeface="Arial" pitchFamily="34" charset="-122"/>
                <a:cs typeface="Arial" pitchFamily="34" charset="-120"/>
              </a:rPr>
              <a:t>Respecter la loi sur les données personnelles</a:t>
            </a:r>
            <a:endParaRPr lang="en-US" sz="950" dirty="0"/>
          </a:p>
        </p:txBody>
      </p:sp>
      <p:pic>
        <p:nvPicPr>
          <p:cNvPr id="43" name="a12f_423" descr="preencoded.png">    </p:cNvPr>
          <p:cNvPicPr>
            <a:picLocks noChangeAspect="1"/>
          </p:cNvPicPr>
          <p:nvPr/>
        </p:nvPicPr>
        <p:blipFill>
          <a:blip r:embed="rId10"/>
          <a:stretch>
            <a:fillRect/>
          </a:stretch>
        </p:blipFill>
        <p:spPr>
          <a:xfrm>
            <a:off x="6373368" y="2926080"/>
            <a:ext cx="219456" cy="219456"/>
          </a:xfrm>
          <a:prstGeom prst="rect">
            <a:avLst/>
          </a:prstGeom>
        </p:spPr>
      </p:pic>
      <p:sp>
        <p:nvSpPr>
          <p:cNvPr id="44" name="a12f_424"/>
          <p:cNvSpPr txBox="1"/>
          <p:nvPr/>
        </p:nvSpPr>
        <p:spPr>
          <a:xfrm>
            <a:off x="6684264" y="2898648"/>
            <a:ext cx="1874520" cy="457200"/>
          </a:xfrm>
          <a:prstGeom prst="rect">
            <a:avLst/>
          </a:prstGeom>
          <a:noFill/>
          <a:ln/>
        </p:spPr>
        <p:txBody>
          <a:bodyPr wrap="square" lIns="0" tIns="0" rIns="0" bIns="0" rtlCol="0" anchor="t"/>
          <a:lstStyle/>
          <a:p>
            <a:pPr indent="0" marL="0">
              <a:buNone/>
            </a:pPr>
            <a:r>
              <a:rPr lang="en-US" sz="950" dirty="0">
                <a:solidFill>
                  <a:srgbClr val="E1EAFF"/>
                </a:solidFill>
                <a:latin typeface="Arial" pitchFamily="34" charset="0"/>
                <a:ea typeface="Arial" pitchFamily="34" charset="-122"/>
                <a:cs typeface="Arial" pitchFamily="34" charset="-120"/>
              </a:rPr>
              <a:t>Passer le serveur en HTTPS</a:t>
            </a:r>
            <a:endParaRPr lang="en-US" sz="950" dirty="0"/>
          </a:p>
        </p:txBody>
      </p:sp>
      <p:pic>
        <p:nvPicPr>
          <p:cNvPr id="45" name="a13f_425" descr="preencoded.png">    </p:cNvPr>
          <p:cNvPicPr>
            <a:picLocks noChangeAspect="1"/>
          </p:cNvPicPr>
          <p:nvPr/>
        </p:nvPicPr>
        <p:blipFill>
          <a:blip r:embed="rId11"/>
          <a:stretch>
            <a:fillRect/>
          </a:stretch>
        </p:blipFill>
        <p:spPr>
          <a:xfrm>
            <a:off x="6373368" y="3429000"/>
            <a:ext cx="219456" cy="219456"/>
          </a:xfrm>
          <a:prstGeom prst="rect">
            <a:avLst/>
          </a:prstGeom>
        </p:spPr>
      </p:pic>
      <p:sp>
        <p:nvSpPr>
          <p:cNvPr id="46" name="a13f_426"/>
          <p:cNvSpPr txBox="1"/>
          <p:nvPr/>
        </p:nvSpPr>
        <p:spPr>
          <a:xfrm>
            <a:off x="6684264" y="3401568"/>
            <a:ext cx="1874520" cy="457200"/>
          </a:xfrm>
          <a:prstGeom prst="rect">
            <a:avLst/>
          </a:prstGeom>
          <a:noFill/>
          <a:ln/>
        </p:spPr>
        <p:txBody>
          <a:bodyPr wrap="square" lIns="0" tIns="0" rIns="0" bIns="0" rtlCol="0" anchor="t"/>
          <a:lstStyle/>
          <a:p>
            <a:pPr indent="0" marL="0">
              <a:buNone/>
            </a:pPr>
            <a:r>
              <a:rPr lang="en-US" sz="950" dirty="0">
                <a:solidFill>
                  <a:srgbClr val="E1EAFF"/>
                </a:solidFill>
                <a:latin typeface="Arial" pitchFamily="34" charset="0"/>
                <a:ea typeface="Arial" pitchFamily="34" charset="-122"/>
                <a:cs typeface="Arial" pitchFamily="34" charset="-120"/>
              </a:rPr>
              <a:t>Fermer l’accès direct à MySQL depuis Internet</a:t>
            </a:r>
            <a:endParaRPr lang="en-US" sz="950" dirty="0"/>
          </a:p>
        </p:txBody>
      </p:sp>
      <p:pic>
        <p:nvPicPr>
          <p:cNvPr id="47" name="a14f_427" descr="preencoded.png">    </p:cNvPr>
          <p:cNvPicPr>
            <a:picLocks noChangeAspect="1"/>
          </p:cNvPicPr>
          <p:nvPr/>
        </p:nvPicPr>
        <p:blipFill>
          <a:blip r:embed="rId12"/>
          <a:stretch>
            <a:fillRect/>
          </a:stretch>
        </p:blipFill>
        <p:spPr>
          <a:xfrm>
            <a:off x="6373368" y="3931920"/>
            <a:ext cx="219456" cy="219456"/>
          </a:xfrm>
          <a:prstGeom prst="rect">
            <a:avLst/>
          </a:prstGeom>
        </p:spPr>
      </p:pic>
      <p:sp>
        <p:nvSpPr>
          <p:cNvPr id="48" name="a14f_428"/>
          <p:cNvSpPr txBox="1"/>
          <p:nvPr/>
        </p:nvSpPr>
        <p:spPr>
          <a:xfrm>
            <a:off x="6684264" y="3904488"/>
            <a:ext cx="1874520" cy="457200"/>
          </a:xfrm>
          <a:prstGeom prst="rect">
            <a:avLst/>
          </a:prstGeom>
          <a:noFill/>
          <a:ln/>
        </p:spPr>
        <p:txBody>
          <a:bodyPr wrap="square" lIns="0" tIns="0" rIns="0" bIns="0" rtlCol="0" anchor="t"/>
          <a:lstStyle/>
          <a:p>
            <a:pPr indent="0" marL="0">
              <a:buNone/>
            </a:pPr>
            <a:r>
              <a:rPr lang="en-US" sz="950" dirty="0">
                <a:solidFill>
                  <a:srgbClr val="E1EAFF"/>
                </a:solidFill>
                <a:latin typeface="Arial" pitchFamily="34" charset="0"/>
                <a:ea typeface="Arial" pitchFamily="34" charset="-122"/>
                <a:cs typeface="Arial" pitchFamily="34" charset="-120"/>
              </a:rPr>
              <a:t>Supprimer les fiches des élèves partis</a:t>
            </a:r>
            <a:endParaRPr lang="en-US" sz="9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childTnLst>
                          </p:cTn>
                        </p:par>
                        <p:par>
                          <p:cTn id="62" fill="hold">
                            <p:stCondLst>
                              <p:cond delay="1100"/>
                            </p:stCondLst>
                            <p:childTnLst>
                              <p:par>
                                <p:cTn id="37" presetID="42"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600"/>
                                        <p:tgtEl>
                                          <p:spTgt spid="11"/>
                                        </p:tgtEl>
                                      </p:cBhvr>
                                    </p:animEffect>
                                    <p:anim calcmode="lin" valueType="num">
                                      <p:cBhvr additive="base">
                                        <p:cTn id="40" dur="600" fill="hold"/>
                                        <p:tgtEl>
                                          <p:spTgt spid="11"/>
                                        </p:tgtEl>
                                        <p:attrNameLst>
                                          <p:attrName>ppt_x</p:attrName>
                                        </p:attrNameLst>
                                      </p:cBhvr>
                                      <p:tavLst>
                                        <p:tav tm="0">
                                          <p:val>
                                            <p:strVal val="#ppt_x"/>
                                          </p:val>
                                        </p:tav>
                                        <p:tav tm="100000">
                                          <p:val>
                                            <p:strVal val="#ppt_x"/>
                                          </p:val>
                                        </p:tav>
                                      </p:tavLst>
                                    </p:anim>
                                    <p:anim calcmode="lin" valueType="num">
                                      <p:cBhvr additive="base">
                                        <p:cTn id="41" dur="6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600"/>
                                        <p:tgtEl>
                                          <p:spTgt spid="12"/>
                                        </p:tgtEl>
                                      </p:cBhvr>
                                    </p:animEffect>
                                    <p:anim calcmode="lin" valueType="num">
                                      <p:cBhvr additive="base">
                                        <p:cTn id="45" dur="600" fill="hold"/>
                                        <p:tgtEl>
                                          <p:spTgt spid="12"/>
                                        </p:tgtEl>
                                        <p:attrNameLst>
                                          <p:attrName>ppt_x</p:attrName>
                                        </p:attrNameLst>
                                      </p:cBhvr>
                                      <p:tavLst>
                                        <p:tav tm="0">
                                          <p:val>
                                            <p:strVal val="#ppt_x"/>
                                          </p:val>
                                        </p:tav>
                                        <p:tav tm="100000">
                                          <p:val>
                                            <p:strVal val="#ppt_x"/>
                                          </p:val>
                                        </p:tav>
                                      </p:tavLst>
                                    </p:anim>
                                    <p:anim calcmode="lin" valueType="num">
                                      <p:cBhvr additive="base">
                                        <p:cTn id="46" dur="600" fill="hold"/>
                                        <p:tgtEl>
                                          <p:spTgt spid="1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00"/>
                                        <p:tgtEl>
                                          <p:spTgt spid="13"/>
                                        </p:tgtEl>
                                      </p:cBhvr>
                                    </p:animEffect>
                                    <p:anim calcmode="lin" valueType="num">
                                      <p:cBhvr additive="base">
                                        <p:cTn id="50" dur="600" fill="hold"/>
                                        <p:tgtEl>
                                          <p:spTgt spid="13"/>
                                        </p:tgtEl>
                                        <p:attrNameLst>
                                          <p:attrName>ppt_x</p:attrName>
                                        </p:attrNameLst>
                                      </p:cBhvr>
                                      <p:tavLst>
                                        <p:tav tm="0">
                                          <p:val>
                                            <p:strVal val="#ppt_x"/>
                                          </p:val>
                                        </p:tav>
                                        <p:tav tm="100000">
                                          <p:val>
                                            <p:strVal val="#ppt_x"/>
                                          </p:val>
                                        </p:tav>
                                      </p:tavLst>
                                    </p:anim>
                                    <p:anim calcmode="lin" valueType="num">
                                      <p:cBhvr additive="base">
                                        <p:cTn id="51" dur="600" fill="hold"/>
                                        <p:tgtEl>
                                          <p:spTgt spid="1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600"/>
                                        <p:tgtEl>
                                          <p:spTgt spid="14"/>
                                        </p:tgtEl>
                                      </p:cBhvr>
                                    </p:animEffect>
                                    <p:anim calcmode="lin" valueType="num">
                                      <p:cBhvr additive="base">
                                        <p:cTn id="55" dur="600" fill="hold"/>
                                        <p:tgtEl>
                                          <p:spTgt spid="14"/>
                                        </p:tgtEl>
                                        <p:attrNameLst>
                                          <p:attrName>ppt_x</p:attrName>
                                        </p:attrNameLst>
                                      </p:cBhvr>
                                      <p:tavLst>
                                        <p:tav tm="0">
                                          <p:val>
                                            <p:strVal val="#ppt_x"/>
                                          </p:val>
                                        </p:tav>
                                        <p:tav tm="100000">
                                          <p:val>
                                            <p:strVal val="#ppt_x"/>
                                          </p:val>
                                        </p:tav>
                                      </p:tavLst>
                                    </p:anim>
                                    <p:anim calcmode="lin" valueType="num">
                                      <p:cBhvr additive="base">
                                        <p:cTn id="56" dur="600" fill="hold"/>
                                        <p:tgtEl>
                                          <p:spTgt spid="14"/>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600"/>
                                        <p:tgtEl>
                                          <p:spTgt spid="15"/>
                                        </p:tgtEl>
                                      </p:cBhvr>
                                    </p:animEffect>
                                    <p:anim calcmode="lin" valueType="num">
                                      <p:cBhvr additive="base">
                                        <p:cTn id="60" dur="600" fill="hold"/>
                                        <p:tgtEl>
                                          <p:spTgt spid="15"/>
                                        </p:tgtEl>
                                        <p:attrNameLst>
                                          <p:attrName>ppt_x</p:attrName>
                                        </p:attrNameLst>
                                      </p:cBhvr>
                                      <p:tavLst>
                                        <p:tav tm="0">
                                          <p:val>
                                            <p:strVal val="#ppt_x"/>
                                          </p:val>
                                        </p:tav>
                                        <p:tav tm="100000">
                                          <p:val>
                                            <p:strVal val="#ppt_x"/>
                                          </p:val>
                                        </p:tav>
                                      </p:tavLst>
                                    </p:anim>
                                    <p:anim calcmode="lin" valueType="num">
                                      <p:cBhvr additive="base">
                                        <p:cTn id="61" dur="600" fill="hold"/>
                                        <p:tgtEl>
                                          <p:spTgt spid="15"/>
                                        </p:tgtEl>
                                        <p:attrNameLst>
                                          <p:attrName>ppt_y</p:attrName>
                                        </p:attrNameLst>
                                      </p:cBhvr>
                                      <p:tavLst>
                                        <p:tav tm="0">
                                          <p:val>
                                            <p:strVal val="#ppt_y+.1"/>
                                          </p:val>
                                        </p:tav>
                                        <p:tav tm="100000">
                                          <p:val>
                                            <p:strVal val="#ppt_y"/>
                                          </p:val>
                                        </p:tav>
                                      </p:tavLst>
                                    </p:anim>
                                  </p:childTnLst>
                                </p:cTn>
                              </p:par>
                            </p:childTnLst>
                          </p:cTn>
                        </p:par>
                        <p:par>
                          <p:cTn id="88" fill="hold">
                            <p:stCondLst>
                              <p:cond delay="1700"/>
                            </p:stCondLst>
                            <p:childTnLst>
                              <p:par>
                                <p:cTn id="63" presetID="42" presetClass="entr" presetSubtype="0" fill="hold" grpId="0" nodeType="after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additive="base">
                                        <p:cTn id="66" dur="600" fill="hold"/>
                                        <p:tgtEl>
                                          <p:spTgt spid="16"/>
                                        </p:tgtEl>
                                        <p:attrNameLst>
                                          <p:attrName>ppt_x</p:attrName>
                                        </p:attrNameLst>
                                      </p:cBhvr>
                                      <p:tavLst>
                                        <p:tav tm="0">
                                          <p:val>
                                            <p:strVal val="#ppt_x"/>
                                          </p:val>
                                        </p:tav>
                                        <p:tav tm="100000">
                                          <p:val>
                                            <p:strVal val="#ppt_x"/>
                                          </p:val>
                                        </p:tav>
                                      </p:tavLst>
                                    </p:anim>
                                    <p:anim calcmode="lin" valueType="num">
                                      <p:cBhvr additive="base">
                                        <p:cTn id="67" dur="60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600"/>
                                        <p:tgtEl>
                                          <p:spTgt spid="17"/>
                                        </p:tgtEl>
                                      </p:cBhvr>
                                    </p:animEffect>
                                    <p:anim calcmode="lin" valueType="num">
                                      <p:cBhvr additive="base">
                                        <p:cTn id="71" dur="600" fill="hold"/>
                                        <p:tgtEl>
                                          <p:spTgt spid="17"/>
                                        </p:tgtEl>
                                        <p:attrNameLst>
                                          <p:attrName>ppt_x</p:attrName>
                                        </p:attrNameLst>
                                      </p:cBhvr>
                                      <p:tavLst>
                                        <p:tav tm="0">
                                          <p:val>
                                            <p:strVal val="#ppt_x"/>
                                          </p:val>
                                        </p:tav>
                                        <p:tav tm="100000">
                                          <p:val>
                                            <p:strVal val="#ppt_x"/>
                                          </p:val>
                                        </p:tav>
                                      </p:tavLst>
                                    </p:anim>
                                    <p:anim calcmode="lin" valueType="num">
                                      <p:cBhvr additive="base">
                                        <p:cTn id="72" dur="60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600"/>
                                        <p:tgtEl>
                                          <p:spTgt spid="18"/>
                                        </p:tgtEl>
                                      </p:cBhvr>
                                    </p:animEffect>
                                    <p:anim calcmode="lin" valueType="num">
                                      <p:cBhvr additive="base">
                                        <p:cTn id="76" dur="600" fill="hold"/>
                                        <p:tgtEl>
                                          <p:spTgt spid="18"/>
                                        </p:tgtEl>
                                        <p:attrNameLst>
                                          <p:attrName>ppt_x</p:attrName>
                                        </p:attrNameLst>
                                      </p:cBhvr>
                                      <p:tavLst>
                                        <p:tav tm="0">
                                          <p:val>
                                            <p:strVal val="#ppt_x"/>
                                          </p:val>
                                        </p:tav>
                                        <p:tav tm="100000">
                                          <p:val>
                                            <p:strVal val="#ppt_x"/>
                                          </p:val>
                                        </p:tav>
                                      </p:tavLst>
                                    </p:anim>
                                    <p:anim calcmode="lin" valueType="num">
                                      <p:cBhvr additive="base">
                                        <p:cTn id="77" dur="600" fill="hold"/>
                                        <p:tgtEl>
                                          <p:spTgt spid="1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600"/>
                                        <p:tgtEl>
                                          <p:spTgt spid="19"/>
                                        </p:tgtEl>
                                      </p:cBhvr>
                                    </p:animEffect>
                                    <p:anim calcmode="lin" valueType="num">
                                      <p:cBhvr additive="base">
                                        <p:cTn id="81" dur="600" fill="hold"/>
                                        <p:tgtEl>
                                          <p:spTgt spid="19"/>
                                        </p:tgtEl>
                                        <p:attrNameLst>
                                          <p:attrName>ppt_x</p:attrName>
                                        </p:attrNameLst>
                                      </p:cBhvr>
                                      <p:tavLst>
                                        <p:tav tm="0">
                                          <p:val>
                                            <p:strVal val="#ppt_x"/>
                                          </p:val>
                                        </p:tav>
                                        <p:tav tm="100000">
                                          <p:val>
                                            <p:strVal val="#ppt_x"/>
                                          </p:val>
                                        </p:tav>
                                      </p:tavLst>
                                    </p:anim>
                                    <p:anim calcmode="lin" valueType="num">
                                      <p:cBhvr additive="base">
                                        <p:cTn id="82" dur="600" fill="hold"/>
                                        <p:tgtEl>
                                          <p:spTgt spid="1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00"/>
                                        <p:tgtEl>
                                          <p:spTgt spid="20"/>
                                        </p:tgtEl>
                                      </p:cBhvr>
                                    </p:animEffect>
                                    <p:anim calcmode="lin" valueType="num">
                                      <p:cBhvr additive="base">
                                        <p:cTn id="86" dur="600" fill="hold"/>
                                        <p:tgtEl>
                                          <p:spTgt spid="20"/>
                                        </p:tgtEl>
                                        <p:attrNameLst>
                                          <p:attrName>ppt_x</p:attrName>
                                        </p:attrNameLst>
                                      </p:cBhvr>
                                      <p:tavLst>
                                        <p:tav tm="0">
                                          <p:val>
                                            <p:strVal val="#ppt_x"/>
                                          </p:val>
                                        </p:tav>
                                        <p:tav tm="100000">
                                          <p:val>
                                            <p:strVal val="#ppt_x"/>
                                          </p:val>
                                        </p:tav>
                                      </p:tavLst>
                                    </p:anim>
                                    <p:anim calcmode="lin" valueType="num">
                                      <p:cBhvr additive="base">
                                        <p:cTn id="87" dur="600" fill="hold"/>
                                        <p:tgtEl>
                                          <p:spTgt spid="20"/>
                                        </p:tgtEl>
                                        <p:attrNameLst>
                                          <p:attrName>ppt_y</p:attrName>
                                        </p:attrNameLst>
                                      </p:cBhvr>
                                      <p:tavLst>
                                        <p:tav tm="0">
                                          <p:val>
                                            <p:strVal val="#ppt_y+.1"/>
                                          </p:val>
                                        </p:tav>
                                        <p:tav tm="100000">
                                          <p:val>
                                            <p:strVal val="#ppt_y"/>
                                          </p:val>
                                        </p:tav>
                                      </p:tavLst>
                                    </p:anim>
                                  </p:childTnLst>
                                </p:cTn>
                              </p:par>
                            </p:childTnLst>
                          </p:cTn>
                        </p:par>
                        <p:par>
                          <p:cTn id="114" fill="hold">
                            <p:stCondLst>
                              <p:cond delay="2300"/>
                            </p:stCondLst>
                            <p:childTnLst>
                              <p:par>
                                <p:cTn id="89" presetID="42" presetClass="entr" presetSubtype="0" fill="hold" grpId="0" nodeType="after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600"/>
                                        <p:tgtEl>
                                          <p:spTgt spid="21"/>
                                        </p:tgtEl>
                                      </p:cBhvr>
                                    </p:animEffect>
                                    <p:anim calcmode="lin" valueType="num">
                                      <p:cBhvr additive="base">
                                        <p:cTn id="92" dur="600" fill="hold"/>
                                        <p:tgtEl>
                                          <p:spTgt spid="21"/>
                                        </p:tgtEl>
                                        <p:attrNameLst>
                                          <p:attrName>ppt_x</p:attrName>
                                        </p:attrNameLst>
                                      </p:cBhvr>
                                      <p:tavLst>
                                        <p:tav tm="0">
                                          <p:val>
                                            <p:strVal val="#ppt_x"/>
                                          </p:val>
                                        </p:tav>
                                        <p:tav tm="100000">
                                          <p:val>
                                            <p:strVal val="#ppt_x"/>
                                          </p:val>
                                        </p:tav>
                                      </p:tavLst>
                                    </p:anim>
                                    <p:anim calcmode="lin" valueType="num">
                                      <p:cBhvr additive="base">
                                        <p:cTn id="93" dur="600" fill="hold"/>
                                        <p:tgtEl>
                                          <p:spTgt spid="21"/>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fade">
                                      <p:cBhvr>
                                        <p:cTn id="96" dur="600"/>
                                        <p:tgtEl>
                                          <p:spTgt spid="22"/>
                                        </p:tgtEl>
                                      </p:cBhvr>
                                    </p:animEffect>
                                    <p:anim calcmode="lin" valueType="num">
                                      <p:cBhvr additive="base">
                                        <p:cTn id="97" dur="600" fill="hold"/>
                                        <p:tgtEl>
                                          <p:spTgt spid="22"/>
                                        </p:tgtEl>
                                        <p:attrNameLst>
                                          <p:attrName>ppt_x</p:attrName>
                                        </p:attrNameLst>
                                      </p:cBhvr>
                                      <p:tavLst>
                                        <p:tav tm="0">
                                          <p:val>
                                            <p:strVal val="#ppt_x"/>
                                          </p:val>
                                        </p:tav>
                                        <p:tav tm="100000">
                                          <p:val>
                                            <p:strVal val="#ppt_x"/>
                                          </p:val>
                                        </p:tav>
                                      </p:tavLst>
                                    </p:anim>
                                    <p:anim calcmode="lin" valueType="num">
                                      <p:cBhvr additive="base">
                                        <p:cTn id="98" dur="600" fill="hold"/>
                                        <p:tgtEl>
                                          <p:spTgt spid="22"/>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fade">
                                      <p:cBhvr>
                                        <p:cTn id="101" dur="600"/>
                                        <p:tgtEl>
                                          <p:spTgt spid="23"/>
                                        </p:tgtEl>
                                      </p:cBhvr>
                                    </p:animEffect>
                                    <p:anim calcmode="lin" valueType="num">
                                      <p:cBhvr additive="base">
                                        <p:cTn id="102" dur="600" fill="hold"/>
                                        <p:tgtEl>
                                          <p:spTgt spid="23"/>
                                        </p:tgtEl>
                                        <p:attrNameLst>
                                          <p:attrName>ppt_x</p:attrName>
                                        </p:attrNameLst>
                                      </p:cBhvr>
                                      <p:tavLst>
                                        <p:tav tm="0">
                                          <p:val>
                                            <p:strVal val="#ppt_x"/>
                                          </p:val>
                                        </p:tav>
                                        <p:tav tm="100000">
                                          <p:val>
                                            <p:strVal val="#ppt_x"/>
                                          </p:val>
                                        </p:tav>
                                      </p:tavLst>
                                    </p:anim>
                                    <p:anim calcmode="lin" valueType="num">
                                      <p:cBhvr additive="base">
                                        <p:cTn id="103" dur="600" fill="hold"/>
                                        <p:tgtEl>
                                          <p:spTgt spid="23"/>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600"/>
                                        <p:tgtEl>
                                          <p:spTgt spid="24"/>
                                        </p:tgtEl>
                                      </p:cBhvr>
                                    </p:animEffect>
                                    <p:anim calcmode="lin" valueType="num">
                                      <p:cBhvr additive="base">
                                        <p:cTn id="107" dur="600" fill="hold"/>
                                        <p:tgtEl>
                                          <p:spTgt spid="24"/>
                                        </p:tgtEl>
                                        <p:attrNameLst>
                                          <p:attrName>ppt_x</p:attrName>
                                        </p:attrNameLst>
                                      </p:cBhvr>
                                      <p:tavLst>
                                        <p:tav tm="0">
                                          <p:val>
                                            <p:strVal val="#ppt_x"/>
                                          </p:val>
                                        </p:tav>
                                        <p:tav tm="100000">
                                          <p:val>
                                            <p:strVal val="#ppt_x"/>
                                          </p:val>
                                        </p:tav>
                                      </p:tavLst>
                                    </p:anim>
                                    <p:anim calcmode="lin" valueType="num">
                                      <p:cBhvr additive="base">
                                        <p:cTn id="108" dur="600" fill="hold"/>
                                        <p:tgtEl>
                                          <p:spTgt spid="24"/>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fade">
                                      <p:cBhvr>
                                        <p:cTn id="111" dur="600"/>
                                        <p:tgtEl>
                                          <p:spTgt spid="25"/>
                                        </p:tgtEl>
                                      </p:cBhvr>
                                    </p:animEffect>
                                    <p:anim calcmode="lin" valueType="num">
                                      <p:cBhvr additive="base">
                                        <p:cTn id="112" dur="600" fill="hold"/>
                                        <p:tgtEl>
                                          <p:spTgt spid="25"/>
                                        </p:tgtEl>
                                        <p:attrNameLst>
                                          <p:attrName>ppt_x</p:attrName>
                                        </p:attrNameLst>
                                      </p:cBhvr>
                                      <p:tavLst>
                                        <p:tav tm="0">
                                          <p:val>
                                            <p:strVal val="#ppt_x"/>
                                          </p:val>
                                        </p:tav>
                                        <p:tav tm="100000">
                                          <p:val>
                                            <p:strVal val="#ppt_x"/>
                                          </p:val>
                                        </p:tav>
                                      </p:tavLst>
                                    </p:anim>
                                    <p:anim calcmode="lin" valueType="num">
                                      <p:cBhvr additive="base">
                                        <p:cTn id="113" dur="600" fill="hold"/>
                                        <p:tgtEl>
                                          <p:spTgt spid="25"/>
                                        </p:tgtEl>
                                        <p:attrNameLst>
                                          <p:attrName>ppt_y</p:attrName>
                                        </p:attrNameLst>
                                      </p:cBhvr>
                                      <p:tavLst>
                                        <p:tav tm="0">
                                          <p:val>
                                            <p:strVal val="#ppt_y+.1"/>
                                          </p:val>
                                        </p:tav>
                                        <p:tav tm="100000">
                                          <p:val>
                                            <p:strVal val="#ppt_y"/>
                                          </p:val>
                                        </p:tav>
                                      </p:tavLst>
                                    </p:anim>
                                  </p:childTnLst>
                                </p:cTn>
                              </p:par>
                            </p:childTnLst>
                          </p:cTn>
                        </p:par>
                        <p:par>
                          <p:cTn id="140" fill="hold">
                            <p:stCondLst>
                              <p:cond delay="2900"/>
                            </p:stCondLst>
                            <p:childTnLst>
                              <p:par>
                                <p:cTn id="115" presetID="42" presetClass="entr" presetSubtype="0" fill="hold" grpId="0" nodeType="after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600"/>
                                        <p:tgtEl>
                                          <p:spTgt spid="26"/>
                                        </p:tgtEl>
                                      </p:cBhvr>
                                    </p:animEffect>
                                    <p:anim calcmode="lin" valueType="num">
                                      <p:cBhvr additive="base">
                                        <p:cTn id="118" dur="600" fill="hold"/>
                                        <p:tgtEl>
                                          <p:spTgt spid="26"/>
                                        </p:tgtEl>
                                        <p:attrNameLst>
                                          <p:attrName>ppt_x</p:attrName>
                                        </p:attrNameLst>
                                      </p:cBhvr>
                                      <p:tavLst>
                                        <p:tav tm="0">
                                          <p:val>
                                            <p:strVal val="#ppt_x"/>
                                          </p:val>
                                        </p:tav>
                                        <p:tav tm="100000">
                                          <p:val>
                                            <p:strVal val="#ppt_x"/>
                                          </p:val>
                                        </p:tav>
                                      </p:tavLst>
                                    </p:anim>
                                    <p:anim calcmode="lin" valueType="num">
                                      <p:cBhvr additive="base">
                                        <p:cTn id="119" dur="600" fill="hold"/>
                                        <p:tgtEl>
                                          <p:spTgt spid="26"/>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600"/>
                                        <p:tgtEl>
                                          <p:spTgt spid="27"/>
                                        </p:tgtEl>
                                      </p:cBhvr>
                                    </p:animEffect>
                                    <p:anim calcmode="lin" valueType="num">
                                      <p:cBhvr additive="base">
                                        <p:cTn id="123" dur="600" fill="hold"/>
                                        <p:tgtEl>
                                          <p:spTgt spid="27"/>
                                        </p:tgtEl>
                                        <p:attrNameLst>
                                          <p:attrName>ppt_x</p:attrName>
                                        </p:attrNameLst>
                                      </p:cBhvr>
                                      <p:tavLst>
                                        <p:tav tm="0">
                                          <p:val>
                                            <p:strVal val="#ppt_x"/>
                                          </p:val>
                                        </p:tav>
                                        <p:tav tm="100000">
                                          <p:val>
                                            <p:strVal val="#ppt_x"/>
                                          </p:val>
                                        </p:tav>
                                      </p:tavLst>
                                    </p:anim>
                                    <p:anim calcmode="lin" valueType="num">
                                      <p:cBhvr additive="base">
                                        <p:cTn id="124" dur="600" fill="hold"/>
                                        <p:tgtEl>
                                          <p:spTgt spid="27"/>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600"/>
                                        <p:tgtEl>
                                          <p:spTgt spid="28"/>
                                        </p:tgtEl>
                                      </p:cBhvr>
                                    </p:animEffect>
                                    <p:anim calcmode="lin" valueType="num">
                                      <p:cBhvr additive="base">
                                        <p:cTn id="128" dur="600" fill="hold"/>
                                        <p:tgtEl>
                                          <p:spTgt spid="28"/>
                                        </p:tgtEl>
                                        <p:attrNameLst>
                                          <p:attrName>ppt_x</p:attrName>
                                        </p:attrNameLst>
                                      </p:cBhvr>
                                      <p:tavLst>
                                        <p:tav tm="0">
                                          <p:val>
                                            <p:strVal val="#ppt_x"/>
                                          </p:val>
                                        </p:tav>
                                        <p:tav tm="100000">
                                          <p:val>
                                            <p:strVal val="#ppt_x"/>
                                          </p:val>
                                        </p:tav>
                                      </p:tavLst>
                                    </p:anim>
                                    <p:anim calcmode="lin" valueType="num">
                                      <p:cBhvr additive="base">
                                        <p:cTn id="129" dur="600" fill="hold"/>
                                        <p:tgtEl>
                                          <p:spTgt spid="28"/>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600"/>
                                        <p:tgtEl>
                                          <p:spTgt spid="29"/>
                                        </p:tgtEl>
                                      </p:cBhvr>
                                    </p:animEffect>
                                    <p:anim calcmode="lin" valueType="num">
                                      <p:cBhvr additive="base">
                                        <p:cTn id="133" dur="600" fill="hold"/>
                                        <p:tgtEl>
                                          <p:spTgt spid="29"/>
                                        </p:tgtEl>
                                        <p:attrNameLst>
                                          <p:attrName>ppt_x</p:attrName>
                                        </p:attrNameLst>
                                      </p:cBhvr>
                                      <p:tavLst>
                                        <p:tav tm="0">
                                          <p:val>
                                            <p:strVal val="#ppt_x"/>
                                          </p:val>
                                        </p:tav>
                                        <p:tav tm="100000">
                                          <p:val>
                                            <p:strVal val="#ppt_x"/>
                                          </p:val>
                                        </p:tav>
                                      </p:tavLst>
                                    </p:anim>
                                    <p:anim calcmode="lin" valueType="num">
                                      <p:cBhvr additive="base">
                                        <p:cTn id="134" dur="600" fill="hold"/>
                                        <p:tgtEl>
                                          <p:spTgt spid="29"/>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600"/>
                                        <p:tgtEl>
                                          <p:spTgt spid="30"/>
                                        </p:tgtEl>
                                      </p:cBhvr>
                                    </p:animEffect>
                                    <p:anim calcmode="lin" valueType="num">
                                      <p:cBhvr additive="base">
                                        <p:cTn id="138" dur="600" fill="hold"/>
                                        <p:tgtEl>
                                          <p:spTgt spid="30"/>
                                        </p:tgtEl>
                                        <p:attrNameLst>
                                          <p:attrName>ppt_x</p:attrName>
                                        </p:attrNameLst>
                                      </p:cBhvr>
                                      <p:tavLst>
                                        <p:tav tm="0">
                                          <p:val>
                                            <p:strVal val="#ppt_x"/>
                                          </p:val>
                                        </p:tav>
                                        <p:tav tm="100000">
                                          <p:val>
                                            <p:strVal val="#ppt_x"/>
                                          </p:val>
                                        </p:tav>
                                      </p:tavLst>
                                    </p:anim>
                                    <p:anim calcmode="lin" valueType="num">
                                      <p:cBhvr additive="base">
                                        <p:cTn id="139" dur="600" fill="hold"/>
                                        <p:tgtEl>
                                          <p:spTgt spid="30"/>
                                        </p:tgtEl>
                                        <p:attrNameLst>
                                          <p:attrName>ppt_y</p:attrName>
                                        </p:attrNameLst>
                                      </p:cBhvr>
                                      <p:tavLst>
                                        <p:tav tm="0">
                                          <p:val>
                                            <p:strVal val="#ppt_y+.1"/>
                                          </p:val>
                                        </p:tav>
                                        <p:tav tm="100000">
                                          <p:val>
                                            <p:strVal val="#ppt_y"/>
                                          </p:val>
                                        </p:tav>
                                      </p:tavLst>
                                    </p:anim>
                                  </p:childTnLst>
                                </p:cTn>
                              </p:par>
                            </p:childTnLst>
                          </p:cTn>
                        </p:par>
                        <p:par>
                          <p:cTn id="166" fill="hold">
                            <p:stCondLst>
                              <p:cond delay="3500"/>
                            </p:stCondLst>
                            <p:childTnLst>
                              <p:par>
                                <p:cTn id="141" presetID="42" presetClass="entr" presetSubtype="0" fill="hold" grpId="0" nodeType="afterEffect">
                                  <p:stCondLst>
                                    <p:cond delay="0"/>
                                  </p:stCondLst>
                                  <p:childTnLst>
                                    <p:set>
                                      <p:cBhvr>
                                        <p:cTn id="142" dur="1" fill="hold">
                                          <p:stCondLst>
                                            <p:cond delay="0"/>
                                          </p:stCondLst>
                                        </p:cTn>
                                        <p:tgtEl>
                                          <p:spTgt spid="31"/>
                                        </p:tgtEl>
                                        <p:attrNameLst>
                                          <p:attrName>style.visibility</p:attrName>
                                        </p:attrNameLst>
                                      </p:cBhvr>
                                      <p:to>
                                        <p:strVal val="visible"/>
                                      </p:to>
                                    </p:set>
                                    <p:animEffect transition="in" filter="fade">
                                      <p:cBhvr>
                                        <p:cTn id="143" dur="600"/>
                                        <p:tgtEl>
                                          <p:spTgt spid="31"/>
                                        </p:tgtEl>
                                      </p:cBhvr>
                                    </p:animEffect>
                                    <p:anim calcmode="lin" valueType="num">
                                      <p:cBhvr additive="base">
                                        <p:cTn id="144" dur="600" fill="hold"/>
                                        <p:tgtEl>
                                          <p:spTgt spid="31"/>
                                        </p:tgtEl>
                                        <p:attrNameLst>
                                          <p:attrName>ppt_x</p:attrName>
                                        </p:attrNameLst>
                                      </p:cBhvr>
                                      <p:tavLst>
                                        <p:tav tm="0">
                                          <p:val>
                                            <p:strVal val="#ppt_x"/>
                                          </p:val>
                                        </p:tav>
                                        <p:tav tm="100000">
                                          <p:val>
                                            <p:strVal val="#ppt_x"/>
                                          </p:val>
                                        </p:tav>
                                      </p:tavLst>
                                    </p:anim>
                                    <p:anim calcmode="lin" valueType="num">
                                      <p:cBhvr additive="base">
                                        <p:cTn id="145" dur="600" fill="hold"/>
                                        <p:tgtEl>
                                          <p:spTgt spid="31"/>
                                        </p:tgtEl>
                                        <p:attrNameLst>
                                          <p:attrName>ppt_y</p:attrName>
                                        </p:attrNameLst>
                                      </p:cBhvr>
                                      <p:tavLst>
                                        <p:tav tm="0">
                                          <p:val>
                                            <p:strVal val="#ppt_y+.1"/>
                                          </p:val>
                                        </p:tav>
                                        <p:tav tm="100000">
                                          <p:val>
                                            <p:strVal val="#ppt_y"/>
                                          </p:val>
                                        </p:tav>
                                      </p:tavLst>
                                    </p:anim>
                                  </p:childTnLst>
                                </p:cTn>
                              </p:par>
                              <p:par>
                                <p:cTn id="146" presetID="42" presetClass="entr" presetSubtype="0" fill="hold" grpId="0" nodeType="withEffect">
                                  <p:stCondLst>
                                    <p:cond delay="0"/>
                                  </p:stCondLst>
                                  <p:childTnLst>
                                    <p:set>
                                      <p:cBhvr>
                                        <p:cTn id="147" dur="1" fill="hold">
                                          <p:stCondLst>
                                            <p:cond delay="0"/>
                                          </p:stCondLst>
                                        </p:cTn>
                                        <p:tgtEl>
                                          <p:spTgt spid="32"/>
                                        </p:tgtEl>
                                        <p:attrNameLst>
                                          <p:attrName>style.visibility</p:attrName>
                                        </p:attrNameLst>
                                      </p:cBhvr>
                                      <p:to>
                                        <p:strVal val="visible"/>
                                      </p:to>
                                    </p:set>
                                    <p:animEffect transition="in" filter="fade">
                                      <p:cBhvr>
                                        <p:cTn id="148" dur="600"/>
                                        <p:tgtEl>
                                          <p:spTgt spid="32"/>
                                        </p:tgtEl>
                                      </p:cBhvr>
                                    </p:animEffect>
                                    <p:anim calcmode="lin" valueType="num">
                                      <p:cBhvr additive="base">
                                        <p:cTn id="149" dur="600" fill="hold"/>
                                        <p:tgtEl>
                                          <p:spTgt spid="32"/>
                                        </p:tgtEl>
                                        <p:attrNameLst>
                                          <p:attrName>ppt_x</p:attrName>
                                        </p:attrNameLst>
                                      </p:cBhvr>
                                      <p:tavLst>
                                        <p:tav tm="0">
                                          <p:val>
                                            <p:strVal val="#ppt_x"/>
                                          </p:val>
                                        </p:tav>
                                        <p:tav tm="100000">
                                          <p:val>
                                            <p:strVal val="#ppt_x"/>
                                          </p:val>
                                        </p:tav>
                                      </p:tavLst>
                                    </p:anim>
                                    <p:anim calcmode="lin" valueType="num">
                                      <p:cBhvr additive="base">
                                        <p:cTn id="150" dur="600" fill="hold"/>
                                        <p:tgtEl>
                                          <p:spTgt spid="32"/>
                                        </p:tgtEl>
                                        <p:attrNameLst>
                                          <p:attrName>ppt_y</p:attrName>
                                        </p:attrNameLst>
                                      </p:cBhvr>
                                      <p:tavLst>
                                        <p:tav tm="0">
                                          <p:val>
                                            <p:strVal val="#ppt_y+.1"/>
                                          </p:val>
                                        </p:tav>
                                        <p:tav tm="100000">
                                          <p:val>
                                            <p:strVal val="#ppt_y"/>
                                          </p:val>
                                        </p:tav>
                                      </p:tavLst>
                                    </p:anim>
                                  </p:childTnLst>
                                </p:cTn>
                              </p:par>
                              <p:par>
                                <p:cTn id="151" presetID="42" presetClass="entr" presetSubtype="0" fill="hold" grpId="0" nodeType="withEffect">
                                  <p:stCondLst>
                                    <p:cond delay="0"/>
                                  </p:stCondLst>
                                  <p:childTnLst>
                                    <p:set>
                                      <p:cBhvr>
                                        <p:cTn id="152" dur="1" fill="hold">
                                          <p:stCondLst>
                                            <p:cond delay="0"/>
                                          </p:stCondLst>
                                        </p:cTn>
                                        <p:tgtEl>
                                          <p:spTgt spid="33"/>
                                        </p:tgtEl>
                                        <p:attrNameLst>
                                          <p:attrName>style.visibility</p:attrName>
                                        </p:attrNameLst>
                                      </p:cBhvr>
                                      <p:to>
                                        <p:strVal val="visible"/>
                                      </p:to>
                                    </p:set>
                                    <p:animEffect transition="in" filter="fade">
                                      <p:cBhvr>
                                        <p:cTn id="153" dur="600"/>
                                        <p:tgtEl>
                                          <p:spTgt spid="33"/>
                                        </p:tgtEl>
                                      </p:cBhvr>
                                    </p:animEffect>
                                    <p:anim calcmode="lin" valueType="num">
                                      <p:cBhvr additive="base">
                                        <p:cTn id="154" dur="600" fill="hold"/>
                                        <p:tgtEl>
                                          <p:spTgt spid="33"/>
                                        </p:tgtEl>
                                        <p:attrNameLst>
                                          <p:attrName>ppt_x</p:attrName>
                                        </p:attrNameLst>
                                      </p:cBhvr>
                                      <p:tavLst>
                                        <p:tav tm="0">
                                          <p:val>
                                            <p:strVal val="#ppt_x"/>
                                          </p:val>
                                        </p:tav>
                                        <p:tav tm="100000">
                                          <p:val>
                                            <p:strVal val="#ppt_x"/>
                                          </p:val>
                                        </p:tav>
                                      </p:tavLst>
                                    </p:anim>
                                    <p:anim calcmode="lin" valueType="num">
                                      <p:cBhvr additive="base">
                                        <p:cTn id="155" dur="600" fill="hold"/>
                                        <p:tgtEl>
                                          <p:spTgt spid="33"/>
                                        </p:tgtEl>
                                        <p:attrNameLst>
                                          <p:attrName>ppt_y</p:attrName>
                                        </p:attrNameLst>
                                      </p:cBhvr>
                                      <p:tavLst>
                                        <p:tav tm="0">
                                          <p:val>
                                            <p:strVal val="#ppt_y+.1"/>
                                          </p:val>
                                        </p:tav>
                                        <p:tav tm="100000">
                                          <p:val>
                                            <p:strVal val="#ppt_y"/>
                                          </p:val>
                                        </p:tav>
                                      </p:tavLst>
                                    </p:anim>
                                  </p:childTnLst>
                                </p:cTn>
                              </p:par>
                              <p:par>
                                <p:cTn id="156" presetID="42" presetClass="entr" presetSubtype="0" fill="hold" grpId="0" nodeType="withEffect">
                                  <p:stCondLst>
                                    <p:cond delay="0"/>
                                  </p:stCondLst>
                                  <p:childTnLst>
                                    <p:set>
                                      <p:cBhvr>
                                        <p:cTn id="157" dur="1" fill="hold">
                                          <p:stCondLst>
                                            <p:cond delay="0"/>
                                          </p:stCondLst>
                                        </p:cTn>
                                        <p:tgtEl>
                                          <p:spTgt spid="34"/>
                                        </p:tgtEl>
                                        <p:attrNameLst>
                                          <p:attrName>style.visibility</p:attrName>
                                        </p:attrNameLst>
                                      </p:cBhvr>
                                      <p:to>
                                        <p:strVal val="visible"/>
                                      </p:to>
                                    </p:set>
                                    <p:animEffect transition="in" filter="fade">
                                      <p:cBhvr>
                                        <p:cTn id="158" dur="600"/>
                                        <p:tgtEl>
                                          <p:spTgt spid="34"/>
                                        </p:tgtEl>
                                      </p:cBhvr>
                                    </p:animEffect>
                                    <p:anim calcmode="lin" valueType="num">
                                      <p:cBhvr additive="base">
                                        <p:cTn id="159" dur="600" fill="hold"/>
                                        <p:tgtEl>
                                          <p:spTgt spid="34"/>
                                        </p:tgtEl>
                                        <p:attrNameLst>
                                          <p:attrName>ppt_x</p:attrName>
                                        </p:attrNameLst>
                                      </p:cBhvr>
                                      <p:tavLst>
                                        <p:tav tm="0">
                                          <p:val>
                                            <p:strVal val="#ppt_x"/>
                                          </p:val>
                                        </p:tav>
                                        <p:tav tm="100000">
                                          <p:val>
                                            <p:strVal val="#ppt_x"/>
                                          </p:val>
                                        </p:tav>
                                      </p:tavLst>
                                    </p:anim>
                                    <p:anim calcmode="lin" valueType="num">
                                      <p:cBhvr additive="base">
                                        <p:cTn id="160" dur="600" fill="hold"/>
                                        <p:tgtEl>
                                          <p:spTgt spid="34"/>
                                        </p:tgtEl>
                                        <p:attrNameLst>
                                          <p:attrName>ppt_y</p:attrName>
                                        </p:attrNameLst>
                                      </p:cBhvr>
                                      <p:tavLst>
                                        <p:tav tm="0">
                                          <p:val>
                                            <p:strVal val="#ppt_y+.1"/>
                                          </p:val>
                                        </p:tav>
                                        <p:tav tm="100000">
                                          <p:val>
                                            <p:strVal val="#ppt_y"/>
                                          </p:val>
                                        </p:tav>
                                      </p:tavLst>
                                    </p:anim>
                                  </p:childTnLst>
                                </p:cTn>
                              </p:par>
                              <p:par>
                                <p:cTn id="161" presetID="42" presetClass="entr" presetSubtype="0" fill="hold" grpId="0" nodeType="withEffect">
                                  <p:stCondLst>
                                    <p:cond delay="0"/>
                                  </p:stCondLst>
                                  <p:childTnLst>
                                    <p:set>
                                      <p:cBhvr>
                                        <p:cTn id="162" dur="1" fill="hold">
                                          <p:stCondLst>
                                            <p:cond delay="0"/>
                                          </p:stCondLst>
                                        </p:cTn>
                                        <p:tgtEl>
                                          <p:spTgt spid="35"/>
                                        </p:tgtEl>
                                        <p:attrNameLst>
                                          <p:attrName>style.visibility</p:attrName>
                                        </p:attrNameLst>
                                      </p:cBhvr>
                                      <p:to>
                                        <p:strVal val="visible"/>
                                      </p:to>
                                    </p:set>
                                    <p:animEffect transition="in" filter="fade">
                                      <p:cBhvr>
                                        <p:cTn id="163" dur="600"/>
                                        <p:tgtEl>
                                          <p:spTgt spid="35"/>
                                        </p:tgtEl>
                                      </p:cBhvr>
                                    </p:animEffect>
                                    <p:anim calcmode="lin" valueType="num">
                                      <p:cBhvr additive="base">
                                        <p:cTn id="164" dur="600" fill="hold"/>
                                        <p:tgtEl>
                                          <p:spTgt spid="35"/>
                                        </p:tgtEl>
                                        <p:attrNameLst>
                                          <p:attrName>ppt_x</p:attrName>
                                        </p:attrNameLst>
                                      </p:cBhvr>
                                      <p:tavLst>
                                        <p:tav tm="0">
                                          <p:val>
                                            <p:strVal val="#ppt_x"/>
                                          </p:val>
                                        </p:tav>
                                        <p:tav tm="100000">
                                          <p:val>
                                            <p:strVal val="#ppt_x"/>
                                          </p:val>
                                        </p:tav>
                                      </p:tavLst>
                                    </p:anim>
                                    <p:anim calcmode="lin" valueType="num">
                                      <p:cBhvr additive="base">
                                        <p:cTn id="165" dur="600" fill="hold"/>
                                        <p:tgtEl>
                                          <p:spTgt spid="35"/>
                                        </p:tgtEl>
                                        <p:attrNameLst>
                                          <p:attrName>ppt_y</p:attrName>
                                        </p:attrNameLst>
                                      </p:cBhvr>
                                      <p:tavLst>
                                        <p:tav tm="0">
                                          <p:val>
                                            <p:strVal val="#ppt_y+.1"/>
                                          </p:val>
                                        </p:tav>
                                        <p:tav tm="100000">
                                          <p:val>
                                            <p:strVal val="#ppt_y"/>
                                          </p:val>
                                        </p:tav>
                                      </p:tavLst>
                                    </p:anim>
                                  </p:childTnLst>
                                </p:cTn>
                              </p:par>
                            </p:childTnLst>
                          </p:cTn>
                        </p:par>
                        <p:par>
                          <p:cTn id="172" fill="hold">
                            <p:stCondLst>
                              <p:cond delay="4100"/>
                            </p:stCondLst>
                            <p:childTnLst>
                              <p:par>
                                <p:cTn id="167" presetID="53" presetClass="entr" presetSubtype="16" fill="hold" grpId="0" nodeType="afterEffect">
                                  <p:stCondLst>
                                    <p:cond delay="0"/>
                                  </p:stCondLst>
                                  <p:childTnLst>
                                    <p:set>
                                      <p:cBhvr>
                                        <p:cTn id="168" dur="1" fill="hold">
                                          <p:stCondLst>
                                            <p:cond delay="0"/>
                                          </p:stCondLst>
                                        </p:cTn>
                                        <p:tgtEl>
                                          <p:spTgt spid="36"/>
                                        </p:tgtEl>
                                        <p:attrNameLst>
                                          <p:attrName>style.visibility</p:attrName>
                                        </p:attrNameLst>
                                      </p:cBhvr>
                                      <p:to>
                                        <p:strVal val="visible"/>
                                      </p:to>
                                    </p:set>
                                    <p:anim calcmode="lin" valueType="num">
                                      <p:cBhvr>
                                        <p:cTn id="169" dur="450" fill="hold"/>
                                        <p:tgtEl>
                                          <p:spTgt spid="36"/>
                                        </p:tgtEl>
                                        <p:attrNameLst>
                                          <p:attrName>ppt_w</p:attrName>
                                        </p:attrNameLst>
                                      </p:cBhvr>
                                      <p:tavLst>
                                        <p:tav tm="0">
                                          <p:val>
                                            <p:fltVal val="0"/>
                                          </p:val>
                                        </p:tav>
                                        <p:tav tm="100000">
                                          <p:val>
                                            <p:strVal val="#ppt_w"/>
                                          </p:val>
                                        </p:tav>
                                      </p:tavLst>
                                    </p:anim>
                                    <p:anim calcmode="lin" valueType="num">
                                      <p:cBhvr>
                                        <p:cTn id="170" dur="450" fill="hold"/>
                                        <p:tgtEl>
                                          <p:spTgt spid="36"/>
                                        </p:tgtEl>
                                        <p:attrNameLst>
                                          <p:attrName>ppt_h</p:attrName>
                                        </p:attrNameLst>
                                      </p:cBhvr>
                                      <p:tavLst>
                                        <p:tav tm="0">
                                          <p:val>
                                            <p:fltVal val="0"/>
                                          </p:val>
                                        </p:tav>
                                        <p:tav tm="100000">
                                          <p:val>
                                            <p:strVal val="#ppt_h"/>
                                          </p:val>
                                        </p:tav>
                                      </p:tavLst>
                                    </p:anim>
                                    <p:animEffect transition="in" filter="fade">
                                      <p:cBhvr>
                                        <p:cTn id="171" dur="450"/>
                                        <p:tgtEl>
                                          <p:spTgt spid="36"/>
                                        </p:tgtEl>
                                      </p:cBhvr>
                                    </p:animEffect>
                                  </p:childTnLst>
                                </p:cTn>
                              </p:par>
                            </p:childTnLst>
                          </p:cTn>
                        </p:par>
                        <p:par>
                          <p:cTn id="179" fill="hold">
                            <p:stCondLst>
                              <p:cond delay="4550"/>
                            </p:stCondLst>
                            <p:childTnLst>
                              <p:par>
                                <p:cTn id="173" presetID="10" presetClass="entr" presetSubtype="0" fill="hold" grpId="0" nodeType="afterEffect">
                                  <p:stCondLst>
                                    <p:cond delay="0"/>
                                  </p:stCondLst>
                                  <p:childTnLst>
                                    <p:set>
                                      <p:cBhvr>
                                        <p:cTn id="174" dur="1" fill="hold">
                                          <p:stCondLst>
                                            <p:cond delay="0"/>
                                          </p:stCondLst>
                                        </p:cTn>
                                        <p:tgtEl>
                                          <p:spTgt spid="37"/>
                                        </p:tgtEl>
                                        <p:attrNameLst>
                                          <p:attrName>style.visibility</p:attrName>
                                        </p:attrNameLst>
                                      </p:cBhvr>
                                      <p:to>
                                        <p:strVal val="visible"/>
                                      </p:to>
                                    </p:set>
                                    <p:animEffect transition="in" filter="fade">
                                      <p:cBhvr>
                                        <p:cTn id="175" dur="500"/>
                                        <p:tgtEl>
                                          <p:spTgt spid="37"/>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38"/>
                                        </p:tgtEl>
                                        <p:attrNameLst>
                                          <p:attrName>style.visibility</p:attrName>
                                        </p:attrNameLst>
                                      </p:cBhvr>
                                      <p:to>
                                        <p:strVal val="visible"/>
                                      </p:to>
                                    </p:set>
                                    <p:animEffect transition="in" filter="fade">
                                      <p:cBhvr>
                                        <p:cTn id="178" dur="500"/>
                                        <p:tgtEl>
                                          <p:spTgt spid="38"/>
                                        </p:tgtEl>
                                      </p:cBhvr>
                                    </p:animEffect>
                                  </p:childTnLst>
                                </p:cTn>
                              </p:par>
                            </p:childTnLst>
                          </p:cTn>
                        </p:par>
                        <p:par>
                          <p:cTn id="186" fill="hold">
                            <p:stCondLst>
                              <p:cond delay="5050"/>
                            </p:stCondLst>
                            <p:childTnLst>
                              <p:par>
                                <p:cTn id="180" presetID="10" presetClass="entr" presetSubtype="0" fill="hold" grpId="0" nodeType="afterEffect">
                                  <p:stCondLst>
                                    <p:cond delay="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500"/>
                                        <p:tgtEl>
                                          <p:spTgt spid="39"/>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40"/>
                                        </p:tgtEl>
                                        <p:attrNameLst>
                                          <p:attrName>style.visibility</p:attrName>
                                        </p:attrNameLst>
                                      </p:cBhvr>
                                      <p:to>
                                        <p:strVal val="visible"/>
                                      </p:to>
                                    </p:set>
                                    <p:animEffect transition="in" filter="fade">
                                      <p:cBhvr>
                                        <p:cTn id="185" dur="500"/>
                                        <p:tgtEl>
                                          <p:spTgt spid="40"/>
                                        </p:tgtEl>
                                      </p:cBhvr>
                                    </p:animEffect>
                                  </p:childTnLst>
                                </p:cTn>
                              </p:par>
                            </p:childTnLst>
                          </p:cTn>
                        </p:par>
                        <p:par>
                          <p:cTn id="193" fill="hold">
                            <p:stCondLst>
                              <p:cond delay="5550"/>
                            </p:stCondLst>
                            <p:childTnLst>
                              <p:par>
                                <p:cTn id="187" presetID="10" presetClass="entr" presetSubtype="0" fill="hold" grpId="0" nodeType="afterEffect">
                                  <p:stCondLst>
                                    <p:cond delay="0"/>
                                  </p:stCondLst>
                                  <p:childTnLst>
                                    <p:set>
                                      <p:cBhvr>
                                        <p:cTn id="188" dur="1" fill="hold">
                                          <p:stCondLst>
                                            <p:cond delay="0"/>
                                          </p:stCondLst>
                                        </p:cTn>
                                        <p:tgtEl>
                                          <p:spTgt spid="41"/>
                                        </p:tgtEl>
                                        <p:attrNameLst>
                                          <p:attrName>style.visibility</p:attrName>
                                        </p:attrNameLst>
                                      </p:cBhvr>
                                      <p:to>
                                        <p:strVal val="visible"/>
                                      </p:to>
                                    </p:set>
                                    <p:animEffect transition="in" filter="fade">
                                      <p:cBhvr>
                                        <p:cTn id="189" dur="500"/>
                                        <p:tgtEl>
                                          <p:spTgt spid="41"/>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42"/>
                                        </p:tgtEl>
                                        <p:attrNameLst>
                                          <p:attrName>style.visibility</p:attrName>
                                        </p:attrNameLst>
                                      </p:cBhvr>
                                      <p:to>
                                        <p:strVal val="visible"/>
                                      </p:to>
                                    </p:set>
                                    <p:animEffect transition="in" filter="fade">
                                      <p:cBhvr>
                                        <p:cTn id="192" dur="500"/>
                                        <p:tgtEl>
                                          <p:spTgt spid="42"/>
                                        </p:tgtEl>
                                      </p:cBhvr>
                                    </p:animEffect>
                                  </p:childTnLst>
                                </p:cTn>
                              </p:par>
                            </p:childTnLst>
                          </p:cTn>
                        </p:par>
                        <p:par>
                          <p:cTn id="200" fill="hold">
                            <p:stCondLst>
                              <p:cond delay="6050"/>
                            </p:stCondLst>
                            <p:childTnLst>
                              <p:par>
                                <p:cTn id="194" presetID="10" presetClass="entr" presetSubtype="0" fill="hold" grpId="0" nodeType="afterEffect">
                                  <p:stCondLst>
                                    <p:cond delay="0"/>
                                  </p:stCondLst>
                                  <p:childTnLst>
                                    <p:set>
                                      <p:cBhvr>
                                        <p:cTn id="195" dur="1" fill="hold">
                                          <p:stCondLst>
                                            <p:cond delay="0"/>
                                          </p:stCondLst>
                                        </p:cTn>
                                        <p:tgtEl>
                                          <p:spTgt spid="43"/>
                                        </p:tgtEl>
                                        <p:attrNameLst>
                                          <p:attrName>style.visibility</p:attrName>
                                        </p:attrNameLst>
                                      </p:cBhvr>
                                      <p:to>
                                        <p:strVal val="visible"/>
                                      </p:to>
                                    </p:set>
                                    <p:animEffect transition="in" filter="fade">
                                      <p:cBhvr>
                                        <p:cTn id="196" dur="500"/>
                                        <p:tgtEl>
                                          <p:spTgt spid="43"/>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44"/>
                                        </p:tgtEl>
                                        <p:attrNameLst>
                                          <p:attrName>style.visibility</p:attrName>
                                        </p:attrNameLst>
                                      </p:cBhvr>
                                      <p:to>
                                        <p:strVal val="visible"/>
                                      </p:to>
                                    </p:set>
                                    <p:animEffect transition="in" filter="fade">
                                      <p:cBhvr>
                                        <p:cTn id="199" dur="500"/>
                                        <p:tgtEl>
                                          <p:spTgt spid="44"/>
                                        </p:tgtEl>
                                      </p:cBhvr>
                                    </p:animEffect>
                                  </p:childTnLst>
                                </p:cTn>
                              </p:par>
                            </p:childTnLst>
                          </p:cTn>
                        </p:par>
                        <p:par>
                          <p:cTn id="207" fill="hold">
                            <p:stCondLst>
                              <p:cond delay="6550"/>
                            </p:stCondLst>
                            <p:childTnLst>
                              <p:par>
                                <p:cTn id="201" presetID="10" presetClass="entr" presetSubtype="0" fill="hold" grpId="0" nodeType="afterEffect">
                                  <p:stCondLst>
                                    <p:cond delay="0"/>
                                  </p:stCondLst>
                                  <p:childTnLst>
                                    <p:set>
                                      <p:cBhvr>
                                        <p:cTn id="202" dur="1" fill="hold">
                                          <p:stCondLst>
                                            <p:cond delay="0"/>
                                          </p:stCondLst>
                                        </p:cTn>
                                        <p:tgtEl>
                                          <p:spTgt spid="45"/>
                                        </p:tgtEl>
                                        <p:attrNameLst>
                                          <p:attrName>style.visibility</p:attrName>
                                        </p:attrNameLst>
                                      </p:cBhvr>
                                      <p:to>
                                        <p:strVal val="visible"/>
                                      </p:to>
                                    </p:set>
                                    <p:animEffect transition="in" filter="fade">
                                      <p:cBhvr>
                                        <p:cTn id="203" dur="500"/>
                                        <p:tgtEl>
                                          <p:spTgt spid="45"/>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46"/>
                                        </p:tgtEl>
                                        <p:attrNameLst>
                                          <p:attrName>style.visibility</p:attrName>
                                        </p:attrNameLst>
                                      </p:cBhvr>
                                      <p:to>
                                        <p:strVal val="visible"/>
                                      </p:to>
                                    </p:set>
                                    <p:animEffect transition="in" filter="fade">
                                      <p:cBhvr>
                                        <p:cTn id="206" dur="500"/>
                                        <p:tgtEl>
                                          <p:spTgt spid="46"/>
                                        </p:tgtEl>
                                      </p:cBhvr>
                                    </p:animEffect>
                                  </p:childTnLst>
                                </p:cTn>
                              </p:par>
                            </p:childTnLst>
                          </p:cTn>
                        </p:par>
                        <p:par>
                          <p:cTn id="214" fill="hold">
                            <p:stCondLst>
                              <p:cond delay="7050"/>
                            </p:stCondLst>
                            <p:childTnLst>
                              <p:par>
                                <p:cTn id="208" presetID="10" presetClass="entr" presetSubtype="0" fill="hold" grpId="0" nodeType="afterEffect">
                                  <p:stCondLst>
                                    <p:cond delay="0"/>
                                  </p:stCondLst>
                                  <p:childTnLst>
                                    <p:set>
                                      <p:cBhvr>
                                        <p:cTn id="209" dur="1" fill="hold">
                                          <p:stCondLst>
                                            <p:cond delay="0"/>
                                          </p:stCondLst>
                                        </p:cTn>
                                        <p:tgtEl>
                                          <p:spTgt spid="47"/>
                                        </p:tgtEl>
                                        <p:attrNameLst>
                                          <p:attrName>style.visibility</p:attrName>
                                        </p:attrNameLst>
                                      </p:cBhvr>
                                      <p:to>
                                        <p:strVal val="visible"/>
                                      </p:to>
                                    </p:set>
                                    <p:animEffect transition="in" filter="fade">
                                      <p:cBhvr>
                                        <p:cTn id="210" dur="500"/>
                                        <p:tgtEl>
                                          <p:spTgt spid="47"/>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48"/>
                                        </p:tgtEl>
                                        <p:attrNameLst>
                                          <p:attrName>style.visibility</p:attrName>
                                        </p:attrNameLst>
                                      </p:cBhvr>
                                      <p:to>
                                        <p:strVal val="visible"/>
                                      </p:to>
                                    </p:set>
                                    <p:animEffect transition="in" filter="fade">
                                      <p:cBhvr>
                                        <p:cTn id="21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P spid="31" grpId="0" animBg="1"/>
      <p:bldP spid="32" grpId="0" animBg="1"/>
      <p:bldP spid="34" grpId="0" animBg="1"/>
      <p:bldP spid="35" grpId="0" animBg="1"/>
      <p:bldP spid="36" grpId="0" animBg="1"/>
      <p:bldP spid="38" grpId="0" animBg="1"/>
      <p:bldP spid="40" grpId="0" animBg="1"/>
      <p:bldP spid="42" grpId="0" animBg="1"/>
      <p:bldP spid="44" grpId="0" animBg="1"/>
      <p:bldP spid="46" grpId="0" animBg="1"/>
      <p:bldP spid="4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18</a:t>
            </a:r>
            <a:endParaRPr lang="en-US" sz="800" dirty="0"/>
          </a:p>
        </p:txBody>
      </p:sp>
      <p:sp>
        <p:nvSpPr>
          <p:cNvPr id="4" name="a1f_429"/>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06 · AVANTAGES</a:t>
            </a:r>
            <a:endParaRPr lang="en-US" sz="1100" dirty="0"/>
          </a:p>
        </p:txBody>
      </p:sp>
      <p:sp>
        <p:nvSpPr>
          <p:cNvPr id="5" name="a1f_430"/>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Ce que FaceID École vous apporte</a:t>
            </a:r>
            <a:endParaRPr lang="en-US" sz="2700" dirty="0"/>
          </a:p>
        </p:txBody>
      </p:sp>
      <p:sp>
        <p:nvSpPr>
          <p:cNvPr id="6" name="a2z_431"/>
          <p:cNvSpPr/>
          <p:nvPr/>
        </p:nvSpPr>
        <p:spPr>
          <a:xfrm>
            <a:off x="457200" y="1188720"/>
            <a:ext cx="2651760" cy="1051560"/>
          </a:xfrm>
          <a:prstGeom prst="roundRect">
            <a:avLst>
              <a:gd name="adj" fmla="val 6957"/>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z_432"/>
          <p:cNvSpPr/>
          <p:nvPr/>
        </p:nvSpPr>
        <p:spPr>
          <a:xfrm>
            <a:off x="621792" y="1371600"/>
            <a:ext cx="475488" cy="475488"/>
          </a:xfrm>
          <a:prstGeom prst="ellipse">
            <a:avLst/>
          </a:prstGeom>
          <a:solidFill>
            <a:srgbClr val="1E2A78"/>
          </a:solidFill>
          <a:ln w="12700">
            <a:solidFill>
              <a:srgbClr val="1E2A78"/>
            </a:solidFill>
            <a:prstDash val="solid"/>
          </a:ln>
        </p:spPr>
      </p:sp>
      <p:pic>
        <p:nvPicPr>
          <p:cNvPr id="8" name="a2z_432i" descr="preencoded.png">    </p:cNvPr>
          <p:cNvPicPr>
            <a:picLocks noChangeAspect="1"/>
          </p:cNvPicPr>
          <p:nvPr/>
        </p:nvPicPr>
        <p:blipFill>
          <a:blip r:embed="rId1"/>
          <a:stretch>
            <a:fillRect/>
          </a:stretch>
        </p:blipFill>
        <p:spPr>
          <a:xfrm>
            <a:off x="735909" y="1485717"/>
            <a:ext cx="247254" cy="247254"/>
          </a:xfrm>
          <a:prstGeom prst="rect">
            <a:avLst/>
          </a:prstGeom>
        </p:spPr>
      </p:pic>
      <p:sp>
        <p:nvSpPr>
          <p:cNvPr id="9" name="a2z_433"/>
          <p:cNvSpPr txBox="1"/>
          <p:nvPr/>
        </p:nvSpPr>
        <p:spPr>
          <a:xfrm>
            <a:off x="1234440" y="1344168"/>
            <a:ext cx="17830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Rapide</a:t>
            </a:r>
            <a:endParaRPr lang="en-US" sz="1300" dirty="0"/>
          </a:p>
        </p:txBody>
      </p:sp>
      <p:sp>
        <p:nvSpPr>
          <p:cNvPr id="10" name="a2z_434"/>
          <p:cNvSpPr txBox="1"/>
          <p:nvPr/>
        </p:nvSpPr>
        <p:spPr>
          <a:xfrm>
            <a:off x="1234440" y="1609344"/>
            <a:ext cx="1783080" cy="566928"/>
          </a:xfrm>
          <a:prstGeom prst="rect">
            <a:avLst/>
          </a:prstGeom>
          <a:noFill/>
          <a:ln/>
        </p:spPr>
        <p:txBody>
          <a:bodyPr wrap="square" lIns="0" tIns="0" rIns="0" bIns="0" rtlCol="0" anchor="t"/>
          <a:lstStyle/>
          <a:p>
            <a:pPr indent="0" marL="0">
              <a:buNone/>
            </a:pPr>
            <a:r>
              <a:rPr lang="en-US" sz="950" dirty="0">
                <a:solidFill>
                  <a:srgbClr val="5C6685"/>
                </a:solidFill>
                <a:latin typeface="Arial" pitchFamily="34" charset="0"/>
                <a:ea typeface="Arial" pitchFamily="34" charset="-122"/>
                <a:cs typeface="Arial" pitchFamily="34" charset="-120"/>
              </a:rPr>
              <a:t>Une identification en quelques secondes, sur un simple téléphone.</a:t>
            </a:r>
            <a:endParaRPr lang="en-US" sz="950" dirty="0"/>
          </a:p>
        </p:txBody>
      </p:sp>
      <p:sp>
        <p:nvSpPr>
          <p:cNvPr id="11" name="a3z_435"/>
          <p:cNvSpPr/>
          <p:nvPr/>
        </p:nvSpPr>
        <p:spPr>
          <a:xfrm>
            <a:off x="3246120" y="1188720"/>
            <a:ext cx="2651760" cy="1051560"/>
          </a:xfrm>
          <a:prstGeom prst="roundRect">
            <a:avLst>
              <a:gd name="adj" fmla="val 6957"/>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2" name="a3z_436"/>
          <p:cNvSpPr/>
          <p:nvPr/>
        </p:nvSpPr>
        <p:spPr>
          <a:xfrm>
            <a:off x="3410712" y="1371600"/>
            <a:ext cx="475488" cy="475488"/>
          </a:xfrm>
          <a:prstGeom prst="ellipse">
            <a:avLst/>
          </a:prstGeom>
          <a:solidFill>
            <a:srgbClr val="00B4D8"/>
          </a:solidFill>
          <a:ln w="12700">
            <a:solidFill>
              <a:srgbClr val="00B4D8"/>
            </a:solidFill>
            <a:prstDash val="solid"/>
          </a:ln>
        </p:spPr>
      </p:sp>
      <p:pic>
        <p:nvPicPr>
          <p:cNvPr id="13" name="a3z_436i" descr="preencoded.png">    </p:cNvPr>
          <p:cNvPicPr>
            <a:picLocks noChangeAspect="1"/>
          </p:cNvPicPr>
          <p:nvPr/>
        </p:nvPicPr>
        <p:blipFill>
          <a:blip r:embed="rId2"/>
          <a:stretch>
            <a:fillRect/>
          </a:stretch>
        </p:blipFill>
        <p:spPr>
          <a:xfrm>
            <a:off x="3524829" y="1485717"/>
            <a:ext cx="247254" cy="247254"/>
          </a:xfrm>
          <a:prstGeom prst="rect">
            <a:avLst/>
          </a:prstGeom>
        </p:spPr>
      </p:pic>
      <p:sp>
        <p:nvSpPr>
          <p:cNvPr id="14" name="a3z_437"/>
          <p:cNvSpPr txBox="1"/>
          <p:nvPr/>
        </p:nvSpPr>
        <p:spPr>
          <a:xfrm>
            <a:off x="4023360" y="1344168"/>
            <a:ext cx="17830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Fiable</a:t>
            </a:r>
            <a:endParaRPr lang="en-US" sz="1300" dirty="0"/>
          </a:p>
        </p:txBody>
      </p:sp>
      <p:sp>
        <p:nvSpPr>
          <p:cNvPr id="15" name="a3z_438"/>
          <p:cNvSpPr txBox="1"/>
          <p:nvPr/>
        </p:nvSpPr>
        <p:spPr>
          <a:xfrm>
            <a:off x="4023360" y="1609344"/>
            <a:ext cx="1783080" cy="566928"/>
          </a:xfrm>
          <a:prstGeom prst="rect">
            <a:avLst/>
          </a:prstGeom>
          <a:noFill/>
          <a:ln/>
        </p:spPr>
        <p:txBody>
          <a:bodyPr wrap="square" lIns="0" tIns="0" rIns="0" bIns="0" rtlCol="0" anchor="t"/>
          <a:lstStyle/>
          <a:p>
            <a:pPr indent="0" marL="0">
              <a:buNone/>
            </a:pPr>
            <a:r>
              <a:rPr lang="en-US" sz="950" dirty="0">
                <a:solidFill>
                  <a:srgbClr val="5C6685"/>
                </a:solidFill>
                <a:latin typeface="Arial" pitchFamily="34" charset="0"/>
                <a:ea typeface="Arial" pitchFamily="34" charset="-122"/>
                <a:cs typeface="Arial" pitchFamily="34" charset="-120"/>
              </a:rPr>
              <a:t>5 poses par personne, et « À vérifier » en cas de doute.</a:t>
            </a:r>
            <a:endParaRPr lang="en-US" sz="950" dirty="0"/>
          </a:p>
        </p:txBody>
      </p:sp>
      <p:sp>
        <p:nvSpPr>
          <p:cNvPr id="16" name="a4z_439"/>
          <p:cNvSpPr/>
          <p:nvPr/>
        </p:nvSpPr>
        <p:spPr>
          <a:xfrm>
            <a:off x="6035040" y="1188720"/>
            <a:ext cx="2651760" cy="1051560"/>
          </a:xfrm>
          <a:prstGeom prst="roundRect">
            <a:avLst>
              <a:gd name="adj" fmla="val 6957"/>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7" name="a4z_440"/>
          <p:cNvSpPr/>
          <p:nvPr/>
        </p:nvSpPr>
        <p:spPr>
          <a:xfrm>
            <a:off x="6199632" y="1371600"/>
            <a:ext cx="475488" cy="475488"/>
          </a:xfrm>
          <a:prstGeom prst="ellipse">
            <a:avLst/>
          </a:prstGeom>
          <a:solidFill>
            <a:srgbClr val="1E2A78"/>
          </a:solidFill>
          <a:ln w="12700">
            <a:solidFill>
              <a:srgbClr val="1E2A78"/>
            </a:solidFill>
            <a:prstDash val="solid"/>
          </a:ln>
        </p:spPr>
      </p:sp>
      <p:pic>
        <p:nvPicPr>
          <p:cNvPr id="18" name="a4z_440i" descr="preencoded.png">    </p:cNvPr>
          <p:cNvPicPr>
            <a:picLocks noChangeAspect="1"/>
          </p:cNvPicPr>
          <p:nvPr/>
        </p:nvPicPr>
        <p:blipFill>
          <a:blip r:embed="rId3"/>
          <a:stretch>
            <a:fillRect/>
          </a:stretch>
        </p:blipFill>
        <p:spPr>
          <a:xfrm>
            <a:off x="6313749" y="1485717"/>
            <a:ext cx="247254" cy="247254"/>
          </a:xfrm>
          <a:prstGeom prst="rect">
            <a:avLst/>
          </a:prstGeom>
        </p:spPr>
      </p:pic>
      <p:sp>
        <p:nvSpPr>
          <p:cNvPr id="19" name="a4z_441"/>
          <p:cNvSpPr txBox="1"/>
          <p:nvPr/>
        </p:nvSpPr>
        <p:spPr>
          <a:xfrm>
            <a:off x="6812280" y="1344168"/>
            <a:ext cx="17830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Sécurisé</a:t>
            </a:r>
            <a:endParaRPr lang="en-US" sz="1300" dirty="0"/>
          </a:p>
        </p:txBody>
      </p:sp>
      <p:sp>
        <p:nvSpPr>
          <p:cNvPr id="20" name="a4z_442"/>
          <p:cNvSpPr txBox="1"/>
          <p:nvPr/>
        </p:nvSpPr>
        <p:spPr>
          <a:xfrm>
            <a:off x="6812280" y="1609344"/>
            <a:ext cx="1783080" cy="566928"/>
          </a:xfrm>
          <a:prstGeom prst="rect">
            <a:avLst/>
          </a:prstGeom>
          <a:noFill/>
          <a:ln/>
        </p:spPr>
        <p:txBody>
          <a:bodyPr wrap="square" lIns="0" tIns="0" rIns="0" bIns="0" rtlCol="0" anchor="t"/>
          <a:lstStyle/>
          <a:p>
            <a:pPr indent="0" marL="0">
              <a:buNone/>
            </a:pPr>
            <a:r>
              <a:rPr lang="en-US" sz="950" dirty="0">
                <a:solidFill>
                  <a:srgbClr val="5C6685"/>
                </a:solidFill>
                <a:latin typeface="Arial" pitchFamily="34" charset="0"/>
                <a:ea typeface="Arial" pitchFamily="34" charset="-122"/>
                <a:cs typeface="Arial" pitchFamily="34" charset="-120"/>
              </a:rPr>
              <a:t>Inconnus repérés, droits par agent, données cloisonnées.</a:t>
            </a:r>
            <a:endParaRPr lang="en-US" sz="950" dirty="0"/>
          </a:p>
        </p:txBody>
      </p:sp>
      <p:sp>
        <p:nvSpPr>
          <p:cNvPr id="21" name="a5z_443"/>
          <p:cNvSpPr/>
          <p:nvPr/>
        </p:nvSpPr>
        <p:spPr>
          <a:xfrm>
            <a:off x="457200" y="2377440"/>
            <a:ext cx="2651760" cy="1051560"/>
          </a:xfrm>
          <a:prstGeom prst="roundRect">
            <a:avLst>
              <a:gd name="adj" fmla="val 6957"/>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2" name="a5z_444"/>
          <p:cNvSpPr/>
          <p:nvPr/>
        </p:nvSpPr>
        <p:spPr>
          <a:xfrm>
            <a:off x="621792" y="2560320"/>
            <a:ext cx="475488" cy="475488"/>
          </a:xfrm>
          <a:prstGeom prst="ellipse">
            <a:avLst/>
          </a:prstGeom>
          <a:solidFill>
            <a:srgbClr val="00B4D8"/>
          </a:solidFill>
          <a:ln w="12700">
            <a:solidFill>
              <a:srgbClr val="00B4D8"/>
            </a:solidFill>
            <a:prstDash val="solid"/>
          </a:ln>
        </p:spPr>
      </p:sp>
      <p:pic>
        <p:nvPicPr>
          <p:cNvPr id="23" name="a5z_444i" descr="preencoded.png">    </p:cNvPr>
          <p:cNvPicPr>
            <a:picLocks noChangeAspect="1"/>
          </p:cNvPicPr>
          <p:nvPr/>
        </p:nvPicPr>
        <p:blipFill>
          <a:blip r:embed="rId4"/>
          <a:stretch>
            <a:fillRect/>
          </a:stretch>
        </p:blipFill>
        <p:spPr>
          <a:xfrm>
            <a:off x="735909" y="2674437"/>
            <a:ext cx="247254" cy="247254"/>
          </a:xfrm>
          <a:prstGeom prst="rect">
            <a:avLst/>
          </a:prstGeom>
        </p:spPr>
      </p:pic>
      <p:sp>
        <p:nvSpPr>
          <p:cNvPr id="24" name="a5z_445"/>
          <p:cNvSpPr txBox="1"/>
          <p:nvPr/>
        </p:nvSpPr>
        <p:spPr>
          <a:xfrm>
            <a:off x="1234440" y="2532888"/>
            <a:ext cx="17830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Économique</a:t>
            </a:r>
            <a:endParaRPr lang="en-US" sz="1300" dirty="0"/>
          </a:p>
        </p:txBody>
      </p:sp>
      <p:sp>
        <p:nvSpPr>
          <p:cNvPr id="25" name="a5z_446"/>
          <p:cNvSpPr txBox="1"/>
          <p:nvPr/>
        </p:nvSpPr>
        <p:spPr>
          <a:xfrm>
            <a:off x="1234440" y="2798064"/>
            <a:ext cx="1783080" cy="566928"/>
          </a:xfrm>
          <a:prstGeom prst="rect">
            <a:avLst/>
          </a:prstGeom>
          <a:noFill/>
          <a:ln/>
        </p:spPr>
        <p:txBody>
          <a:bodyPr wrap="square" lIns="0" tIns="0" rIns="0" bIns="0" rtlCol="0" anchor="t"/>
          <a:lstStyle/>
          <a:p>
            <a:pPr indent="0" marL="0">
              <a:buNone/>
            </a:pPr>
            <a:r>
              <a:rPr lang="en-US" sz="950" dirty="0">
                <a:solidFill>
                  <a:srgbClr val="5C6685"/>
                </a:solidFill>
                <a:latin typeface="Arial" pitchFamily="34" charset="0"/>
                <a:ea typeface="Arial" pitchFamily="34" charset="-122"/>
                <a:cs typeface="Arial" pitchFamily="34" charset="-120"/>
              </a:rPr>
              <a:t>Des téléphones Android et un serveur web standard.</a:t>
            </a:r>
            <a:endParaRPr lang="en-US" sz="950" dirty="0"/>
          </a:p>
        </p:txBody>
      </p:sp>
      <p:sp>
        <p:nvSpPr>
          <p:cNvPr id="26" name="a6z_447"/>
          <p:cNvSpPr/>
          <p:nvPr/>
        </p:nvSpPr>
        <p:spPr>
          <a:xfrm>
            <a:off x="3246120" y="2377440"/>
            <a:ext cx="2651760" cy="1051560"/>
          </a:xfrm>
          <a:prstGeom prst="roundRect">
            <a:avLst>
              <a:gd name="adj" fmla="val 6957"/>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7" name="a6z_448"/>
          <p:cNvSpPr/>
          <p:nvPr/>
        </p:nvSpPr>
        <p:spPr>
          <a:xfrm>
            <a:off x="3410712" y="2560320"/>
            <a:ext cx="475488" cy="475488"/>
          </a:xfrm>
          <a:prstGeom prst="ellipse">
            <a:avLst/>
          </a:prstGeom>
          <a:solidFill>
            <a:srgbClr val="1E2A78"/>
          </a:solidFill>
          <a:ln w="12700">
            <a:solidFill>
              <a:srgbClr val="1E2A78"/>
            </a:solidFill>
            <a:prstDash val="solid"/>
          </a:ln>
        </p:spPr>
      </p:sp>
      <p:pic>
        <p:nvPicPr>
          <p:cNvPr id="28" name="a6z_448i" descr="preencoded.png">    </p:cNvPr>
          <p:cNvPicPr>
            <a:picLocks noChangeAspect="1"/>
          </p:cNvPicPr>
          <p:nvPr/>
        </p:nvPicPr>
        <p:blipFill>
          <a:blip r:embed="rId5"/>
          <a:stretch>
            <a:fillRect/>
          </a:stretch>
        </p:blipFill>
        <p:spPr>
          <a:xfrm>
            <a:off x="3524829" y="2674437"/>
            <a:ext cx="247254" cy="247254"/>
          </a:xfrm>
          <a:prstGeom prst="rect">
            <a:avLst/>
          </a:prstGeom>
        </p:spPr>
      </p:pic>
      <p:sp>
        <p:nvSpPr>
          <p:cNvPr id="29" name="a6z_449"/>
          <p:cNvSpPr txBox="1"/>
          <p:nvPr/>
        </p:nvSpPr>
        <p:spPr>
          <a:xfrm>
            <a:off x="4023360" y="2532888"/>
            <a:ext cx="17830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Toujours disponible</a:t>
            </a:r>
            <a:endParaRPr lang="en-US" sz="1300" dirty="0"/>
          </a:p>
        </p:txBody>
      </p:sp>
      <p:sp>
        <p:nvSpPr>
          <p:cNvPr id="30" name="a6z_450"/>
          <p:cNvSpPr txBox="1"/>
          <p:nvPr/>
        </p:nvSpPr>
        <p:spPr>
          <a:xfrm>
            <a:off x="4023360" y="2798064"/>
            <a:ext cx="1783080" cy="566928"/>
          </a:xfrm>
          <a:prstGeom prst="rect">
            <a:avLst/>
          </a:prstGeom>
          <a:noFill/>
          <a:ln/>
        </p:spPr>
        <p:txBody>
          <a:bodyPr wrap="square" lIns="0" tIns="0" rIns="0" bIns="0" rtlCol="0" anchor="t"/>
          <a:lstStyle/>
          <a:p>
            <a:pPr indent="0" marL="0">
              <a:buNone/>
            </a:pPr>
            <a:r>
              <a:rPr lang="en-US" sz="950" dirty="0">
                <a:solidFill>
                  <a:srgbClr val="5C6685"/>
                </a:solidFill>
                <a:latin typeface="Arial" pitchFamily="34" charset="0"/>
                <a:ea typeface="Arial" pitchFamily="34" charset="-122"/>
                <a:cs typeface="Arial" pitchFamily="34" charset="-120"/>
              </a:rPr>
              <a:t>Fonctionne même sans connexion Internet.</a:t>
            </a:r>
            <a:endParaRPr lang="en-US" sz="950" dirty="0"/>
          </a:p>
        </p:txBody>
      </p:sp>
      <p:sp>
        <p:nvSpPr>
          <p:cNvPr id="31" name="a7z_451"/>
          <p:cNvSpPr/>
          <p:nvPr/>
        </p:nvSpPr>
        <p:spPr>
          <a:xfrm>
            <a:off x="6035040" y="2377440"/>
            <a:ext cx="2651760" cy="1051560"/>
          </a:xfrm>
          <a:prstGeom prst="roundRect">
            <a:avLst>
              <a:gd name="adj" fmla="val 6957"/>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32" name="a7z_452"/>
          <p:cNvSpPr/>
          <p:nvPr/>
        </p:nvSpPr>
        <p:spPr>
          <a:xfrm>
            <a:off x="6199632" y="2560320"/>
            <a:ext cx="475488" cy="475488"/>
          </a:xfrm>
          <a:prstGeom prst="ellipse">
            <a:avLst/>
          </a:prstGeom>
          <a:solidFill>
            <a:srgbClr val="00B4D8"/>
          </a:solidFill>
          <a:ln w="12700">
            <a:solidFill>
              <a:srgbClr val="00B4D8"/>
            </a:solidFill>
            <a:prstDash val="solid"/>
          </a:ln>
        </p:spPr>
      </p:sp>
      <p:pic>
        <p:nvPicPr>
          <p:cNvPr id="33" name="a7z_452i" descr="preencoded.png">    </p:cNvPr>
          <p:cNvPicPr>
            <a:picLocks noChangeAspect="1"/>
          </p:cNvPicPr>
          <p:nvPr/>
        </p:nvPicPr>
        <p:blipFill>
          <a:blip r:embed="rId6"/>
          <a:stretch>
            <a:fillRect/>
          </a:stretch>
        </p:blipFill>
        <p:spPr>
          <a:xfrm>
            <a:off x="6313749" y="2674437"/>
            <a:ext cx="247254" cy="247254"/>
          </a:xfrm>
          <a:prstGeom prst="rect">
            <a:avLst/>
          </a:prstGeom>
        </p:spPr>
      </p:pic>
      <p:sp>
        <p:nvSpPr>
          <p:cNvPr id="34" name="a7z_453"/>
          <p:cNvSpPr txBox="1"/>
          <p:nvPr/>
        </p:nvSpPr>
        <p:spPr>
          <a:xfrm>
            <a:off x="6812280" y="2532888"/>
            <a:ext cx="1783080" cy="256032"/>
          </a:xfrm>
          <a:prstGeom prst="rect">
            <a:avLst/>
          </a:prstGeom>
          <a:noFill/>
          <a:ln/>
        </p:spPr>
        <p:txBody>
          <a:bodyPr wrap="square" lIns="0" tIns="0" rIns="0" bIns="0" rtlCol="0" anchor="t"/>
          <a:lstStyle/>
          <a:p>
            <a:pPr indent="0" marL="0">
              <a:buNone/>
            </a:pPr>
            <a:r>
              <a:rPr lang="en-US" sz="1300" b="1" dirty="0">
                <a:solidFill>
                  <a:srgbClr val="1E2A78"/>
                </a:solidFill>
                <a:latin typeface="Arial" pitchFamily="34" charset="0"/>
                <a:ea typeface="Arial" pitchFamily="34" charset="-122"/>
                <a:cs typeface="Arial" pitchFamily="34" charset="-120"/>
              </a:rPr>
              <a:t>Accessible</a:t>
            </a:r>
            <a:endParaRPr lang="en-US" sz="1300" dirty="0"/>
          </a:p>
        </p:txBody>
      </p:sp>
      <p:sp>
        <p:nvSpPr>
          <p:cNvPr id="35" name="a7z_454"/>
          <p:cNvSpPr txBox="1"/>
          <p:nvPr/>
        </p:nvSpPr>
        <p:spPr>
          <a:xfrm>
            <a:off x="6812280" y="2798064"/>
            <a:ext cx="1783080" cy="566928"/>
          </a:xfrm>
          <a:prstGeom prst="rect">
            <a:avLst/>
          </a:prstGeom>
          <a:noFill/>
          <a:ln/>
        </p:spPr>
        <p:txBody>
          <a:bodyPr wrap="square" lIns="0" tIns="0" rIns="0" bIns="0" rtlCol="0" anchor="t"/>
          <a:lstStyle/>
          <a:p>
            <a:pPr indent="0" marL="0">
              <a:buNone/>
            </a:pPr>
            <a:r>
              <a:rPr lang="en-US" sz="950" dirty="0">
                <a:solidFill>
                  <a:srgbClr val="5C6685"/>
                </a:solidFill>
                <a:latin typeface="Arial" pitchFamily="34" charset="0"/>
                <a:ea typeface="Arial" pitchFamily="34" charset="-122"/>
                <a:cs typeface="Arial" pitchFamily="34" charset="-120"/>
              </a:rPr>
              <a:t>Interface simple, en français et en arabe.</a:t>
            </a:r>
            <a:endParaRPr lang="en-US" sz="950" dirty="0"/>
          </a:p>
        </p:txBody>
      </p:sp>
      <p:sp>
        <p:nvSpPr>
          <p:cNvPr id="36" name="a8f_455"/>
          <p:cNvSpPr txBox="1"/>
          <p:nvPr/>
        </p:nvSpPr>
        <p:spPr>
          <a:xfrm>
            <a:off x="457200" y="3639312"/>
            <a:ext cx="4572000" cy="228600"/>
          </a:xfrm>
          <a:prstGeom prst="rect">
            <a:avLst/>
          </a:prstGeom>
          <a:noFill/>
          <a:ln/>
        </p:spPr>
        <p:txBody>
          <a:bodyPr wrap="square" lIns="0" tIns="0" rIns="0" bIns="0" rtlCol="0" anchor="t"/>
          <a:lstStyle/>
          <a:p>
            <a:pPr indent="0" marL="0">
              <a:buNone/>
            </a:pPr>
            <a:r>
              <a:rPr lang="en-US" sz="1000" b="1" spc="200" kern="0" dirty="0">
                <a:solidFill>
                  <a:srgbClr val="00B4D8"/>
                </a:solidFill>
                <a:latin typeface="Arial" pitchFamily="34" charset="0"/>
                <a:ea typeface="Arial" pitchFamily="34" charset="-122"/>
                <a:cs typeface="Arial" pitchFamily="34" charset="-120"/>
              </a:rPr>
              <a:t>USAGES DANS L’ÉTABLISSEMENT</a:t>
            </a:r>
            <a:endParaRPr lang="en-US" sz="1000" dirty="0"/>
          </a:p>
        </p:txBody>
      </p:sp>
      <p:sp>
        <p:nvSpPr>
          <p:cNvPr id="37" name="a9u_456"/>
          <p:cNvSpPr/>
          <p:nvPr/>
        </p:nvSpPr>
        <p:spPr>
          <a:xfrm>
            <a:off x="457200" y="3931920"/>
            <a:ext cx="1554480" cy="548640"/>
          </a:xfrm>
          <a:prstGeom prst="roundRect">
            <a:avLst>
              <a:gd name="adj" fmla="val 13333"/>
            </a:avLst>
          </a:prstGeom>
          <a:solidFill>
            <a:srgbClr val="E4F6FB"/>
          </a:solidFill>
          <a:ln w="12700">
            <a:solidFill>
              <a:srgbClr val="E4F6FB"/>
            </a:solidFill>
            <a:prstDash val="solid"/>
          </a:ln>
        </p:spPr>
      </p:sp>
      <p:pic>
        <p:nvPicPr>
          <p:cNvPr id="38" name="a9u_457" descr="preencoded.png">    </p:cNvPr>
          <p:cNvPicPr>
            <a:picLocks noChangeAspect="1"/>
          </p:cNvPicPr>
          <p:nvPr/>
        </p:nvPicPr>
        <p:blipFill>
          <a:blip r:embed="rId7"/>
          <a:stretch>
            <a:fillRect/>
          </a:stretch>
        </p:blipFill>
        <p:spPr>
          <a:xfrm>
            <a:off x="566928" y="4069080"/>
            <a:ext cx="274320" cy="274320"/>
          </a:xfrm>
          <a:prstGeom prst="rect">
            <a:avLst/>
          </a:prstGeom>
        </p:spPr>
      </p:pic>
      <p:sp>
        <p:nvSpPr>
          <p:cNvPr id="39" name="a9u_458"/>
          <p:cNvSpPr txBox="1"/>
          <p:nvPr/>
        </p:nvSpPr>
        <p:spPr>
          <a:xfrm>
            <a:off x="914400" y="3931920"/>
            <a:ext cx="1051560" cy="548640"/>
          </a:xfrm>
          <a:prstGeom prst="rect">
            <a:avLst/>
          </a:prstGeom>
          <a:noFill/>
          <a:ln/>
        </p:spPr>
        <p:txBody>
          <a:bodyPr wrap="square" lIns="0" tIns="0" rIns="0" bIns="0" rtlCol="0" anchor="ctr"/>
          <a:lstStyle/>
          <a:p>
            <a:pPr indent="0" marL="0">
              <a:buNone/>
            </a:pPr>
            <a:r>
              <a:rPr lang="en-US" sz="1000" b="1" dirty="0">
                <a:solidFill>
                  <a:srgbClr val="1E2A78"/>
                </a:solidFill>
                <a:latin typeface="Arial" pitchFamily="34" charset="0"/>
                <a:ea typeface="Arial" pitchFamily="34" charset="-122"/>
                <a:cs typeface="Arial" pitchFamily="34" charset="-120"/>
              </a:rPr>
              <a:t>Accueil &amp; entrée</a:t>
            </a:r>
            <a:endParaRPr lang="en-US" sz="1000" dirty="0"/>
          </a:p>
        </p:txBody>
      </p:sp>
      <p:sp>
        <p:nvSpPr>
          <p:cNvPr id="40" name="a10u_459"/>
          <p:cNvSpPr/>
          <p:nvPr/>
        </p:nvSpPr>
        <p:spPr>
          <a:xfrm>
            <a:off x="2130552" y="3931920"/>
            <a:ext cx="1554480" cy="548640"/>
          </a:xfrm>
          <a:prstGeom prst="roundRect">
            <a:avLst>
              <a:gd name="adj" fmla="val 13333"/>
            </a:avLst>
          </a:prstGeom>
          <a:solidFill>
            <a:srgbClr val="E4F6FB"/>
          </a:solidFill>
          <a:ln w="12700">
            <a:solidFill>
              <a:srgbClr val="E4F6FB"/>
            </a:solidFill>
            <a:prstDash val="solid"/>
          </a:ln>
        </p:spPr>
      </p:sp>
      <p:pic>
        <p:nvPicPr>
          <p:cNvPr id="41" name="a10u_460" descr="preencoded.png">    </p:cNvPr>
          <p:cNvPicPr>
            <a:picLocks noChangeAspect="1"/>
          </p:cNvPicPr>
          <p:nvPr/>
        </p:nvPicPr>
        <p:blipFill>
          <a:blip r:embed="rId8"/>
          <a:stretch>
            <a:fillRect/>
          </a:stretch>
        </p:blipFill>
        <p:spPr>
          <a:xfrm>
            <a:off x="2240280" y="4069080"/>
            <a:ext cx="274320" cy="274320"/>
          </a:xfrm>
          <a:prstGeom prst="rect">
            <a:avLst/>
          </a:prstGeom>
        </p:spPr>
      </p:pic>
      <p:sp>
        <p:nvSpPr>
          <p:cNvPr id="42" name="a10u_461"/>
          <p:cNvSpPr txBox="1"/>
          <p:nvPr/>
        </p:nvSpPr>
        <p:spPr>
          <a:xfrm>
            <a:off x="2587752" y="3931920"/>
            <a:ext cx="1051560" cy="548640"/>
          </a:xfrm>
          <a:prstGeom prst="rect">
            <a:avLst/>
          </a:prstGeom>
          <a:noFill/>
          <a:ln/>
        </p:spPr>
        <p:txBody>
          <a:bodyPr wrap="square" lIns="0" tIns="0" rIns="0" bIns="0" rtlCol="0" anchor="ctr"/>
          <a:lstStyle/>
          <a:p>
            <a:pPr indent="0" marL="0">
              <a:buNone/>
            </a:pPr>
            <a:r>
              <a:rPr lang="en-US" sz="1000" b="1" dirty="0">
                <a:solidFill>
                  <a:srgbClr val="1E2A78"/>
                </a:solidFill>
                <a:latin typeface="Arial" pitchFamily="34" charset="0"/>
                <a:ea typeface="Arial" pitchFamily="34" charset="-122"/>
                <a:cs typeface="Arial" pitchFamily="34" charset="-120"/>
              </a:rPr>
              <a:t>Examens</a:t>
            </a:r>
            <a:endParaRPr lang="en-US" sz="1000" dirty="0"/>
          </a:p>
        </p:txBody>
      </p:sp>
      <p:sp>
        <p:nvSpPr>
          <p:cNvPr id="43" name="a11u_462"/>
          <p:cNvSpPr/>
          <p:nvPr/>
        </p:nvSpPr>
        <p:spPr>
          <a:xfrm>
            <a:off x="3803904" y="3931920"/>
            <a:ext cx="1554480" cy="548640"/>
          </a:xfrm>
          <a:prstGeom prst="roundRect">
            <a:avLst>
              <a:gd name="adj" fmla="val 13333"/>
            </a:avLst>
          </a:prstGeom>
          <a:solidFill>
            <a:srgbClr val="E4F6FB"/>
          </a:solidFill>
          <a:ln w="12700">
            <a:solidFill>
              <a:srgbClr val="E4F6FB"/>
            </a:solidFill>
            <a:prstDash val="solid"/>
          </a:ln>
        </p:spPr>
      </p:sp>
      <p:pic>
        <p:nvPicPr>
          <p:cNvPr id="44" name="a11u_463" descr="preencoded.png">    </p:cNvPr>
          <p:cNvPicPr>
            <a:picLocks noChangeAspect="1"/>
          </p:cNvPicPr>
          <p:nvPr/>
        </p:nvPicPr>
        <p:blipFill>
          <a:blip r:embed="rId9"/>
          <a:stretch>
            <a:fillRect/>
          </a:stretch>
        </p:blipFill>
        <p:spPr>
          <a:xfrm>
            <a:off x="3913632" y="4069080"/>
            <a:ext cx="274320" cy="274320"/>
          </a:xfrm>
          <a:prstGeom prst="rect">
            <a:avLst/>
          </a:prstGeom>
        </p:spPr>
      </p:pic>
      <p:sp>
        <p:nvSpPr>
          <p:cNvPr id="45" name="a11u_464"/>
          <p:cNvSpPr txBox="1"/>
          <p:nvPr/>
        </p:nvSpPr>
        <p:spPr>
          <a:xfrm>
            <a:off x="4261104" y="3931920"/>
            <a:ext cx="1051560" cy="548640"/>
          </a:xfrm>
          <a:prstGeom prst="rect">
            <a:avLst/>
          </a:prstGeom>
          <a:noFill/>
          <a:ln/>
        </p:spPr>
        <p:txBody>
          <a:bodyPr wrap="square" lIns="0" tIns="0" rIns="0" bIns="0" rtlCol="0" anchor="ctr"/>
          <a:lstStyle/>
          <a:p>
            <a:pPr indent="0" marL="0">
              <a:buNone/>
            </a:pPr>
            <a:r>
              <a:rPr lang="en-US" sz="1000" b="1" dirty="0">
                <a:solidFill>
                  <a:srgbClr val="1E2A78"/>
                </a:solidFill>
                <a:latin typeface="Arial" pitchFamily="34" charset="0"/>
                <a:ea typeface="Arial" pitchFamily="34" charset="-122"/>
                <a:cs typeface="Arial" pitchFamily="34" charset="-120"/>
              </a:rPr>
              <a:t>Sortie des élèves</a:t>
            </a:r>
            <a:endParaRPr lang="en-US" sz="1000" dirty="0"/>
          </a:p>
        </p:txBody>
      </p:sp>
      <p:sp>
        <p:nvSpPr>
          <p:cNvPr id="46" name="a12u_465"/>
          <p:cNvSpPr/>
          <p:nvPr/>
        </p:nvSpPr>
        <p:spPr>
          <a:xfrm>
            <a:off x="5477256" y="3931920"/>
            <a:ext cx="1554480" cy="548640"/>
          </a:xfrm>
          <a:prstGeom prst="roundRect">
            <a:avLst>
              <a:gd name="adj" fmla="val 13333"/>
            </a:avLst>
          </a:prstGeom>
          <a:solidFill>
            <a:srgbClr val="E4F6FB"/>
          </a:solidFill>
          <a:ln w="12700">
            <a:solidFill>
              <a:srgbClr val="E4F6FB"/>
            </a:solidFill>
            <a:prstDash val="solid"/>
          </a:ln>
        </p:spPr>
      </p:sp>
      <p:pic>
        <p:nvPicPr>
          <p:cNvPr id="47" name="a12u_466" descr="preencoded.png">    </p:cNvPr>
          <p:cNvPicPr>
            <a:picLocks noChangeAspect="1"/>
          </p:cNvPicPr>
          <p:nvPr/>
        </p:nvPicPr>
        <p:blipFill>
          <a:blip r:embed="rId10"/>
          <a:stretch>
            <a:fillRect/>
          </a:stretch>
        </p:blipFill>
        <p:spPr>
          <a:xfrm>
            <a:off x="5586984" y="4069080"/>
            <a:ext cx="274320" cy="274320"/>
          </a:xfrm>
          <a:prstGeom prst="rect">
            <a:avLst/>
          </a:prstGeom>
        </p:spPr>
      </p:pic>
      <p:sp>
        <p:nvSpPr>
          <p:cNvPr id="48" name="a12u_467"/>
          <p:cNvSpPr txBox="1"/>
          <p:nvPr/>
        </p:nvSpPr>
        <p:spPr>
          <a:xfrm>
            <a:off x="5934456" y="3931920"/>
            <a:ext cx="1051560" cy="548640"/>
          </a:xfrm>
          <a:prstGeom prst="rect">
            <a:avLst/>
          </a:prstGeom>
          <a:noFill/>
          <a:ln/>
        </p:spPr>
        <p:txBody>
          <a:bodyPr wrap="square" lIns="0" tIns="0" rIns="0" bIns="0" rtlCol="0" anchor="ctr"/>
          <a:lstStyle/>
          <a:p>
            <a:pPr indent="0" marL="0">
              <a:buNone/>
            </a:pPr>
            <a:r>
              <a:rPr lang="en-US" sz="1000" b="1" dirty="0">
                <a:solidFill>
                  <a:srgbClr val="1E2A78"/>
                </a:solidFill>
                <a:latin typeface="Arial" pitchFamily="34" charset="0"/>
                <a:ea typeface="Arial" pitchFamily="34" charset="-122"/>
                <a:cs typeface="Arial" pitchFamily="34" charset="-120"/>
              </a:rPr>
              <a:t>Urgence médicale</a:t>
            </a:r>
            <a:endParaRPr lang="en-US" sz="1000" dirty="0"/>
          </a:p>
        </p:txBody>
      </p:sp>
      <p:sp>
        <p:nvSpPr>
          <p:cNvPr id="49" name="a13u_468"/>
          <p:cNvSpPr/>
          <p:nvPr/>
        </p:nvSpPr>
        <p:spPr>
          <a:xfrm>
            <a:off x="7150608" y="3931920"/>
            <a:ext cx="1554480" cy="548640"/>
          </a:xfrm>
          <a:prstGeom prst="roundRect">
            <a:avLst>
              <a:gd name="adj" fmla="val 13333"/>
            </a:avLst>
          </a:prstGeom>
          <a:solidFill>
            <a:srgbClr val="E4F6FB"/>
          </a:solidFill>
          <a:ln w="12700">
            <a:solidFill>
              <a:srgbClr val="E4F6FB"/>
            </a:solidFill>
            <a:prstDash val="solid"/>
          </a:ln>
        </p:spPr>
      </p:sp>
      <p:pic>
        <p:nvPicPr>
          <p:cNvPr id="50" name="a13u_469" descr="preencoded.png">    </p:cNvPr>
          <p:cNvPicPr>
            <a:picLocks noChangeAspect="1"/>
          </p:cNvPicPr>
          <p:nvPr/>
        </p:nvPicPr>
        <p:blipFill>
          <a:blip r:embed="rId11"/>
          <a:stretch>
            <a:fillRect/>
          </a:stretch>
        </p:blipFill>
        <p:spPr>
          <a:xfrm>
            <a:off x="7260336" y="4069080"/>
            <a:ext cx="274320" cy="274320"/>
          </a:xfrm>
          <a:prstGeom prst="rect">
            <a:avLst/>
          </a:prstGeom>
        </p:spPr>
      </p:pic>
      <p:sp>
        <p:nvSpPr>
          <p:cNvPr id="51" name="a13u_470"/>
          <p:cNvSpPr txBox="1"/>
          <p:nvPr/>
        </p:nvSpPr>
        <p:spPr>
          <a:xfrm>
            <a:off x="7607808" y="3931920"/>
            <a:ext cx="1051560" cy="548640"/>
          </a:xfrm>
          <a:prstGeom prst="rect">
            <a:avLst/>
          </a:prstGeom>
          <a:noFill/>
          <a:ln/>
        </p:spPr>
        <p:txBody>
          <a:bodyPr wrap="square" lIns="0" tIns="0" rIns="0" bIns="0" rtlCol="0" anchor="ctr"/>
          <a:lstStyle/>
          <a:p>
            <a:pPr indent="0" marL="0">
              <a:buNone/>
            </a:pPr>
            <a:r>
              <a:rPr lang="en-US" sz="1000" b="1" dirty="0">
                <a:solidFill>
                  <a:srgbClr val="1E2A78"/>
                </a:solidFill>
                <a:latin typeface="Arial" pitchFamily="34" charset="0"/>
                <a:ea typeface="Arial" pitchFamily="34" charset="-122"/>
                <a:cs typeface="Arial" pitchFamily="34" charset="-120"/>
              </a:rPr>
              <a:t>Sorties scolaires</a:t>
            </a:r>
            <a:endParaRPr lang="en-US" sz="10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6"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450" fill="hold"/>
                                        <p:tgtEl>
                                          <p:spTgt spid="6"/>
                                        </p:tgtEl>
                                        <p:attrNameLst>
                                          <p:attrName>ppt_w</p:attrName>
                                        </p:attrNameLst>
                                      </p:cBhvr>
                                      <p:tavLst>
                                        <p:tav tm="0">
                                          <p:val>
                                            <p:fltVal val="0"/>
                                          </p:val>
                                        </p:tav>
                                        <p:tav tm="100000">
                                          <p:val>
                                            <p:strVal val="#ppt_w"/>
                                          </p:val>
                                        </p:tav>
                                      </p:tavLst>
                                    </p:anim>
                                    <p:anim calcmode="lin" valueType="num">
                                      <p:cBhvr>
                                        <p:cTn id="14" dur="450" fill="hold"/>
                                        <p:tgtEl>
                                          <p:spTgt spid="6"/>
                                        </p:tgtEl>
                                        <p:attrNameLst>
                                          <p:attrName>ppt_h</p:attrName>
                                        </p:attrNameLst>
                                      </p:cBhvr>
                                      <p:tavLst>
                                        <p:tav tm="0">
                                          <p:val>
                                            <p:fltVal val="0"/>
                                          </p:val>
                                        </p:tav>
                                        <p:tav tm="100000">
                                          <p:val>
                                            <p:strVal val="#ppt_h"/>
                                          </p:val>
                                        </p:tav>
                                      </p:tavLst>
                                    </p:anim>
                                    <p:animEffect transition="in" filter="fade">
                                      <p:cBhvr>
                                        <p:cTn id="15" dur="450"/>
                                        <p:tgtEl>
                                          <p:spTgt spid="6"/>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450" fill="hold"/>
                                        <p:tgtEl>
                                          <p:spTgt spid="7"/>
                                        </p:tgtEl>
                                        <p:attrNameLst>
                                          <p:attrName>ppt_w</p:attrName>
                                        </p:attrNameLst>
                                      </p:cBhvr>
                                      <p:tavLst>
                                        <p:tav tm="0">
                                          <p:val>
                                            <p:fltVal val="0"/>
                                          </p:val>
                                        </p:tav>
                                        <p:tav tm="100000">
                                          <p:val>
                                            <p:strVal val="#ppt_w"/>
                                          </p:val>
                                        </p:tav>
                                      </p:tavLst>
                                    </p:anim>
                                    <p:anim calcmode="lin" valueType="num">
                                      <p:cBhvr>
                                        <p:cTn id="19" dur="450" fill="hold"/>
                                        <p:tgtEl>
                                          <p:spTgt spid="7"/>
                                        </p:tgtEl>
                                        <p:attrNameLst>
                                          <p:attrName>ppt_h</p:attrName>
                                        </p:attrNameLst>
                                      </p:cBhvr>
                                      <p:tavLst>
                                        <p:tav tm="0">
                                          <p:val>
                                            <p:fltVal val="0"/>
                                          </p:val>
                                        </p:tav>
                                        <p:tav tm="100000">
                                          <p:val>
                                            <p:strVal val="#ppt_h"/>
                                          </p:val>
                                        </p:tav>
                                      </p:tavLst>
                                    </p:anim>
                                    <p:animEffect transition="in" filter="fade">
                                      <p:cBhvr>
                                        <p:cTn id="20" dur="450"/>
                                        <p:tgtEl>
                                          <p:spTgt spid="7"/>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450" fill="hold"/>
                                        <p:tgtEl>
                                          <p:spTgt spid="8"/>
                                        </p:tgtEl>
                                        <p:attrNameLst>
                                          <p:attrName>ppt_w</p:attrName>
                                        </p:attrNameLst>
                                      </p:cBhvr>
                                      <p:tavLst>
                                        <p:tav tm="0">
                                          <p:val>
                                            <p:fltVal val="0"/>
                                          </p:val>
                                        </p:tav>
                                        <p:tav tm="100000">
                                          <p:val>
                                            <p:strVal val="#ppt_w"/>
                                          </p:val>
                                        </p:tav>
                                      </p:tavLst>
                                    </p:anim>
                                    <p:anim calcmode="lin" valueType="num">
                                      <p:cBhvr>
                                        <p:cTn id="24" dur="450" fill="hold"/>
                                        <p:tgtEl>
                                          <p:spTgt spid="8"/>
                                        </p:tgtEl>
                                        <p:attrNameLst>
                                          <p:attrName>ppt_h</p:attrName>
                                        </p:attrNameLst>
                                      </p:cBhvr>
                                      <p:tavLst>
                                        <p:tav tm="0">
                                          <p:val>
                                            <p:fltVal val="0"/>
                                          </p:val>
                                        </p:tav>
                                        <p:tav tm="100000">
                                          <p:val>
                                            <p:strVal val="#ppt_h"/>
                                          </p:val>
                                        </p:tav>
                                      </p:tavLst>
                                    </p:anim>
                                    <p:animEffect transition="in" filter="fade">
                                      <p:cBhvr>
                                        <p:cTn id="25" dur="450"/>
                                        <p:tgtEl>
                                          <p:spTgt spid="8"/>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450" fill="hold"/>
                                        <p:tgtEl>
                                          <p:spTgt spid="9"/>
                                        </p:tgtEl>
                                        <p:attrNameLst>
                                          <p:attrName>ppt_w</p:attrName>
                                        </p:attrNameLst>
                                      </p:cBhvr>
                                      <p:tavLst>
                                        <p:tav tm="0">
                                          <p:val>
                                            <p:fltVal val="0"/>
                                          </p:val>
                                        </p:tav>
                                        <p:tav tm="100000">
                                          <p:val>
                                            <p:strVal val="#ppt_w"/>
                                          </p:val>
                                        </p:tav>
                                      </p:tavLst>
                                    </p:anim>
                                    <p:anim calcmode="lin" valueType="num">
                                      <p:cBhvr>
                                        <p:cTn id="29" dur="450" fill="hold"/>
                                        <p:tgtEl>
                                          <p:spTgt spid="9"/>
                                        </p:tgtEl>
                                        <p:attrNameLst>
                                          <p:attrName>ppt_h</p:attrName>
                                        </p:attrNameLst>
                                      </p:cBhvr>
                                      <p:tavLst>
                                        <p:tav tm="0">
                                          <p:val>
                                            <p:fltVal val="0"/>
                                          </p:val>
                                        </p:tav>
                                        <p:tav tm="100000">
                                          <p:val>
                                            <p:strVal val="#ppt_h"/>
                                          </p:val>
                                        </p:tav>
                                      </p:tavLst>
                                    </p:anim>
                                    <p:animEffect transition="in" filter="fade">
                                      <p:cBhvr>
                                        <p:cTn id="30" dur="450"/>
                                        <p:tgtEl>
                                          <p:spTgt spid="9"/>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450" fill="hold"/>
                                        <p:tgtEl>
                                          <p:spTgt spid="10"/>
                                        </p:tgtEl>
                                        <p:attrNameLst>
                                          <p:attrName>ppt_w</p:attrName>
                                        </p:attrNameLst>
                                      </p:cBhvr>
                                      <p:tavLst>
                                        <p:tav tm="0">
                                          <p:val>
                                            <p:fltVal val="0"/>
                                          </p:val>
                                        </p:tav>
                                        <p:tav tm="100000">
                                          <p:val>
                                            <p:strVal val="#ppt_w"/>
                                          </p:val>
                                        </p:tav>
                                      </p:tavLst>
                                    </p:anim>
                                    <p:anim calcmode="lin" valueType="num">
                                      <p:cBhvr>
                                        <p:cTn id="34" dur="450" fill="hold"/>
                                        <p:tgtEl>
                                          <p:spTgt spid="10"/>
                                        </p:tgtEl>
                                        <p:attrNameLst>
                                          <p:attrName>ppt_h</p:attrName>
                                        </p:attrNameLst>
                                      </p:cBhvr>
                                      <p:tavLst>
                                        <p:tav tm="0">
                                          <p:val>
                                            <p:fltVal val="0"/>
                                          </p:val>
                                        </p:tav>
                                        <p:tav tm="100000">
                                          <p:val>
                                            <p:strVal val="#ppt_h"/>
                                          </p:val>
                                        </p:tav>
                                      </p:tavLst>
                                    </p:anim>
                                    <p:animEffect transition="in" filter="fade">
                                      <p:cBhvr>
                                        <p:cTn id="35" dur="450"/>
                                        <p:tgtEl>
                                          <p:spTgt spid="10"/>
                                        </p:tgtEl>
                                      </p:cBhvr>
                                    </p:animEffect>
                                  </p:childTnLst>
                                </p:cTn>
                              </p:par>
                            </p:childTnLst>
                          </p:cTn>
                        </p:par>
                        <p:par>
                          <p:cTn id="62" fill="hold">
                            <p:stCondLst>
                              <p:cond delay="950"/>
                            </p:stCondLst>
                            <p:childTnLst>
                              <p:par>
                                <p:cTn id="37" presetID="53" presetClass="entr" presetSubtype="16"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p:cTn id="39" dur="450" fill="hold"/>
                                        <p:tgtEl>
                                          <p:spTgt spid="11"/>
                                        </p:tgtEl>
                                        <p:attrNameLst>
                                          <p:attrName>ppt_w</p:attrName>
                                        </p:attrNameLst>
                                      </p:cBhvr>
                                      <p:tavLst>
                                        <p:tav tm="0">
                                          <p:val>
                                            <p:fltVal val="0"/>
                                          </p:val>
                                        </p:tav>
                                        <p:tav tm="100000">
                                          <p:val>
                                            <p:strVal val="#ppt_w"/>
                                          </p:val>
                                        </p:tav>
                                      </p:tavLst>
                                    </p:anim>
                                    <p:anim calcmode="lin" valueType="num">
                                      <p:cBhvr>
                                        <p:cTn id="40" dur="450" fill="hold"/>
                                        <p:tgtEl>
                                          <p:spTgt spid="11"/>
                                        </p:tgtEl>
                                        <p:attrNameLst>
                                          <p:attrName>ppt_h</p:attrName>
                                        </p:attrNameLst>
                                      </p:cBhvr>
                                      <p:tavLst>
                                        <p:tav tm="0">
                                          <p:val>
                                            <p:fltVal val="0"/>
                                          </p:val>
                                        </p:tav>
                                        <p:tav tm="100000">
                                          <p:val>
                                            <p:strVal val="#ppt_h"/>
                                          </p:val>
                                        </p:tav>
                                      </p:tavLst>
                                    </p:anim>
                                    <p:animEffect transition="in" filter="fade">
                                      <p:cBhvr>
                                        <p:cTn id="41" dur="450"/>
                                        <p:tgtEl>
                                          <p:spTgt spid="1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p:cTn id="44" dur="450" fill="hold"/>
                                        <p:tgtEl>
                                          <p:spTgt spid="12"/>
                                        </p:tgtEl>
                                        <p:attrNameLst>
                                          <p:attrName>ppt_w</p:attrName>
                                        </p:attrNameLst>
                                      </p:cBhvr>
                                      <p:tavLst>
                                        <p:tav tm="0">
                                          <p:val>
                                            <p:fltVal val="0"/>
                                          </p:val>
                                        </p:tav>
                                        <p:tav tm="100000">
                                          <p:val>
                                            <p:strVal val="#ppt_w"/>
                                          </p:val>
                                        </p:tav>
                                      </p:tavLst>
                                    </p:anim>
                                    <p:anim calcmode="lin" valueType="num">
                                      <p:cBhvr>
                                        <p:cTn id="45" dur="450" fill="hold"/>
                                        <p:tgtEl>
                                          <p:spTgt spid="12"/>
                                        </p:tgtEl>
                                        <p:attrNameLst>
                                          <p:attrName>ppt_h</p:attrName>
                                        </p:attrNameLst>
                                      </p:cBhvr>
                                      <p:tavLst>
                                        <p:tav tm="0">
                                          <p:val>
                                            <p:fltVal val="0"/>
                                          </p:val>
                                        </p:tav>
                                        <p:tav tm="100000">
                                          <p:val>
                                            <p:strVal val="#ppt_h"/>
                                          </p:val>
                                        </p:tav>
                                      </p:tavLst>
                                    </p:anim>
                                    <p:animEffect transition="in" filter="fade">
                                      <p:cBhvr>
                                        <p:cTn id="46" dur="450"/>
                                        <p:tgtEl>
                                          <p:spTgt spid="12"/>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450" fill="hold"/>
                                        <p:tgtEl>
                                          <p:spTgt spid="13"/>
                                        </p:tgtEl>
                                        <p:attrNameLst>
                                          <p:attrName>ppt_w</p:attrName>
                                        </p:attrNameLst>
                                      </p:cBhvr>
                                      <p:tavLst>
                                        <p:tav tm="0">
                                          <p:val>
                                            <p:fltVal val="0"/>
                                          </p:val>
                                        </p:tav>
                                        <p:tav tm="100000">
                                          <p:val>
                                            <p:strVal val="#ppt_w"/>
                                          </p:val>
                                        </p:tav>
                                      </p:tavLst>
                                    </p:anim>
                                    <p:anim calcmode="lin" valueType="num">
                                      <p:cBhvr>
                                        <p:cTn id="50" dur="450" fill="hold"/>
                                        <p:tgtEl>
                                          <p:spTgt spid="13"/>
                                        </p:tgtEl>
                                        <p:attrNameLst>
                                          <p:attrName>ppt_h</p:attrName>
                                        </p:attrNameLst>
                                      </p:cBhvr>
                                      <p:tavLst>
                                        <p:tav tm="0">
                                          <p:val>
                                            <p:fltVal val="0"/>
                                          </p:val>
                                        </p:tav>
                                        <p:tav tm="100000">
                                          <p:val>
                                            <p:strVal val="#ppt_h"/>
                                          </p:val>
                                        </p:tav>
                                      </p:tavLst>
                                    </p:anim>
                                    <p:animEffect transition="in" filter="fade">
                                      <p:cBhvr>
                                        <p:cTn id="51" dur="450"/>
                                        <p:tgtEl>
                                          <p:spTgt spid="13"/>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p:cTn id="54" dur="450" fill="hold"/>
                                        <p:tgtEl>
                                          <p:spTgt spid="14"/>
                                        </p:tgtEl>
                                        <p:attrNameLst>
                                          <p:attrName>ppt_w</p:attrName>
                                        </p:attrNameLst>
                                      </p:cBhvr>
                                      <p:tavLst>
                                        <p:tav tm="0">
                                          <p:val>
                                            <p:fltVal val="0"/>
                                          </p:val>
                                        </p:tav>
                                        <p:tav tm="100000">
                                          <p:val>
                                            <p:strVal val="#ppt_w"/>
                                          </p:val>
                                        </p:tav>
                                      </p:tavLst>
                                    </p:anim>
                                    <p:anim calcmode="lin" valueType="num">
                                      <p:cBhvr>
                                        <p:cTn id="55" dur="450" fill="hold"/>
                                        <p:tgtEl>
                                          <p:spTgt spid="14"/>
                                        </p:tgtEl>
                                        <p:attrNameLst>
                                          <p:attrName>ppt_h</p:attrName>
                                        </p:attrNameLst>
                                      </p:cBhvr>
                                      <p:tavLst>
                                        <p:tav tm="0">
                                          <p:val>
                                            <p:fltVal val="0"/>
                                          </p:val>
                                        </p:tav>
                                        <p:tav tm="100000">
                                          <p:val>
                                            <p:strVal val="#ppt_h"/>
                                          </p:val>
                                        </p:tav>
                                      </p:tavLst>
                                    </p:anim>
                                    <p:animEffect transition="in" filter="fade">
                                      <p:cBhvr>
                                        <p:cTn id="56" dur="450"/>
                                        <p:tgtEl>
                                          <p:spTgt spid="14"/>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p:cTn id="59" dur="450" fill="hold"/>
                                        <p:tgtEl>
                                          <p:spTgt spid="15"/>
                                        </p:tgtEl>
                                        <p:attrNameLst>
                                          <p:attrName>ppt_w</p:attrName>
                                        </p:attrNameLst>
                                      </p:cBhvr>
                                      <p:tavLst>
                                        <p:tav tm="0">
                                          <p:val>
                                            <p:fltVal val="0"/>
                                          </p:val>
                                        </p:tav>
                                        <p:tav tm="100000">
                                          <p:val>
                                            <p:strVal val="#ppt_w"/>
                                          </p:val>
                                        </p:tav>
                                      </p:tavLst>
                                    </p:anim>
                                    <p:anim calcmode="lin" valueType="num">
                                      <p:cBhvr>
                                        <p:cTn id="60" dur="450" fill="hold"/>
                                        <p:tgtEl>
                                          <p:spTgt spid="15"/>
                                        </p:tgtEl>
                                        <p:attrNameLst>
                                          <p:attrName>ppt_h</p:attrName>
                                        </p:attrNameLst>
                                      </p:cBhvr>
                                      <p:tavLst>
                                        <p:tav tm="0">
                                          <p:val>
                                            <p:fltVal val="0"/>
                                          </p:val>
                                        </p:tav>
                                        <p:tav tm="100000">
                                          <p:val>
                                            <p:strVal val="#ppt_h"/>
                                          </p:val>
                                        </p:tav>
                                      </p:tavLst>
                                    </p:anim>
                                    <p:animEffect transition="in" filter="fade">
                                      <p:cBhvr>
                                        <p:cTn id="61" dur="450"/>
                                        <p:tgtEl>
                                          <p:spTgt spid="15"/>
                                        </p:tgtEl>
                                      </p:cBhvr>
                                    </p:animEffect>
                                  </p:childTnLst>
                                </p:cTn>
                              </p:par>
                            </p:childTnLst>
                          </p:cTn>
                        </p:par>
                        <p:par>
                          <p:cTn id="88" fill="hold">
                            <p:stCondLst>
                              <p:cond delay="1400"/>
                            </p:stCondLst>
                            <p:childTnLst>
                              <p:par>
                                <p:cTn id="63" presetID="53" presetClass="entr" presetSubtype="16" fill="hold" grpId="0" nodeType="after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p:cTn id="65" dur="450" fill="hold"/>
                                        <p:tgtEl>
                                          <p:spTgt spid="16"/>
                                        </p:tgtEl>
                                        <p:attrNameLst>
                                          <p:attrName>ppt_w</p:attrName>
                                        </p:attrNameLst>
                                      </p:cBhvr>
                                      <p:tavLst>
                                        <p:tav tm="0">
                                          <p:val>
                                            <p:fltVal val="0"/>
                                          </p:val>
                                        </p:tav>
                                        <p:tav tm="100000">
                                          <p:val>
                                            <p:strVal val="#ppt_w"/>
                                          </p:val>
                                        </p:tav>
                                      </p:tavLst>
                                    </p:anim>
                                    <p:anim calcmode="lin" valueType="num">
                                      <p:cBhvr>
                                        <p:cTn id="66" dur="450" fill="hold"/>
                                        <p:tgtEl>
                                          <p:spTgt spid="16"/>
                                        </p:tgtEl>
                                        <p:attrNameLst>
                                          <p:attrName>ppt_h</p:attrName>
                                        </p:attrNameLst>
                                      </p:cBhvr>
                                      <p:tavLst>
                                        <p:tav tm="0">
                                          <p:val>
                                            <p:fltVal val="0"/>
                                          </p:val>
                                        </p:tav>
                                        <p:tav tm="100000">
                                          <p:val>
                                            <p:strVal val="#ppt_h"/>
                                          </p:val>
                                        </p:tav>
                                      </p:tavLst>
                                    </p:anim>
                                    <p:animEffect transition="in" filter="fade">
                                      <p:cBhvr>
                                        <p:cTn id="67" dur="450"/>
                                        <p:tgtEl>
                                          <p:spTgt spid="16"/>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450" fill="hold"/>
                                        <p:tgtEl>
                                          <p:spTgt spid="17"/>
                                        </p:tgtEl>
                                        <p:attrNameLst>
                                          <p:attrName>ppt_w</p:attrName>
                                        </p:attrNameLst>
                                      </p:cBhvr>
                                      <p:tavLst>
                                        <p:tav tm="0">
                                          <p:val>
                                            <p:fltVal val="0"/>
                                          </p:val>
                                        </p:tav>
                                        <p:tav tm="100000">
                                          <p:val>
                                            <p:strVal val="#ppt_w"/>
                                          </p:val>
                                        </p:tav>
                                      </p:tavLst>
                                    </p:anim>
                                    <p:anim calcmode="lin" valueType="num">
                                      <p:cBhvr>
                                        <p:cTn id="71" dur="450" fill="hold"/>
                                        <p:tgtEl>
                                          <p:spTgt spid="17"/>
                                        </p:tgtEl>
                                        <p:attrNameLst>
                                          <p:attrName>ppt_h</p:attrName>
                                        </p:attrNameLst>
                                      </p:cBhvr>
                                      <p:tavLst>
                                        <p:tav tm="0">
                                          <p:val>
                                            <p:fltVal val="0"/>
                                          </p:val>
                                        </p:tav>
                                        <p:tav tm="100000">
                                          <p:val>
                                            <p:strVal val="#ppt_h"/>
                                          </p:val>
                                        </p:tav>
                                      </p:tavLst>
                                    </p:anim>
                                    <p:animEffect transition="in" filter="fade">
                                      <p:cBhvr>
                                        <p:cTn id="72" dur="450"/>
                                        <p:tgtEl>
                                          <p:spTgt spid="17"/>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 calcmode="lin" valueType="num">
                                      <p:cBhvr>
                                        <p:cTn id="75" dur="450" fill="hold"/>
                                        <p:tgtEl>
                                          <p:spTgt spid="18"/>
                                        </p:tgtEl>
                                        <p:attrNameLst>
                                          <p:attrName>ppt_w</p:attrName>
                                        </p:attrNameLst>
                                      </p:cBhvr>
                                      <p:tavLst>
                                        <p:tav tm="0">
                                          <p:val>
                                            <p:fltVal val="0"/>
                                          </p:val>
                                        </p:tav>
                                        <p:tav tm="100000">
                                          <p:val>
                                            <p:strVal val="#ppt_w"/>
                                          </p:val>
                                        </p:tav>
                                      </p:tavLst>
                                    </p:anim>
                                    <p:anim calcmode="lin" valueType="num">
                                      <p:cBhvr>
                                        <p:cTn id="76" dur="450" fill="hold"/>
                                        <p:tgtEl>
                                          <p:spTgt spid="18"/>
                                        </p:tgtEl>
                                        <p:attrNameLst>
                                          <p:attrName>ppt_h</p:attrName>
                                        </p:attrNameLst>
                                      </p:cBhvr>
                                      <p:tavLst>
                                        <p:tav tm="0">
                                          <p:val>
                                            <p:fltVal val="0"/>
                                          </p:val>
                                        </p:tav>
                                        <p:tav tm="100000">
                                          <p:val>
                                            <p:strVal val="#ppt_h"/>
                                          </p:val>
                                        </p:tav>
                                      </p:tavLst>
                                    </p:anim>
                                    <p:animEffect transition="in" filter="fade">
                                      <p:cBhvr>
                                        <p:cTn id="77" dur="450"/>
                                        <p:tgtEl>
                                          <p:spTgt spid="18"/>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 calcmode="lin" valueType="num">
                                      <p:cBhvr>
                                        <p:cTn id="80" dur="450" fill="hold"/>
                                        <p:tgtEl>
                                          <p:spTgt spid="19"/>
                                        </p:tgtEl>
                                        <p:attrNameLst>
                                          <p:attrName>ppt_w</p:attrName>
                                        </p:attrNameLst>
                                      </p:cBhvr>
                                      <p:tavLst>
                                        <p:tav tm="0">
                                          <p:val>
                                            <p:fltVal val="0"/>
                                          </p:val>
                                        </p:tav>
                                        <p:tav tm="100000">
                                          <p:val>
                                            <p:strVal val="#ppt_w"/>
                                          </p:val>
                                        </p:tav>
                                      </p:tavLst>
                                    </p:anim>
                                    <p:anim calcmode="lin" valueType="num">
                                      <p:cBhvr>
                                        <p:cTn id="81" dur="450" fill="hold"/>
                                        <p:tgtEl>
                                          <p:spTgt spid="19"/>
                                        </p:tgtEl>
                                        <p:attrNameLst>
                                          <p:attrName>ppt_h</p:attrName>
                                        </p:attrNameLst>
                                      </p:cBhvr>
                                      <p:tavLst>
                                        <p:tav tm="0">
                                          <p:val>
                                            <p:fltVal val="0"/>
                                          </p:val>
                                        </p:tav>
                                        <p:tav tm="100000">
                                          <p:val>
                                            <p:strVal val="#ppt_h"/>
                                          </p:val>
                                        </p:tav>
                                      </p:tavLst>
                                    </p:anim>
                                    <p:animEffect transition="in" filter="fade">
                                      <p:cBhvr>
                                        <p:cTn id="82" dur="450"/>
                                        <p:tgtEl>
                                          <p:spTgt spid="19"/>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 calcmode="lin" valueType="num">
                                      <p:cBhvr>
                                        <p:cTn id="85" dur="450" fill="hold"/>
                                        <p:tgtEl>
                                          <p:spTgt spid="20"/>
                                        </p:tgtEl>
                                        <p:attrNameLst>
                                          <p:attrName>ppt_w</p:attrName>
                                        </p:attrNameLst>
                                      </p:cBhvr>
                                      <p:tavLst>
                                        <p:tav tm="0">
                                          <p:val>
                                            <p:fltVal val="0"/>
                                          </p:val>
                                        </p:tav>
                                        <p:tav tm="100000">
                                          <p:val>
                                            <p:strVal val="#ppt_w"/>
                                          </p:val>
                                        </p:tav>
                                      </p:tavLst>
                                    </p:anim>
                                    <p:anim calcmode="lin" valueType="num">
                                      <p:cBhvr>
                                        <p:cTn id="86" dur="450" fill="hold"/>
                                        <p:tgtEl>
                                          <p:spTgt spid="20"/>
                                        </p:tgtEl>
                                        <p:attrNameLst>
                                          <p:attrName>ppt_h</p:attrName>
                                        </p:attrNameLst>
                                      </p:cBhvr>
                                      <p:tavLst>
                                        <p:tav tm="0">
                                          <p:val>
                                            <p:fltVal val="0"/>
                                          </p:val>
                                        </p:tav>
                                        <p:tav tm="100000">
                                          <p:val>
                                            <p:strVal val="#ppt_h"/>
                                          </p:val>
                                        </p:tav>
                                      </p:tavLst>
                                    </p:anim>
                                    <p:animEffect transition="in" filter="fade">
                                      <p:cBhvr>
                                        <p:cTn id="87" dur="450"/>
                                        <p:tgtEl>
                                          <p:spTgt spid="20"/>
                                        </p:tgtEl>
                                      </p:cBhvr>
                                    </p:animEffect>
                                  </p:childTnLst>
                                </p:cTn>
                              </p:par>
                            </p:childTnLst>
                          </p:cTn>
                        </p:par>
                        <p:par>
                          <p:cTn id="114" fill="hold">
                            <p:stCondLst>
                              <p:cond delay="1850"/>
                            </p:stCondLst>
                            <p:childTnLst>
                              <p:par>
                                <p:cTn id="89" presetID="53" presetClass="entr" presetSubtype="16" fill="hold" grpId="0" nodeType="afterEffect">
                                  <p:stCondLst>
                                    <p:cond delay="0"/>
                                  </p:stCondLst>
                                  <p:childTnLst>
                                    <p:set>
                                      <p:cBhvr>
                                        <p:cTn id="90" dur="1" fill="hold">
                                          <p:stCondLst>
                                            <p:cond delay="0"/>
                                          </p:stCondLst>
                                        </p:cTn>
                                        <p:tgtEl>
                                          <p:spTgt spid="21"/>
                                        </p:tgtEl>
                                        <p:attrNameLst>
                                          <p:attrName>style.visibility</p:attrName>
                                        </p:attrNameLst>
                                      </p:cBhvr>
                                      <p:to>
                                        <p:strVal val="visible"/>
                                      </p:to>
                                    </p:set>
                                    <p:anim calcmode="lin" valueType="num">
                                      <p:cBhvr>
                                        <p:cTn id="91" dur="450" fill="hold"/>
                                        <p:tgtEl>
                                          <p:spTgt spid="21"/>
                                        </p:tgtEl>
                                        <p:attrNameLst>
                                          <p:attrName>ppt_w</p:attrName>
                                        </p:attrNameLst>
                                      </p:cBhvr>
                                      <p:tavLst>
                                        <p:tav tm="0">
                                          <p:val>
                                            <p:fltVal val="0"/>
                                          </p:val>
                                        </p:tav>
                                        <p:tav tm="100000">
                                          <p:val>
                                            <p:strVal val="#ppt_w"/>
                                          </p:val>
                                        </p:tav>
                                      </p:tavLst>
                                    </p:anim>
                                    <p:anim calcmode="lin" valueType="num">
                                      <p:cBhvr>
                                        <p:cTn id="92" dur="450" fill="hold"/>
                                        <p:tgtEl>
                                          <p:spTgt spid="21"/>
                                        </p:tgtEl>
                                        <p:attrNameLst>
                                          <p:attrName>ppt_h</p:attrName>
                                        </p:attrNameLst>
                                      </p:cBhvr>
                                      <p:tavLst>
                                        <p:tav tm="0">
                                          <p:val>
                                            <p:fltVal val="0"/>
                                          </p:val>
                                        </p:tav>
                                        <p:tav tm="100000">
                                          <p:val>
                                            <p:strVal val="#ppt_h"/>
                                          </p:val>
                                        </p:tav>
                                      </p:tavLst>
                                    </p:anim>
                                    <p:animEffect transition="in" filter="fade">
                                      <p:cBhvr>
                                        <p:cTn id="93" dur="450"/>
                                        <p:tgtEl>
                                          <p:spTgt spid="21"/>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22"/>
                                        </p:tgtEl>
                                        <p:attrNameLst>
                                          <p:attrName>style.visibility</p:attrName>
                                        </p:attrNameLst>
                                      </p:cBhvr>
                                      <p:to>
                                        <p:strVal val="visible"/>
                                      </p:to>
                                    </p:set>
                                    <p:anim calcmode="lin" valueType="num">
                                      <p:cBhvr>
                                        <p:cTn id="96" dur="450" fill="hold"/>
                                        <p:tgtEl>
                                          <p:spTgt spid="22"/>
                                        </p:tgtEl>
                                        <p:attrNameLst>
                                          <p:attrName>ppt_w</p:attrName>
                                        </p:attrNameLst>
                                      </p:cBhvr>
                                      <p:tavLst>
                                        <p:tav tm="0">
                                          <p:val>
                                            <p:fltVal val="0"/>
                                          </p:val>
                                        </p:tav>
                                        <p:tav tm="100000">
                                          <p:val>
                                            <p:strVal val="#ppt_w"/>
                                          </p:val>
                                        </p:tav>
                                      </p:tavLst>
                                    </p:anim>
                                    <p:anim calcmode="lin" valueType="num">
                                      <p:cBhvr>
                                        <p:cTn id="97" dur="450" fill="hold"/>
                                        <p:tgtEl>
                                          <p:spTgt spid="22"/>
                                        </p:tgtEl>
                                        <p:attrNameLst>
                                          <p:attrName>ppt_h</p:attrName>
                                        </p:attrNameLst>
                                      </p:cBhvr>
                                      <p:tavLst>
                                        <p:tav tm="0">
                                          <p:val>
                                            <p:fltVal val="0"/>
                                          </p:val>
                                        </p:tav>
                                        <p:tav tm="100000">
                                          <p:val>
                                            <p:strVal val="#ppt_h"/>
                                          </p:val>
                                        </p:tav>
                                      </p:tavLst>
                                    </p:anim>
                                    <p:animEffect transition="in" filter="fade">
                                      <p:cBhvr>
                                        <p:cTn id="98" dur="450"/>
                                        <p:tgtEl>
                                          <p:spTgt spid="22"/>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23"/>
                                        </p:tgtEl>
                                        <p:attrNameLst>
                                          <p:attrName>style.visibility</p:attrName>
                                        </p:attrNameLst>
                                      </p:cBhvr>
                                      <p:to>
                                        <p:strVal val="visible"/>
                                      </p:to>
                                    </p:set>
                                    <p:anim calcmode="lin" valueType="num">
                                      <p:cBhvr>
                                        <p:cTn id="101" dur="450" fill="hold"/>
                                        <p:tgtEl>
                                          <p:spTgt spid="23"/>
                                        </p:tgtEl>
                                        <p:attrNameLst>
                                          <p:attrName>ppt_w</p:attrName>
                                        </p:attrNameLst>
                                      </p:cBhvr>
                                      <p:tavLst>
                                        <p:tav tm="0">
                                          <p:val>
                                            <p:fltVal val="0"/>
                                          </p:val>
                                        </p:tav>
                                        <p:tav tm="100000">
                                          <p:val>
                                            <p:strVal val="#ppt_w"/>
                                          </p:val>
                                        </p:tav>
                                      </p:tavLst>
                                    </p:anim>
                                    <p:anim calcmode="lin" valueType="num">
                                      <p:cBhvr>
                                        <p:cTn id="102" dur="450" fill="hold"/>
                                        <p:tgtEl>
                                          <p:spTgt spid="23"/>
                                        </p:tgtEl>
                                        <p:attrNameLst>
                                          <p:attrName>ppt_h</p:attrName>
                                        </p:attrNameLst>
                                      </p:cBhvr>
                                      <p:tavLst>
                                        <p:tav tm="0">
                                          <p:val>
                                            <p:fltVal val="0"/>
                                          </p:val>
                                        </p:tav>
                                        <p:tav tm="100000">
                                          <p:val>
                                            <p:strVal val="#ppt_h"/>
                                          </p:val>
                                        </p:tav>
                                      </p:tavLst>
                                    </p:anim>
                                    <p:animEffect transition="in" filter="fade">
                                      <p:cBhvr>
                                        <p:cTn id="103" dur="450"/>
                                        <p:tgtEl>
                                          <p:spTgt spid="23"/>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 calcmode="lin" valueType="num">
                                      <p:cBhvr>
                                        <p:cTn id="106" dur="450" fill="hold"/>
                                        <p:tgtEl>
                                          <p:spTgt spid="24"/>
                                        </p:tgtEl>
                                        <p:attrNameLst>
                                          <p:attrName>ppt_w</p:attrName>
                                        </p:attrNameLst>
                                      </p:cBhvr>
                                      <p:tavLst>
                                        <p:tav tm="0">
                                          <p:val>
                                            <p:fltVal val="0"/>
                                          </p:val>
                                        </p:tav>
                                        <p:tav tm="100000">
                                          <p:val>
                                            <p:strVal val="#ppt_w"/>
                                          </p:val>
                                        </p:tav>
                                      </p:tavLst>
                                    </p:anim>
                                    <p:anim calcmode="lin" valueType="num">
                                      <p:cBhvr>
                                        <p:cTn id="107" dur="450" fill="hold"/>
                                        <p:tgtEl>
                                          <p:spTgt spid="24"/>
                                        </p:tgtEl>
                                        <p:attrNameLst>
                                          <p:attrName>ppt_h</p:attrName>
                                        </p:attrNameLst>
                                      </p:cBhvr>
                                      <p:tavLst>
                                        <p:tav tm="0">
                                          <p:val>
                                            <p:fltVal val="0"/>
                                          </p:val>
                                        </p:tav>
                                        <p:tav tm="100000">
                                          <p:val>
                                            <p:strVal val="#ppt_h"/>
                                          </p:val>
                                        </p:tav>
                                      </p:tavLst>
                                    </p:anim>
                                    <p:animEffect transition="in" filter="fade">
                                      <p:cBhvr>
                                        <p:cTn id="108" dur="450"/>
                                        <p:tgtEl>
                                          <p:spTgt spid="24"/>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 calcmode="lin" valueType="num">
                                      <p:cBhvr>
                                        <p:cTn id="111" dur="450" fill="hold"/>
                                        <p:tgtEl>
                                          <p:spTgt spid="25"/>
                                        </p:tgtEl>
                                        <p:attrNameLst>
                                          <p:attrName>ppt_w</p:attrName>
                                        </p:attrNameLst>
                                      </p:cBhvr>
                                      <p:tavLst>
                                        <p:tav tm="0">
                                          <p:val>
                                            <p:fltVal val="0"/>
                                          </p:val>
                                        </p:tav>
                                        <p:tav tm="100000">
                                          <p:val>
                                            <p:strVal val="#ppt_w"/>
                                          </p:val>
                                        </p:tav>
                                      </p:tavLst>
                                    </p:anim>
                                    <p:anim calcmode="lin" valueType="num">
                                      <p:cBhvr>
                                        <p:cTn id="112" dur="450" fill="hold"/>
                                        <p:tgtEl>
                                          <p:spTgt spid="25"/>
                                        </p:tgtEl>
                                        <p:attrNameLst>
                                          <p:attrName>ppt_h</p:attrName>
                                        </p:attrNameLst>
                                      </p:cBhvr>
                                      <p:tavLst>
                                        <p:tav tm="0">
                                          <p:val>
                                            <p:fltVal val="0"/>
                                          </p:val>
                                        </p:tav>
                                        <p:tav tm="100000">
                                          <p:val>
                                            <p:strVal val="#ppt_h"/>
                                          </p:val>
                                        </p:tav>
                                      </p:tavLst>
                                    </p:anim>
                                    <p:animEffect transition="in" filter="fade">
                                      <p:cBhvr>
                                        <p:cTn id="113" dur="450"/>
                                        <p:tgtEl>
                                          <p:spTgt spid="25"/>
                                        </p:tgtEl>
                                      </p:cBhvr>
                                    </p:animEffect>
                                  </p:childTnLst>
                                </p:cTn>
                              </p:par>
                            </p:childTnLst>
                          </p:cTn>
                        </p:par>
                        <p:par>
                          <p:cTn id="140" fill="hold">
                            <p:stCondLst>
                              <p:cond delay="2300"/>
                            </p:stCondLst>
                            <p:childTnLst>
                              <p:par>
                                <p:cTn id="115" presetID="53" presetClass="entr" presetSubtype="16" fill="hold" grpId="0" nodeType="afterEffect">
                                  <p:stCondLst>
                                    <p:cond delay="0"/>
                                  </p:stCondLst>
                                  <p:childTnLst>
                                    <p:set>
                                      <p:cBhvr>
                                        <p:cTn id="116" dur="1" fill="hold">
                                          <p:stCondLst>
                                            <p:cond delay="0"/>
                                          </p:stCondLst>
                                        </p:cTn>
                                        <p:tgtEl>
                                          <p:spTgt spid="26"/>
                                        </p:tgtEl>
                                        <p:attrNameLst>
                                          <p:attrName>style.visibility</p:attrName>
                                        </p:attrNameLst>
                                      </p:cBhvr>
                                      <p:to>
                                        <p:strVal val="visible"/>
                                      </p:to>
                                    </p:set>
                                    <p:anim calcmode="lin" valueType="num">
                                      <p:cBhvr>
                                        <p:cTn id="117" dur="450" fill="hold"/>
                                        <p:tgtEl>
                                          <p:spTgt spid="26"/>
                                        </p:tgtEl>
                                        <p:attrNameLst>
                                          <p:attrName>ppt_w</p:attrName>
                                        </p:attrNameLst>
                                      </p:cBhvr>
                                      <p:tavLst>
                                        <p:tav tm="0">
                                          <p:val>
                                            <p:fltVal val="0"/>
                                          </p:val>
                                        </p:tav>
                                        <p:tav tm="100000">
                                          <p:val>
                                            <p:strVal val="#ppt_w"/>
                                          </p:val>
                                        </p:tav>
                                      </p:tavLst>
                                    </p:anim>
                                    <p:anim calcmode="lin" valueType="num">
                                      <p:cBhvr>
                                        <p:cTn id="118" dur="450" fill="hold"/>
                                        <p:tgtEl>
                                          <p:spTgt spid="26"/>
                                        </p:tgtEl>
                                        <p:attrNameLst>
                                          <p:attrName>ppt_h</p:attrName>
                                        </p:attrNameLst>
                                      </p:cBhvr>
                                      <p:tavLst>
                                        <p:tav tm="0">
                                          <p:val>
                                            <p:fltVal val="0"/>
                                          </p:val>
                                        </p:tav>
                                        <p:tav tm="100000">
                                          <p:val>
                                            <p:strVal val="#ppt_h"/>
                                          </p:val>
                                        </p:tav>
                                      </p:tavLst>
                                    </p:anim>
                                    <p:animEffect transition="in" filter="fade">
                                      <p:cBhvr>
                                        <p:cTn id="119" dur="450"/>
                                        <p:tgtEl>
                                          <p:spTgt spid="26"/>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27"/>
                                        </p:tgtEl>
                                        <p:attrNameLst>
                                          <p:attrName>style.visibility</p:attrName>
                                        </p:attrNameLst>
                                      </p:cBhvr>
                                      <p:to>
                                        <p:strVal val="visible"/>
                                      </p:to>
                                    </p:set>
                                    <p:anim calcmode="lin" valueType="num">
                                      <p:cBhvr>
                                        <p:cTn id="122" dur="450" fill="hold"/>
                                        <p:tgtEl>
                                          <p:spTgt spid="27"/>
                                        </p:tgtEl>
                                        <p:attrNameLst>
                                          <p:attrName>ppt_w</p:attrName>
                                        </p:attrNameLst>
                                      </p:cBhvr>
                                      <p:tavLst>
                                        <p:tav tm="0">
                                          <p:val>
                                            <p:fltVal val="0"/>
                                          </p:val>
                                        </p:tav>
                                        <p:tav tm="100000">
                                          <p:val>
                                            <p:strVal val="#ppt_w"/>
                                          </p:val>
                                        </p:tav>
                                      </p:tavLst>
                                    </p:anim>
                                    <p:anim calcmode="lin" valueType="num">
                                      <p:cBhvr>
                                        <p:cTn id="123" dur="450" fill="hold"/>
                                        <p:tgtEl>
                                          <p:spTgt spid="27"/>
                                        </p:tgtEl>
                                        <p:attrNameLst>
                                          <p:attrName>ppt_h</p:attrName>
                                        </p:attrNameLst>
                                      </p:cBhvr>
                                      <p:tavLst>
                                        <p:tav tm="0">
                                          <p:val>
                                            <p:fltVal val="0"/>
                                          </p:val>
                                        </p:tav>
                                        <p:tav tm="100000">
                                          <p:val>
                                            <p:strVal val="#ppt_h"/>
                                          </p:val>
                                        </p:tav>
                                      </p:tavLst>
                                    </p:anim>
                                    <p:animEffect transition="in" filter="fade">
                                      <p:cBhvr>
                                        <p:cTn id="124" dur="450"/>
                                        <p:tgtEl>
                                          <p:spTgt spid="27"/>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28"/>
                                        </p:tgtEl>
                                        <p:attrNameLst>
                                          <p:attrName>style.visibility</p:attrName>
                                        </p:attrNameLst>
                                      </p:cBhvr>
                                      <p:to>
                                        <p:strVal val="visible"/>
                                      </p:to>
                                    </p:set>
                                    <p:anim calcmode="lin" valueType="num">
                                      <p:cBhvr>
                                        <p:cTn id="127" dur="450" fill="hold"/>
                                        <p:tgtEl>
                                          <p:spTgt spid="28"/>
                                        </p:tgtEl>
                                        <p:attrNameLst>
                                          <p:attrName>ppt_w</p:attrName>
                                        </p:attrNameLst>
                                      </p:cBhvr>
                                      <p:tavLst>
                                        <p:tav tm="0">
                                          <p:val>
                                            <p:fltVal val="0"/>
                                          </p:val>
                                        </p:tav>
                                        <p:tav tm="100000">
                                          <p:val>
                                            <p:strVal val="#ppt_w"/>
                                          </p:val>
                                        </p:tav>
                                      </p:tavLst>
                                    </p:anim>
                                    <p:anim calcmode="lin" valueType="num">
                                      <p:cBhvr>
                                        <p:cTn id="128" dur="450" fill="hold"/>
                                        <p:tgtEl>
                                          <p:spTgt spid="28"/>
                                        </p:tgtEl>
                                        <p:attrNameLst>
                                          <p:attrName>ppt_h</p:attrName>
                                        </p:attrNameLst>
                                      </p:cBhvr>
                                      <p:tavLst>
                                        <p:tav tm="0">
                                          <p:val>
                                            <p:fltVal val="0"/>
                                          </p:val>
                                        </p:tav>
                                        <p:tav tm="100000">
                                          <p:val>
                                            <p:strVal val="#ppt_h"/>
                                          </p:val>
                                        </p:tav>
                                      </p:tavLst>
                                    </p:anim>
                                    <p:animEffect transition="in" filter="fade">
                                      <p:cBhvr>
                                        <p:cTn id="129" dur="450"/>
                                        <p:tgtEl>
                                          <p:spTgt spid="28"/>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 calcmode="lin" valueType="num">
                                      <p:cBhvr>
                                        <p:cTn id="132" dur="450" fill="hold"/>
                                        <p:tgtEl>
                                          <p:spTgt spid="29"/>
                                        </p:tgtEl>
                                        <p:attrNameLst>
                                          <p:attrName>ppt_w</p:attrName>
                                        </p:attrNameLst>
                                      </p:cBhvr>
                                      <p:tavLst>
                                        <p:tav tm="0">
                                          <p:val>
                                            <p:fltVal val="0"/>
                                          </p:val>
                                        </p:tav>
                                        <p:tav tm="100000">
                                          <p:val>
                                            <p:strVal val="#ppt_w"/>
                                          </p:val>
                                        </p:tav>
                                      </p:tavLst>
                                    </p:anim>
                                    <p:anim calcmode="lin" valueType="num">
                                      <p:cBhvr>
                                        <p:cTn id="133" dur="450" fill="hold"/>
                                        <p:tgtEl>
                                          <p:spTgt spid="29"/>
                                        </p:tgtEl>
                                        <p:attrNameLst>
                                          <p:attrName>ppt_h</p:attrName>
                                        </p:attrNameLst>
                                      </p:cBhvr>
                                      <p:tavLst>
                                        <p:tav tm="0">
                                          <p:val>
                                            <p:fltVal val="0"/>
                                          </p:val>
                                        </p:tav>
                                        <p:tav tm="100000">
                                          <p:val>
                                            <p:strVal val="#ppt_h"/>
                                          </p:val>
                                        </p:tav>
                                      </p:tavLst>
                                    </p:anim>
                                    <p:animEffect transition="in" filter="fade">
                                      <p:cBhvr>
                                        <p:cTn id="134" dur="450"/>
                                        <p:tgtEl>
                                          <p:spTgt spid="29"/>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30"/>
                                        </p:tgtEl>
                                        <p:attrNameLst>
                                          <p:attrName>style.visibility</p:attrName>
                                        </p:attrNameLst>
                                      </p:cBhvr>
                                      <p:to>
                                        <p:strVal val="visible"/>
                                      </p:to>
                                    </p:set>
                                    <p:anim calcmode="lin" valueType="num">
                                      <p:cBhvr>
                                        <p:cTn id="137" dur="450" fill="hold"/>
                                        <p:tgtEl>
                                          <p:spTgt spid="30"/>
                                        </p:tgtEl>
                                        <p:attrNameLst>
                                          <p:attrName>ppt_w</p:attrName>
                                        </p:attrNameLst>
                                      </p:cBhvr>
                                      <p:tavLst>
                                        <p:tav tm="0">
                                          <p:val>
                                            <p:fltVal val="0"/>
                                          </p:val>
                                        </p:tav>
                                        <p:tav tm="100000">
                                          <p:val>
                                            <p:strVal val="#ppt_w"/>
                                          </p:val>
                                        </p:tav>
                                      </p:tavLst>
                                    </p:anim>
                                    <p:anim calcmode="lin" valueType="num">
                                      <p:cBhvr>
                                        <p:cTn id="138" dur="450" fill="hold"/>
                                        <p:tgtEl>
                                          <p:spTgt spid="30"/>
                                        </p:tgtEl>
                                        <p:attrNameLst>
                                          <p:attrName>ppt_h</p:attrName>
                                        </p:attrNameLst>
                                      </p:cBhvr>
                                      <p:tavLst>
                                        <p:tav tm="0">
                                          <p:val>
                                            <p:fltVal val="0"/>
                                          </p:val>
                                        </p:tav>
                                        <p:tav tm="100000">
                                          <p:val>
                                            <p:strVal val="#ppt_h"/>
                                          </p:val>
                                        </p:tav>
                                      </p:tavLst>
                                    </p:anim>
                                    <p:animEffect transition="in" filter="fade">
                                      <p:cBhvr>
                                        <p:cTn id="139" dur="450"/>
                                        <p:tgtEl>
                                          <p:spTgt spid="30"/>
                                        </p:tgtEl>
                                      </p:cBhvr>
                                    </p:animEffect>
                                  </p:childTnLst>
                                </p:cTn>
                              </p:par>
                            </p:childTnLst>
                          </p:cTn>
                        </p:par>
                        <p:par>
                          <p:cTn id="166" fill="hold">
                            <p:stCondLst>
                              <p:cond delay="2750"/>
                            </p:stCondLst>
                            <p:childTnLst>
                              <p:par>
                                <p:cTn id="141" presetID="53" presetClass="entr" presetSubtype="16" fill="hold" grpId="0" nodeType="afterEffect">
                                  <p:stCondLst>
                                    <p:cond delay="0"/>
                                  </p:stCondLst>
                                  <p:childTnLst>
                                    <p:set>
                                      <p:cBhvr>
                                        <p:cTn id="142" dur="1" fill="hold">
                                          <p:stCondLst>
                                            <p:cond delay="0"/>
                                          </p:stCondLst>
                                        </p:cTn>
                                        <p:tgtEl>
                                          <p:spTgt spid="31"/>
                                        </p:tgtEl>
                                        <p:attrNameLst>
                                          <p:attrName>style.visibility</p:attrName>
                                        </p:attrNameLst>
                                      </p:cBhvr>
                                      <p:to>
                                        <p:strVal val="visible"/>
                                      </p:to>
                                    </p:set>
                                    <p:anim calcmode="lin" valueType="num">
                                      <p:cBhvr>
                                        <p:cTn id="143" dur="450" fill="hold"/>
                                        <p:tgtEl>
                                          <p:spTgt spid="31"/>
                                        </p:tgtEl>
                                        <p:attrNameLst>
                                          <p:attrName>ppt_w</p:attrName>
                                        </p:attrNameLst>
                                      </p:cBhvr>
                                      <p:tavLst>
                                        <p:tav tm="0">
                                          <p:val>
                                            <p:fltVal val="0"/>
                                          </p:val>
                                        </p:tav>
                                        <p:tav tm="100000">
                                          <p:val>
                                            <p:strVal val="#ppt_w"/>
                                          </p:val>
                                        </p:tav>
                                      </p:tavLst>
                                    </p:anim>
                                    <p:anim calcmode="lin" valueType="num">
                                      <p:cBhvr>
                                        <p:cTn id="144" dur="450" fill="hold"/>
                                        <p:tgtEl>
                                          <p:spTgt spid="31"/>
                                        </p:tgtEl>
                                        <p:attrNameLst>
                                          <p:attrName>ppt_h</p:attrName>
                                        </p:attrNameLst>
                                      </p:cBhvr>
                                      <p:tavLst>
                                        <p:tav tm="0">
                                          <p:val>
                                            <p:fltVal val="0"/>
                                          </p:val>
                                        </p:tav>
                                        <p:tav tm="100000">
                                          <p:val>
                                            <p:strVal val="#ppt_h"/>
                                          </p:val>
                                        </p:tav>
                                      </p:tavLst>
                                    </p:anim>
                                    <p:animEffect transition="in" filter="fade">
                                      <p:cBhvr>
                                        <p:cTn id="145" dur="450"/>
                                        <p:tgtEl>
                                          <p:spTgt spid="31"/>
                                        </p:tgtEl>
                                      </p:cBhvr>
                                    </p:animEffect>
                                  </p:childTnLst>
                                </p:cTn>
                              </p:par>
                              <p:par>
                                <p:cTn id="146" presetID="53" presetClass="entr" presetSubtype="16" fill="hold" grpId="0" nodeType="withEffect">
                                  <p:stCondLst>
                                    <p:cond delay="0"/>
                                  </p:stCondLst>
                                  <p:childTnLst>
                                    <p:set>
                                      <p:cBhvr>
                                        <p:cTn id="147" dur="1" fill="hold">
                                          <p:stCondLst>
                                            <p:cond delay="0"/>
                                          </p:stCondLst>
                                        </p:cTn>
                                        <p:tgtEl>
                                          <p:spTgt spid="32"/>
                                        </p:tgtEl>
                                        <p:attrNameLst>
                                          <p:attrName>style.visibility</p:attrName>
                                        </p:attrNameLst>
                                      </p:cBhvr>
                                      <p:to>
                                        <p:strVal val="visible"/>
                                      </p:to>
                                    </p:set>
                                    <p:anim calcmode="lin" valueType="num">
                                      <p:cBhvr>
                                        <p:cTn id="148" dur="450" fill="hold"/>
                                        <p:tgtEl>
                                          <p:spTgt spid="32"/>
                                        </p:tgtEl>
                                        <p:attrNameLst>
                                          <p:attrName>ppt_w</p:attrName>
                                        </p:attrNameLst>
                                      </p:cBhvr>
                                      <p:tavLst>
                                        <p:tav tm="0">
                                          <p:val>
                                            <p:fltVal val="0"/>
                                          </p:val>
                                        </p:tav>
                                        <p:tav tm="100000">
                                          <p:val>
                                            <p:strVal val="#ppt_w"/>
                                          </p:val>
                                        </p:tav>
                                      </p:tavLst>
                                    </p:anim>
                                    <p:anim calcmode="lin" valueType="num">
                                      <p:cBhvr>
                                        <p:cTn id="149" dur="450" fill="hold"/>
                                        <p:tgtEl>
                                          <p:spTgt spid="32"/>
                                        </p:tgtEl>
                                        <p:attrNameLst>
                                          <p:attrName>ppt_h</p:attrName>
                                        </p:attrNameLst>
                                      </p:cBhvr>
                                      <p:tavLst>
                                        <p:tav tm="0">
                                          <p:val>
                                            <p:fltVal val="0"/>
                                          </p:val>
                                        </p:tav>
                                        <p:tav tm="100000">
                                          <p:val>
                                            <p:strVal val="#ppt_h"/>
                                          </p:val>
                                        </p:tav>
                                      </p:tavLst>
                                    </p:anim>
                                    <p:animEffect transition="in" filter="fade">
                                      <p:cBhvr>
                                        <p:cTn id="150" dur="450"/>
                                        <p:tgtEl>
                                          <p:spTgt spid="32"/>
                                        </p:tgtEl>
                                      </p:cBhvr>
                                    </p:animEffect>
                                  </p:childTnLst>
                                </p:cTn>
                              </p:par>
                              <p:par>
                                <p:cTn id="151" presetID="53" presetClass="entr" presetSubtype="16" fill="hold" grpId="0" nodeType="withEffect">
                                  <p:stCondLst>
                                    <p:cond delay="0"/>
                                  </p:stCondLst>
                                  <p:childTnLst>
                                    <p:set>
                                      <p:cBhvr>
                                        <p:cTn id="152" dur="1" fill="hold">
                                          <p:stCondLst>
                                            <p:cond delay="0"/>
                                          </p:stCondLst>
                                        </p:cTn>
                                        <p:tgtEl>
                                          <p:spTgt spid="33"/>
                                        </p:tgtEl>
                                        <p:attrNameLst>
                                          <p:attrName>style.visibility</p:attrName>
                                        </p:attrNameLst>
                                      </p:cBhvr>
                                      <p:to>
                                        <p:strVal val="visible"/>
                                      </p:to>
                                    </p:set>
                                    <p:anim calcmode="lin" valueType="num">
                                      <p:cBhvr>
                                        <p:cTn id="153" dur="450" fill="hold"/>
                                        <p:tgtEl>
                                          <p:spTgt spid="33"/>
                                        </p:tgtEl>
                                        <p:attrNameLst>
                                          <p:attrName>ppt_w</p:attrName>
                                        </p:attrNameLst>
                                      </p:cBhvr>
                                      <p:tavLst>
                                        <p:tav tm="0">
                                          <p:val>
                                            <p:fltVal val="0"/>
                                          </p:val>
                                        </p:tav>
                                        <p:tav tm="100000">
                                          <p:val>
                                            <p:strVal val="#ppt_w"/>
                                          </p:val>
                                        </p:tav>
                                      </p:tavLst>
                                    </p:anim>
                                    <p:anim calcmode="lin" valueType="num">
                                      <p:cBhvr>
                                        <p:cTn id="154" dur="450" fill="hold"/>
                                        <p:tgtEl>
                                          <p:spTgt spid="33"/>
                                        </p:tgtEl>
                                        <p:attrNameLst>
                                          <p:attrName>ppt_h</p:attrName>
                                        </p:attrNameLst>
                                      </p:cBhvr>
                                      <p:tavLst>
                                        <p:tav tm="0">
                                          <p:val>
                                            <p:fltVal val="0"/>
                                          </p:val>
                                        </p:tav>
                                        <p:tav tm="100000">
                                          <p:val>
                                            <p:strVal val="#ppt_h"/>
                                          </p:val>
                                        </p:tav>
                                      </p:tavLst>
                                    </p:anim>
                                    <p:animEffect transition="in" filter="fade">
                                      <p:cBhvr>
                                        <p:cTn id="155" dur="450"/>
                                        <p:tgtEl>
                                          <p:spTgt spid="33"/>
                                        </p:tgtEl>
                                      </p:cBhvr>
                                    </p:animEffect>
                                  </p:childTnLst>
                                </p:cTn>
                              </p:par>
                              <p:par>
                                <p:cTn id="156" presetID="53" presetClass="entr" presetSubtype="16" fill="hold" grpId="0" nodeType="withEffect">
                                  <p:stCondLst>
                                    <p:cond delay="0"/>
                                  </p:stCondLst>
                                  <p:childTnLst>
                                    <p:set>
                                      <p:cBhvr>
                                        <p:cTn id="157" dur="1" fill="hold">
                                          <p:stCondLst>
                                            <p:cond delay="0"/>
                                          </p:stCondLst>
                                        </p:cTn>
                                        <p:tgtEl>
                                          <p:spTgt spid="34"/>
                                        </p:tgtEl>
                                        <p:attrNameLst>
                                          <p:attrName>style.visibility</p:attrName>
                                        </p:attrNameLst>
                                      </p:cBhvr>
                                      <p:to>
                                        <p:strVal val="visible"/>
                                      </p:to>
                                    </p:set>
                                    <p:anim calcmode="lin" valueType="num">
                                      <p:cBhvr>
                                        <p:cTn id="158" dur="450" fill="hold"/>
                                        <p:tgtEl>
                                          <p:spTgt spid="34"/>
                                        </p:tgtEl>
                                        <p:attrNameLst>
                                          <p:attrName>ppt_w</p:attrName>
                                        </p:attrNameLst>
                                      </p:cBhvr>
                                      <p:tavLst>
                                        <p:tav tm="0">
                                          <p:val>
                                            <p:fltVal val="0"/>
                                          </p:val>
                                        </p:tav>
                                        <p:tav tm="100000">
                                          <p:val>
                                            <p:strVal val="#ppt_w"/>
                                          </p:val>
                                        </p:tav>
                                      </p:tavLst>
                                    </p:anim>
                                    <p:anim calcmode="lin" valueType="num">
                                      <p:cBhvr>
                                        <p:cTn id="159" dur="450" fill="hold"/>
                                        <p:tgtEl>
                                          <p:spTgt spid="34"/>
                                        </p:tgtEl>
                                        <p:attrNameLst>
                                          <p:attrName>ppt_h</p:attrName>
                                        </p:attrNameLst>
                                      </p:cBhvr>
                                      <p:tavLst>
                                        <p:tav tm="0">
                                          <p:val>
                                            <p:fltVal val="0"/>
                                          </p:val>
                                        </p:tav>
                                        <p:tav tm="100000">
                                          <p:val>
                                            <p:strVal val="#ppt_h"/>
                                          </p:val>
                                        </p:tav>
                                      </p:tavLst>
                                    </p:anim>
                                    <p:animEffect transition="in" filter="fade">
                                      <p:cBhvr>
                                        <p:cTn id="160" dur="450"/>
                                        <p:tgtEl>
                                          <p:spTgt spid="34"/>
                                        </p:tgtEl>
                                      </p:cBhvr>
                                    </p:animEffect>
                                  </p:childTnLst>
                                </p:cTn>
                              </p:par>
                              <p:par>
                                <p:cTn id="161" presetID="53" presetClass="entr" presetSubtype="16" fill="hold" grpId="0" nodeType="withEffect">
                                  <p:stCondLst>
                                    <p:cond delay="0"/>
                                  </p:stCondLst>
                                  <p:childTnLst>
                                    <p:set>
                                      <p:cBhvr>
                                        <p:cTn id="162" dur="1" fill="hold">
                                          <p:stCondLst>
                                            <p:cond delay="0"/>
                                          </p:stCondLst>
                                        </p:cTn>
                                        <p:tgtEl>
                                          <p:spTgt spid="35"/>
                                        </p:tgtEl>
                                        <p:attrNameLst>
                                          <p:attrName>style.visibility</p:attrName>
                                        </p:attrNameLst>
                                      </p:cBhvr>
                                      <p:to>
                                        <p:strVal val="visible"/>
                                      </p:to>
                                    </p:set>
                                    <p:anim calcmode="lin" valueType="num">
                                      <p:cBhvr>
                                        <p:cTn id="163" dur="450" fill="hold"/>
                                        <p:tgtEl>
                                          <p:spTgt spid="35"/>
                                        </p:tgtEl>
                                        <p:attrNameLst>
                                          <p:attrName>ppt_w</p:attrName>
                                        </p:attrNameLst>
                                      </p:cBhvr>
                                      <p:tavLst>
                                        <p:tav tm="0">
                                          <p:val>
                                            <p:fltVal val="0"/>
                                          </p:val>
                                        </p:tav>
                                        <p:tav tm="100000">
                                          <p:val>
                                            <p:strVal val="#ppt_w"/>
                                          </p:val>
                                        </p:tav>
                                      </p:tavLst>
                                    </p:anim>
                                    <p:anim calcmode="lin" valueType="num">
                                      <p:cBhvr>
                                        <p:cTn id="164" dur="450" fill="hold"/>
                                        <p:tgtEl>
                                          <p:spTgt spid="35"/>
                                        </p:tgtEl>
                                        <p:attrNameLst>
                                          <p:attrName>ppt_h</p:attrName>
                                        </p:attrNameLst>
                                      </p:cBhvr>
                                      <p:tavLst>
                                        <p:tav tm="0">
                                          <p:val>
                                            <p:fltVal val="0"/>
                                          </p:val>
                                        </p:tav>
                                        <p:tav tm="100000">
                                          <p:val>
                                            <p:strVal val="#ppt_h"/>
                                          </p:val>
                                        </p:tav>
                                      </p:tavLst>
                                    </p:anim>
                                    <p:animEffect transition="in" filter="fade">
                                      <p:cBhvr>
                                        <p:cTn id="165" dur="450"/>
                                        <p:tgtEl>
                                          <p:spTgt spid="35"/>
                                        </p:tgtEl>
                                      </p:cBhvr>
                                    </p:animEffect>
                                  </p:childTnLst>
                                </p:cTn>
                              </p:par>
                            </p:childTnLst>
                          </p:cTn>
                        </p:par>
                        <p:par>
                          <p:cTn id="170" fill="hold">
                            <p:stCondLst>
                              <p:cond delay="3200"/>
                            </p:stCondLst>
                            <p:childTnLst>
                              <p:par>
                                <p:cTn id="167" presetID="10" presetClass="entr" presetSubtype="0" fill="hold" grpId="0" nodeType="afterEffect">
                                  <p:stCondLst>
                                    <p:cond delay="0"/>
                                  </p:stCondLst>
                                  <p:childTnLst>
                                    <p:set>
                                      <p:cBhvr>
                                        <p:cTn id="168" dur="1" fill="hold">
                                          <p:stCondLst>
                                            <p:cond delay="0"/>
                                          </p:stCondLst>
                                        </p:cTn>
                                        <p:tgtEl>
                                          <p:spTgt spid="36"/>
                                        </p:tgtEl>
                                        <p:attrNameLst>
                                          <p:attrName>style.visibility</p:attrName>
                                        </p:attrNameLst>
                                      </p:cBhvr>
                                      <p:to>
                                        <p:strVal val="visible"/>
                                      </p:to>
                                    </p:set>
                                    <p:animEffect transition="in" filter="fade">
                                      <p:cBhvr>
                                        <p:cTn id="169" dur="500"/>
                                        <p:tgtEl>
                                          <p:spTgt spid="36"/>
                                        </p:tgtEl>
                                      </p:cBhvr>
                                    </p:animEffect>
                                  </p:childTnLst>
                                </p:cTn>
                              </p:par>
                            </p:childTnLst>
                          </p:cTn>
                        </p:par>
                        <p:par>
                          <p:cTn id="186" fill="hold">
                            <p:stCondLst>
                              <p:cond delay="3700"/>
                            </p:stCondLst>
                            <p:childTnLst>
                              <p:par>
                                <p:cTn id="171" presetID="42" presetClass="entr" presetSubtype="0" fill="hold" grpId="0" nodeType="afterEffect">
                                  <p:stCondLst>
                                    <p:cond delay="0"/>
                                  </p:stCondLst>
                                  <p:childTnLst>
                                    <p:set>
                                      <p:cBhvr>
                                        <p:cTn id="172" dur="1" fill="hold">
                                          <p:stCondLst>
                                            <p:cond delay="0"/>
                                          </p:stCondLst>
                                        </p:cTn>
                                        <p:tgtEl>
                                          <p:spTgt spid="37"/>
                                        </p:tgtEl>
                                        <p:attrNameLst>
                                          <p:attrName>style.visibility</p:attrName>
                                        </p:attrNameLst>
                                      </p:cBhvr>
                                      <p:to>
                                        <p:strVal val="visible"/>
                                      </p:to>
                                    </p:set>
                                    <p:animEffect transition="in" filter="fade">
                                      <p:cBhvr>
                                        <p:cTn id="173" dur="600"/>
                                        <p:tgtEl>
                                          <p:spTgt spid="37"/>
                                        </p:tgtEl>
                                      </p:cBhvr>
                                    </p:animEffect>
                                    <p:anim calcmode="lin" valueType="num">
                                      <p:cBhvr additive="base">
                                        <p:cTn id="174" dur="600" fill="hold"/>
                                        <p:tgtEl>
                                          <p:spTgt spid="37"/>
                                        </p:tgtEl>
                                        <p:attrNameLst>
                                          <p:attrName>ppt_x</p:attrName>
                                        </p:attrNameLst>
                                      </p:cBhvr>
                                      <p:tavLst>
                                        <p:tav tm="0">
                                          <p:val>
                                            <p:strVal val="#ppt_x"/>
                                          </p:val>
                                        </p:tav>
                                        <p:tav tm="100000">
                                          <p:val>
                                            <p:strVal val="#ppt_x"/>
                                          </p:val>
                                        </p:tav>
                                      </p:tavLst>
                                    </p:anim>
                                    <p:anim calcmode="lin" valueType="num">
                                      <p:cBhvr additive="base">
                                        <p:cTn id="175" dur="600" fill="hold"/>
                                        <p:tgtEl>
                                          <p:spTgt spid="37"/>
                                        </p:tgtEl>
                                        <p:attrNameLst>
                                          <p:attrName>ppt_y</p:attrName>
                                        </p:attrNameLst>
                                      </p:cBhvr>
                                      <p:tavLst>
                                        <p:tav tm="0">
                                          <p:val>
                                            <p:strVal val="#ppt_y+.1"/>
                                          </p:val>
                                        </p:tav>
                                        <p:tav tm="100000">
                                          <p:val>
                                            <p:strVal val="#ppt_y"/>
                                          </p:val>
                                        </p:tav>
                                      </p:tavLst>
                                    </p:anim>
                                  </p:childTnLst>
                                </p:cTn>
                              </p:par>
                              <p:par>
                                <p:cTn id="176" presetID="42" presetClass="entr" presetSubtype="0" fill="hold" grpId="0" nodeType="withEffect">
                                  <p:stCondLst>
                                    <p:cond delay="0"/>
                                  </p:stCondLst>
                                  <p:childTnLst>
                                    <p:set>
                                      <p:cBhvr>
                                        <p:cTn id="177" dur="1" fill="hold">
                                          <p:stCondLst>
                                            <p:cond delay="0"/>
                                          </p:stCondLst>
                                        </p:cTn>
                                        <p:tgtEl>
                                          <p:spTgt spid="38"/>
                                        </p:tgtEl>
                                        <p:attrNameLst>
                                          <p:attrName>style.visibility</p:attrName>
                                        </p:attrNameLst>
                                      </p:cBhvr>
                                      <p:to>
                                        <p:strVal val="visible"/>
                                      </p:to>
                                    </p:set>
                                    <p:animEffect transition="in" filter="fade">
                                      <p:cBhvr>
                                        <p:cTn id="178" dur="600"/>
                                        <p:tgtEl>
                                          <p:spTgt spid="38"/>
                                        </p:tgtEl>
                                      </p:cBhvr>
                                    </p:animEffect>
                                    <p:anim calcmode="lin" valueType="num">
                                      <p:cBhvr additive="base">
                                        <p:cTn id="179" dur="600" fill="hold"/>
                                        <p:tgtEl>
                                          <p:spTgt spid="38"/>
                                        </p:tgtEl>
                                        <p:attrNameLst>
                                          <p:attrName>ppt_x</p:attrName>
                                        </p:attrNameLst>
                                      </p:cBhvr>
                                      <p:tavLst>
                                        <p:tav tm="0">
                                          <p:val>
                                            <p:strVal val="#ppt_x"/>
                                          </p:val>
                                        </p:tav>
                                        <p:tav tm="100000">
                                          <p:val>
                                            <p:strVal val="#ppt_x"/>
                                          </p:val>
                                        </p:tav>
                                      </p:tavLst>
                                    </p:anim>
                                    <p:anim calcmode="lin" valueType="num">
                                      <p:cBhvr additive="base">
                                        <p:cTn id="180" dur="600" fill="hold"/>
                                        <p:tgtEl>
                                          <p:spTgt spid="38"/>
                                        </p:tgtEl>
                                        <p:attrNameLst>
                                          <p:attrName>ppt_y</p:attrName>
                                        </p:attrNameLst>
                                      </p:cBhvr>
                                      <p:tavLst>
                                        <p:tav tm="0">
                                          <p:val>
                                            <p:strVal val="#ppt_y+.1"/>
                                          </p:val>
                                        </p:tav>
                                        <p:tav tm="100000">
                                          <p:val>
                                            <p:strVal val="#ppt_y"/>
                                          </p:val>
                                        </p:tav>
                                      </p:tavLst>
                                    </p:anim>
                                  </p:childTnLst>
                                </p:cTn>
                              </p:par>
                              <p:par>
                                <p:cTn id="181" presetID="42" presetClass="entr" presetSubtype="0" fill="hold" grpId="0" nodeType="withEffect">
                                  <p:stCondLst>
                                    <p:cond delay="0"/>
                                  </p:stCondLst>
                                  <p:childTnLst>
                                    <p:set>
                                      <p:cBhvr>
                                        <p:cTn id="182" dur="1" fill="hold">
                                          <p:stCondLst>
                                            <p:cond delay="0"/>
                                          </p:stCondLst>
                                        </p:cTn>
                                        <p:tgtEl>
                                          <p:spTgt spid="39"/>
                                        </p:tgtEl>
                                        <p:attrNameLst>
                                          <p:attrName>style.visibility</p:attrName>
                                        </p:attrNameLst>
                                      </p:cBhvr>
                                      <p:to>
                                        <p:strVal val="visible"/>
                                      </p:to>
                                    </p:set>
                                    <p:animEffect transition="in" filter="fade">
                                      <p:cBhvr>
                                        <p:cTn id="183" dur="600"/>
                                        <p:tgtEl>
                                          <p:spTgt spid="39"/>
                                        </p:tgtEl>
                                      </p:cBhvr>
                                    </p:animEffect>
                                    <p:anim calcmode="lin" valueType="num">
                                      <p:cBhvr additive="base">
                                        <p:cTn id="184" dur="600" fill="hold"/>
                                        <p:tgtEl>
                                          <p:spTgt spid="39"/>
                                        </p:tgtEl>
                                        <p:attrNameLst>
                                          <p:attrName>ppt_x</p:attrName>
                                        </p:attrNameLst>
                                      </p:cBhvr>
                                      <p:tavLst>
                                        <p:tav tm="0">
                                          <p:val>
                                            <p:strVal val="#ppt_x"/>
                                          </p:val>
                                        </p:tav>
                                        <p:tav tm="100000">
                                          <p:val>
                                            <p:strVal val="#ppt_x"/>
                                          </p:val>
                                        </p:tav>
                                      </p:tavLst>
                                    </p:anim>
                                    <p:anim calcmode="lin" valueType="num">
                                      <p:cBhvr additive="base">
                                        <p:cTn id="185" dur="600" fill="hold"/>
                                        <p:tgtEl>
                                          <p:spTgt spid="39"/>
                                        </p:tgtEl>
                                        <p:attrNameLst>
                                          <p:attrName>ppt_y</p:attrName>
                                        </p:attrNameLst>
                                      </p:cBhvr>
                                      <p:tavLst>
                                        <p:tav tm="0">
                                          <p:val>
                                            <p:strVal val="#ppt_y+.1"/>
                                          </p:val>
                                        </p:tav>
                                        <p:tav tm="100000">
                                          <p:val>
                                            <p:strVal val="#ppt_y"/>
                                          </p:val>
                                        </p:tav>
                                      </p:tavLst>
                                    </p:anim>
                                  </p:childTnLst>
                                </p:cTn>
                              </p:par>
                            </p:childTnLst>
                          </p:cTn>
                        </p:par>
                        <p:par>
                          <p:cTn id="202" fill="hold">
                            <p:stCondLst>
                              <p:cond delay="4300"/>
                            </p:stCondLst>
                            <p:childTnLst>
                              <p:par>
                                <p:cTn id="187" presetID="42" presetClass="entr" presetSubtype="0" fill="hold" grpId="0" nodeType="afterEffect">
                                  <p:stCondLst>
                                    <p:cond delay="0"/>
                                  </p:stCondLst>
                                  <p:childTnLst>
                                    <p:set>
                                      <p:cBhvr>
                                        <p:cTn id="188" dur="1" fill="hold">
                                          <p:stCondLst>
                                            <p:cond delay="0"/>
                                          </p:stCondLst>
                                        </p:cTn>
                                        <p:tgtEl>
                                          <p:spTgt spid="40"/>
                                        </p:tgtEl>
                                        <p:attrNameLst>
                                          <p:attrName>style.visibility</p:attrName>
                                        </p:attrNameLst>
                                      </p:cBhvr>
                                      <p:to>
                                        <p:strVal val="visible"/>
                                      </p:to>
                                    </p:set>
                                    <p:animEffect transition="in" filter="fade">
                                      <p:cBhvr>
                                        <p:cTn id="189" dur="600"/>
                                        <p:tgtEl>
                                          <p:spTgt spid="40"/>
                                        </p:tgtEl>
                                      </p:cBhvr>
                                    </p:animEffect>
                                    <p:anim calcmode="lin" valueType="num">
                                      <p:cBhvr additive="base">
                                        <p:cTn id="190" dur="600" fill="hold"/>
                                        <p:tgtEl>
                                          <p:spTgt spid="40"/>
                                        </p:tgtEl>
                                        <p:attrNameLst>
                                          <p:attrName>ppt_x</p:attrName>
                                        </p:attrNameLst>
                                      </p:cBhvr>
                                      <p:tavLst>
                                        <p:tav tm="0">
                                          <p:val>
                                            <p:strVal val="#ppt_x"/>
                                          </p:val>
                                        </p:tav>
                                        <p:tav tm="100000">
                                          <p:val>
                                            <p:strVal val="#ppt_x"/>
                                          </p:val>
                                        </p:tav>
                                      </p:tavLst>
                                    </p:anim>
                                    <p:anim calcmode="lin" valueType="num">
                                      <p:cBhvr additive="base">
                                        <p:cTn id="191" dur="600" fill="hold"/>
                                        <p:tgtEl>
                                          <p:spTgt spid="40"/>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0"/>
                                  </p:stCondLst>
                                  <p:childTnLst>
                                    <p:set>
                                      <p:cBhvr>
                                        <p:cTn id="193" dur="1" fill="hold">
                                          <p:stCondLst>
                                            <p:cond delay="0"/>
                                          </p:stCondLst>
                                        </p:cTn>
                                        <p:tgtEl>
                                          <p:spTgt spid="41"/>
                                        </p:tgtEl>
                                        <p:attrNameLst>
                                          <p:attrName>style.visibility</p:attrName>
                                        </p:attrNameLst>
                                      </p:cBhvr>
                                      <p:to>
                                        <p:strVal val="visible"/>
                                      </p:to>
                                    </p:set>
                                    <p:animEffect transition="in" filter="fade">
                                      <p:cBhvr>
                                        <p:cTn id="194" dur="600"/>
                                        <p:tgtEl>
                                          <p:spTgt spid="41"/>
                                        </p:tgtEl>
                                      </p:cBhvr>
                                    </p:animEffect>
                                    <p:anim calcmode="lin" valueType="num">
                                      <p:cBhvr additive="base">
                                        <p:cTn id="195" dur="600" fill="hold"/>
                                        <p:tgtEl>
                                          <p:spTgt spid="41"/>
                                        </p:tgtEl>
                                        <p:attrNameLst>
                                          <p:attrName>ppt_x</p:attrName>
                                        </p:attrNameLst>
                                      </p:cBhvr>
                                      <p:tavLst>
                                        <p:tav tm="0">
                                          <p:val>
                                            <p:strVal val="#ppt_x"/>
                                          </p:val>
                                        </p:tav>
                                        <p:tav tm="100000">
                                          <p:val>
                                            <p:strVal val="#ppt_x"/>
                                          </p:val>
                                        </p:tav>
                                      </p:tavLst>
                                    </p:anim>
                                    <p:anim calcmode="lin" valueType="num">
                                      <p:cBhvr additive="base">
                                        <p:cTn id="196" dur="600" fill="hold"/>
                                        <p:tgtEl>
                                          <p:spTgt spid="41"/>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0"/>
                                  </p:stCondLst>
                                  <p:childTnLst>
                                    <p:set>
                                      <p:cBhvr>
                                        <p:cTn id="198" dur="1" fill="hold">
                                          <p:stCondLst>
                                            <p:cond delay="0"/>
                                          </p:stCondLst>
                                        </p:cTn>
                                        <p:tgtEl>
                                          <p:spTgt spid="42"/>
                                        </p:tgtEl>
                                        <p:attrNameLst>
                                          <p:attrName>style.visibility</p:attrName>
                                        </p:attrNameLst>
                                      </p:cBhvr>
                                      <p:to>
                                        <p:strVal val="visible"/>
                                      </p:to>
                                    </p:set>
                                    <p:animEffect transition="in" filter="fade">
                                      <p:cBhvr>
                                        <p:cTn id="199" dur="600"/>
                                        <p:tgtEl>
                                          <p:spTgt spid="42"/>
                                        </p:tgtEl>
                                      </p:cBhvr>
                                    </p:animEffect>
                                    <p:anim calcmode="lin" valueType="num">
                                      <p:cBhvr additive="base">
                                        <p:cTn id="200" dur="600" fill="hold"/>
                                        <p:tgtEl>
                                          <p:spTgt spid="42"/>
                                        </p:tgtEl>
                                        <p:attrNameLst>
                                          <p:attrName>ppt_x</p:attrName>
                                        </p:attrNameLst>
                                      </p:cBhvr>
                                      <p:tavLst>
                                        <p:tav tm="0">
                                          <p:val>
                                            <p:strVal val="#ppt_x"/>
                                          </p:val>
                                        </p:tav>
                                        <p:tav tm="100000">
                                          <p:val>
                                            <p:strVal val="#ppt_x"/>
                                          </p:val>
                                        </p:tav>
                                      </p:tavLst>
                                    </p:anim>
                                    <p:anim calcmode="lin" valueType="num">
                                      <p:cBhvr additive="base">
                                        <p:cTn id="201" dur="600" fill="hold"/>
                                        <p:tgtEl>
                                          <p:spTgt spid="42"/>
                                        </p:tgtEl>
                                        <p:attrNameLst>
                                          <p:attrName>ppt_y</p:attrName>
                                        </p:attrNameLst>
                                      </p:cBhvr>
                                      <p:tavLst>
                                        <p:tav tm="0">
                                          <p:val>
                                            <p:strVal val="#ppt_y+.1"/>
                                          </p:val>
                                        </p:tav>
                                        <p:tav tm="100000">
                                          <p:val>
                                            <p:strVal val="#ppt_y"/>
                                          </p:val>
                                        </p:tav>
                                      </p:tavLst>
                                    </p:anim>
                                  </p:childTnLst>
                                </p:cTn>
                              </p:par>
                            </p:childTnLst>
                          </p:cTn>
                        </p:par>
                        <p:par>
                          <p:cTn id="218" fill="hold">
                            <p:stCondLst>
                              <p:cond delay="4900"/>
                            </p:stCondLst>
                            <p:childTnLst>
                              <p:par>
                                <p:cTn id="203" presetID="42" presetClass="entr" presetSubtype="0" fill="hold" grpId="0" nodeType="afterEffect">
                                  <p:stCondLst>
                                    <p:cond delay="0"/>
                                  </p:stCondLst>
                                  <p:childTnLst>
                                    <p:set>
                                      <p:cBhvr>
                                        <p:cTn id="204" dur="1" fill="hold">
                                          <p:stCondLst>
                                            <p:cond delay="0"/>
                                          </p:stCondLst>
                                        </p:cTn>
                                        <p:tgtEl>
                                          <p:spTgt spid="43"/>
                                        </p:tgtEl>
                                        <p:attrNameLst>
                                          <p:attrName>style.visibility</p:attrName>
                                        </p:attrNameLst>
                                      </p:cBhvr>
                                      <p:to>
                                        <p:strVal val="visible"/>
                                      </p:to>
                                    </p:set>
                                    <p:animEffect transition="in" filter="fade">
                                      <p:cBhvr>
                                        <p:cTn id="205" dur="600"/>
                                        <p:tgtEl>
                                          <p:spTgt spid="43"/>
                                        </p:tgtEl>
                                      </p:cBhvr>
                                    </p:animEffect>
                                    <p:anim calcmode="lin" valueType="num">
                                      <p:cBhvr additive="base">
                                        <p:cTn id="206" dur="600" fill="hold"/>
                                        <p:tgtEl>
                                          <p:spTgt spid="43"/>
                                        </p:tgtEl>
                                        <p:attrNameLst>
                                          <p:attrName>ppt_x</p:attrName>
                                        </p:attrNameLst>
                                      </p:cBhvr>
                                      <p:tavLst>
                                        <p:tav tm="0">
                                          <p:val>
                                            <p:strVal val="#ppt_x"/>
                                          </p:val>
                                        </p:tav>
                                        <p:tav tm="100000">
                                          <p:val>
                                            <p:strVal val="#ppt_x"/>
                                          </p:val>
                                        </p:tav>
                                      </p:tavLst>
                                    </p:anim>
                                    <p:anim calcmode="lin" valueType="num">
                                      <p:cBhvr additive="base">
                                        <p:cTn id="207" dur="600" fill="hold"/>
                                        <p:tgtEl>
                                          <p:spTgt spid="43"/>
                                        </p:tgtEl>
                                        <p:attrNameLst>
                                          <p:attrName>ppt_y</p:attrName>
                                        </p:attrNameLst>
                                      </p:cBhvr>
                                      <p:tavLst>
                                        <p:tav tm="0">
                                          <p:val>
                                            <p:strVal val="#ppt_y+.1"/>
                                          </p:val>
                                        </p:tav>
                                        <p:tav tm="100000">
                                          <p:val>
                                            <p:strVal val="#ppt_y"/>
                                          </p:val>
                                        </p:tav>
                                      </p:tavLst>
                                    </p:anim>
                                  </p:childTnLst>
                                </p:cTn>
                              </p:par>
                              <p:par>
                                <p:cTn id="208" presetID="42" presetClass="entr" presetSubtype="0" fill="hold" grpId="0" nodeType="withEffect">
                                  <p:stCondLst>
                                    <p:cond delay="0"/>
                                  </p:stCondLst>
                                  <p:childTnLst>
                                    <p:set>
                                      <p:cBhvr>
                                        <p:cTn id="209" dur="1" fill="hold">
                                          <p:stCondLst>
                                            <p:cond delay="0"/>
                                          </p:stCondLst>
                                        </p:cTn>
                                        <p:tgtEl>
                                          <p:spTgt spid="44"/>
                                        </p:tgtEl>
                                        <p:attrNameLst>
                                          <p:attrName>style.visibility</p:attrName>
                                        </p:attrNameLst>
                                      </p:cBhvr>
                                      <p:to>
                                        <p:strVal val="visible"/>
                                      </p:to>
                                    </p:set>
                                    <p:animEffect transition="in" filter="fade">
                                      <p:cBhvr>
                                        <p:cTn id="210" dur="600"/>
                                        <p:tgtEl>
                                          <p:spTgt spid="44"/>
                                        </p:tgtEl>
                                      </p:cBhvr>
                                    </p:animEffect>
                                    <p:anim calcmode="lin" valueType="num">
                                      <p:cBhvr additive="base">
                                        <p:cTn id="211" dur="600" fill="hold"/>
                                        <p:tgtEl>
                                          <p:spTgt spid="44"/>
                                        </p:tgtEl>
                                        <p:attrNameLst>
                                          <p:attrName>ppt_x</p:attrName>
                                        </p:attrNameLst>
                                      </p:cBhvr>
                                      <p:tavLst>
                                        <p:tav tm="0">
                                          <p:val>
                                            <p:strVal val="#ppt_x"/>
                                          </p:val>
                                        </p:tav>
                                        <p:tav tm="100000">
                                          <p:val>
                                            <p:strVal val="#ppt_x"/>
                                          </p:val>
                                        </p:tav>
                                      </p:tavLst>
                                    </p:anim>
                                    <p:anim calcmode="lin" valueType="num">
                                      <p:cBhvr additive="base">
                                        <p:cTn id="212" dur="600" fill="hold"/>
                                        <p:tgtEl>
                                          <p:spTgt spid="44"/>
                                        </p:tgtEl>
                                        <p:attrNameLst>
                                          <p:attrName>ppt_y</p:attrName>
                                        </p:attrNameLst>
                                      </p:cBhvr>
                                      <p:tavLst>
                                        <p:tav tm="0">
                                          <p:val>
                                            <p:strVal val="#ppt_y+.1"/>
                                          </p:val>
                                        </p:tav>
                                        <p:tav tm="100000">
                                          <p:val>
                                            <p:strVal val="#ppt_y"/>
                                          </p:val>
                                        </p:tav>
                                      </p:tavLst>
                                    </p:anim>
                                  </p:childTnLst>
                                </p:cTn>
                              </p:par>
                              <p:par>
                                <p:cTn id="213" presetID="42" presetClass="entr" presetSubtype="0" fill="hold" grpId="0" nodeType="withEffect">
                                  <p:stCondLst>
                                    <p:cond delay="0"/>
                                  </p:stCondLst>
                                  <p:childTnLst>
                                    <p:set>
                                      <p:cBhvr>
                                        <p:cTn id="214" dur="1" fill="hold">
                                          <p:stCondLst>
                                            <p:cond delay="0"/>
                                          </p:stCondLst>
                                        </p:cTn>
                                        <p:tgtEl>
                                          <p:spTgt spid="45"/>
                                        </p:tgtEl>
                                        <p:attrNameLst>
                                          <p:attrName>style.visibility</p:attrName>
                                        </p:attrNameLst>
                                      </p:cBhvr>
                                      <p:to>
                                        <p:strVal val="visible"/>
                                      </p:to>
                                    </p:set>
                                    <p:animEffect transition="in" filter="fade">
                                      <p:cBhvr>
                                        <p:cTn id="215" dur="600"/>
                                        <p:tgtEl>
                                          <p:spTgt spid="45"/>
                                        </p:tgtEl>
                                      </p:cBhvr>
                                    </p:animEffect>
                                    <p:anim calcmode="lin" valueType="num">
                                      <p:cBhvr additive="base">
                                        <p:cTn id="216" dur="600" fill="hold"/>
                                        <p:tgtEl>
                                          <p:spTgt spid="45"/>
                                        </p:tgtEl>
                                        <p:attrNameLst>
                                          <p:attrName>ppt_x</p:attrName>
                                        </p:attrNameLst>
                                      </p:cBhvr>
                                      <p:tavLst>
                                        <p:tav tm="0">
                                          <p:val>
                                            <p:strVal val="#ppt_x"/>
                                          </p:val>
                                        </p:tav>
                                        <p:tav tm="100000">
                                          <p:val>
                                            <p:strVal val="#ppt_x"/>
                                          </p:val>
                                        </p:tav>
                                      </p:tavLst>
                                    </p:anim>
                                    <p:anim calcmode="lin" valueType="num">
                                      <p:cBhvr additive="base">
                                        <p:cTn id="217" dur="600" fill="hold"/>
                                        <p:tgtEl>
                                          <p:spTgt spid="45"/>
                                        </p:tgtEl>
                                        <p:attrNameLst>
                                          <p:attrName>ppt_y</p:attrName>
                                        </p:attrNameLst>
                                      </p:cBhvr>
                                      <p:tavLst>
                                        <p:tav tm="0">
                                          <p:val>
                                            <p:strVal val="#ppt_y+.1"/>
                                          </p:val>
                                        </p:tav>
                                        <p:tav tm="100000">
                                          <p:val>
                                            <p:strVal val="#ppt_y"/>
                                          </p:val>
                                        </p:tav>
                                      </p:tavLst>
                                    </p:anim>
                                  </p:childTnLst>
                                </p:cTn>
                              </p:par>
                            </p:childTnLst>
                          </p:cTn>
                        </p:par>
                        <p:par>
                          <p:cTn id="234" fill="hold">
                            <p:stCondLst>
                              <p:cond delay="5500"/>
                            </p:stCondLst>
                            <p:childTnLst>
                              <p:par>
                                <p:cTn id="219" presetID="42" presetClass="entr" presetSubtype="0" fill="hold" grpId="0" nodeType="afterEffect">
                                  <p:stCondLst>
                                    <p:cond delay="0"/>
                                  </p:stCondLst>
                                  <p:childTnLst>
                                    <p:set>
                                      <p:cBhvr>
                                        <p:cTn id="220" dur="1" fill="hold">
                                          <p:stCondLst>
                                            <p:cond delay="0"/>
                                          </p:stCondLst>
                                        </p:cTn>
                                        <p:tgtEl>
                                          <p:spTgt spid="46"/>
                                        </p:tgtEl>
                                        <p:attrNameLst>
                                          <p:attrName>style.visibility</p:attrName>
                                        </p:attrNameLst>
                                      </p:cBhvr>
                                      <p:to>
                                        <p:strVal val="visible"/>
                                      </p:to>
                                    </p:set>
                                    <p:animEffect transition="in" filter="fade">
                                      <p:cBhvr>
                                        <p:cTn id="221" dur="600"/>
                                        <p:tgtEl>
                                          <p:spTgt spid="46"/>
                                        </p:tgtEl>
                                      </p:cBhvr>
                                    </p:animEffect>
                                    <p:anim calcmode="lin" valueType="num">
                                      <p:cBhvr additive="base">
                                        <p:cTn id="222" dur="600" fill="hold"/>
                                        <p:tgtEl>
                                          <p:spTgt spid="46"/>
                                        </p:tgtEl>
                                        <p:attrNameLst>
                                          <p:attrName>ppt_x</p:attrName>
                                        </p:attrNameLst>
                                      </p:cBhvr>
                                      <p:tavLst>
                                        <p:tav tm="0">
                                          <p:val>
                                            <p:strVal val="#ppt_x"/>
                                          </p:val>
                                        </p:tav>
                                        <p:tav tm="100000">
                                          <p:val>
                                            <p:strVal val="#ppt_x"/>
                                          </p:val>
                                        </p:tav>
                                      </p:tavLst>
                                    </p:anim>
                                    <p:anim calcmode="lin" valueType="num">
                                      <p:cBhvr additive="base">
                                        <p:cTn id="223" dur="600" fill="hold"/>
                                        <p:tgtEl>
                                          <p:spTgt spid="46"/>
                                        </p:tgtEl>
                                        <p:attrNameLst>
                                          <p:attrName>ppt_y</p:attrName>
                                        </p:attrNameLst>
                                      </p:cBhvr>
                                      <p:tavLst>
                                        <p:tav tm="0">
                                          <p:val>
                                            <p:strVal val="#ppt_y+.1"/>
                                          </p:val>
                                        </p:tav>
                                        <p:tav tm="100000">
                                          <p:val>
                                            <p:strVal val="#ppt_y"/>
                                          </p:val>
                                        </p:tav>
                                      </p:tavLst>
                                    </p:anim>
                                  </p:childTnLst>
                                </p:cTn>
                              </p:par>
                              <p:par>
                                <p:cTn id="224" presetID="42" presetClass="entr" presetSubtype="0" fill="hold" grpId="0" nodeType="withEffect">
                                  <p:stCondLst>
                                    <p:cond delay="0"/>
                                  </p:stCondLst>
                                  <p:childTnLst>
                                    <p:set>
                                      <p:cBhvr>
                                        <p:cTn id="225" dur="1" fill="hold">
                                          <p:stCondLst>
                                            <p:cond delay="0"/>
                                          </p:stCondLst>
                                        </p:cTn>
                                        <p:tgtEl>
                                          <p:spTgt spid="47"/>
                                        </p:tgtEl>
                                        <p:attrNameLst>
                                          <p:attrName>style.visibility</p:attrName>
                                        </p:attrNameLst>
                                      </p:cBhvr>
                                      <p:to>
                                        <p:strVal val="visible"/>
                                      </p:to>
                                    </p:set>
                                    <p:animEffect transition="in" filter="fade">
                                      <p:cBhvr>
                                        <p:cTn id="226" dur="600"/>
                                        <p:tgtEl>
                                          <p:spTgt spid="47"/>
                                        </p:tgtEl>
                                      </p:cBhvr>
                                    </p:animEffect>
                                    <p:anim calcmode="lin" valueType="num">
                                      <p:cBhvr additive="base">
                                        <p:cTn id="227" dur="600" fill="hold"/>
                                        <p:tgtEl>
                                          <p:spTgt spid="47"/>
                                        </p:tgtEl>
                                        <p:attrNameLst>
                                          <p:attrName>ppt_x</p:attrName>
                                        </p:attrNameLst>
                                      </p:cBhvr>
                                      <p:tavLst>
                                        <p:tav tm="0">
                                          <p:val>
                                            <p:strVal val="#ppt_x"/>
                                          </p:val>
                                        </p:tav>
                                        <p:tav tm="100000">
                                          <p:val>
                                            <p:strVal val="#ppt_x"/>
                                          </p:val>
                                        </p:tav>
                                      </p:tavLst>
                                    </p:anim>
                                    <p:anim calcmode="lin" valueType="num">
                                      <p:cBhvr additive="base">
                                        <p:cTn id="228" dur="600" fill="hold"/>
                                        <p:tgtEl>
                                          <p:spTgt spid="47"/>
                                        </p:tgtEl>
                                        <p:attrNameLst>
                                          <p:attrName>ppt_y</p:attrName>
                                        </p:attrNameLst>
                                      </p:cBhvr>
                                      <p:tavLst>
                                        <p:tav tm="0">
                                          <p:val>
                                            <p:strVal val="#ppt_y+.1"/>
                                          </p:val>
                                        </p:tav>
                                        <p:tav tm="100000">
                                          <p:val>
                                            <p:strVal val="#ppt_y"/>
                                          </p:val>
                                        </p:tav>
                                      </p:tavLst>
                                    </p:anim>
                                  </p:childTnLst>
                                </p:cTn>
                              </p:par>
                              <p:par>
                                <p:cTn id="229" presetID="42" presetClass="entr" presetSubtype="0" fill="hold" grpId="0" nodeType="withEffect">
                                  <p:stCondLst>
                                    <p:cond delay="0"/>
                                  </p:stCondLst>
                                  <p:childTnLst>
                                    <p:set>
                                      <p:cBhvr>
                                        <p:cTn id="230" dur="1" fill="hold">
                                          <p:stCondLst>
                                            <p:cond delay="0"/>
                                          </p:stCondLst>
                                        </p:cTn>
                                        <p:tgtEl>
                                          <p:spTgt spid="48"/>
                                        </p:tgtEl>
                                        <p:attrNameLst>
                                          <p:attrName>style.visibility</p:attrName>
                                        </p:attrNameLst>
                                      </p:cBhvr>
                                      <p:to>
                                        <p:strVal val="visible"/>
                                      </p:to>
                                    </p:set>
                                    <p:animEffect transition="in" filter="fade">
                                      <p:cBhvr>
                                        <p:cTn id="231" dur="600"/>
                                        <p:tgtEl>
                                          <p:spTgt spid="48"/>
                                        </p:tgtEl>
                                      </p:cBhvr>
                                    </p:animEffect>
                                    <p:anim calcmode="lin" valueType="num">
                                      <p:cBhvr additive="base">
                                        <p:cTn id="232" dur="600" fill="hold"/>
                                        <p:tgtEl>
                                          <p:spTgt spid="48"/>
                                        </p:tgtEl>
                                        <p:attrNameLst>
                                          <p:attrName>ppt_x</p:attrName>
                                        </p:attrNameLst>
                                      </p:cBhvr>
                                      <p:tavLst>
                                        <p:tav tm="0">
                                          <p:val>
                                            <p:strVal val="#ppt_x"/>
                                          </p:val>
                                        </p:tav>
                                        <p:tav tm="100000">
                                          <p:val>
                                            <p:strVal val="#ppt_x"/>
                                          </p:val>
                                        </p:tav>
                                      </p:tavLst>
                                    </p:anim>
                                    <p:anim calcmode="lin" valueType="num">
                                      <p:cBhvr additive="base">
                                        <p:cTn id="233" dur="600" fill="hold"/>
                                        <p:tgtEl>
                                          <p:spTgt spid="48"/>
                                        </p:tgtEl>
                                        <p:attrNameLst>
                                          <p:attrName>ppt_y</p:attrName>
                                        </p:attrNameLst>
                                      </p:cBhvr>
                                      <p:tavLst>
                                        <p:tav tm="0">
                                          <p:val>
                                            <p:strVal val="#ppt_y+.1"/>
                                          </p:val>
                                        </p:tav>
                                        <p:tav tm="100000">
                                          <p:val>
                                            <p:strVal val="#ppt_y"/>
                                          </p:val>
                                        </p:tav>
                                      </p:tavLst>
                                    </p:anim>
                                  </p:childTnLst>
                                </p:cTn>
                              </p:par>
                            </p:childTnLst>
                          </p:cTn>
                        </p:par>
                        <p:par>
                          <p:cTn id="250" fill="hold">
                            <p:stCondLst>
                              <p:cond delay="6100"/>
                            </p:stCondLst>
                            <p:childTnLst>
                              <p:par>
                                <p:cTn id="235" presetID="42" presetClass="entr" presetSubtype="0" fill="hold" grpId="0" nodeType="afterEffect">
                                  <p:stCondLst>
                                    <p:cond delay="0"/>
                                  </p:stCondLst>
                                  <p:childTnLst>
                                    <p:set>
                                      <p:cBhvr>
                                        <p:cTn id="236" dur="1" fill="hold">
                                          <p:stCondLst>
                                            <p:cond delay="0"/>
                                          </p:stCondLst>
                                        </p:cTn>
                                        <p:tgtEl>
                                          <p:spTgt spid="49"/>
                                        </p:tgtEl>
                                        <p:attrNameLst>
                                          <p:attrName>style.visibility</p:attrName>
                                        </p:attrNameLst>
                                      </p:cBhvr>
                                      <p:to>
                                        <p:strVal val="visible"/>
                                      </p:to>
                                    </p:set>
                                    <p:animEffect transition="in" filter="fade">
                                      <p:cBhvr>
                                        <p:cTn id="237" dur="600"/>
                                        <p:tgtEl>
                                          <p:spTgt spid="49"/>
                                        </p:tgtEl>
                                      </p:cBhvr>
                                    </p:animEffect>
                                    <p:anim calcmode="lin" valueType="num">
                                      <p:cBhvr additive="base">
                                        <p:cTn id="238" dur="600" fill="hold"/>
                                        <p:tgtEl>
                                          <p:spTgt spid="49"/>
                                        </p:tgtEl>
                                        <p:attrNameLst>
                                          <p:attrName>ppt_x</p:attrName>
                                        </p:attrNameLst>
                                      </p:cBhvr>
                                      <p:tavLst>
                                        <p:tav tm="0">
                                          <p:val>
                                            <p:strVal val="#ppt_x"/>
                                          </p:val>
                                        </p:tav>
                                        <p:tav tm="100000">
                                          <p:val>
                                            <p:strVal val="#ppt_x"/>
                                          </p:val>
                                        </p:tav>
                                      </p:tavLst>
                                    </p:anim>
                                    <p:anim calcmode="lin" valueType="num">
                                      <p:cBhvr additive="base">
                                        <p:cTn id="239" dur="600" fill="hold"/>
                                        <p:tgtEl>
                                          <p:spTgt spid="49"/>
                                        </p:tgtEl>
                                        <p:attrNameLst>
                                          <p:attrName>ppt_y</p:attrName>
                                        </p:attrNameLst>
                                      </p:cBhvr>
                                      <p:tavLst>
                                        <p:tav tm="0">
                                          <p:val>
                                            <p:strVal val="#ppt_y+.1"/>
                                          </p:val>
                                        </p:tav>
                                        <p:tav tm="100000">
                                          <p:val>
                                            <p:strVal val="#ppt_y"/>
                                          </p:val>
                                        </p:tav>
                                      </p:tavLst>
                                    </p:anim>
                                  </p:childTnLst>
                                </p:cTn>
                              </p:par>
                              <p:par>
                                <p:cTn id="240" presetID="42" presetClass="entr" presetSubtype="0" fill="hold" grpId="0" nodeType="withEffect">
                                  <p:stCondLst>
                                    <p:cond delay="0"/>
                                  </p:stCondLst>
                                  <p:childTnLst>
                                    <p:set>
                                      <p:cBhvr>
                                        <p:cTn id="241" dur="1" fill="hold">
                                          <p:stCondLst>
                                            <p:cond delay="0"/>
                                          </p:stCondLst>
                                        </p:cTn>
                                        <p:tgtEl>
                                          <p:spTgt spid="50"/>
                                        </p:tgtEl>
                                        <p:attrNameLst>
                                          <p:attrName>style.visibility</p:attrName>
                                        </p:attrNameLst>
                                      </p:cBhvr>
                                      <p:to>
                                        <p:strVal val="visible"/>
                                      </p:to>
                                    </p:set>
                                    <p:animEffect transition="in" filter="fade">
                                      <p:cBhvr>
                                        <p:cTn id="242" dur="600"/>
                                        <p:tgtEl>
                                          <p:spTgt spid="50"/>
                                        </p:tgtEl>
                                      </p:cBhvr>
                                    </p:animEffect>
                                    <p:anim calcmode="lin" valueType="num">
                                      <p:cBhvr additive="base">
                                        <p:cTn id="243" dur="600" fill="hold"/>
                                        <p:tgtEl>
                                          <p:spTgt spid="50"/>
                                        </p:tgtEl>
                                        <p:attrNameLst>
                                          <p:attrName>ppt_x</p:attrName>
                                        </p:attrNameLst>
                                      </p:cBhvr>
                                      <p:tavLst>
                                        <p:tav tm="0">
                                          <p:val>
                                            <p:strVal val="#ppt_x"/>
                                          </p:val>
                                        </p:tav>
                                        <p:tav tm="100000">
                                          <p:val>
                                            <p:strVal val="#ppt_x"/>
                                          </p:val>
                                        </p:tav>
                                      </p:tavLst>
                                    </p:anim>
                                    <p:anim calcmode="lin" valueType="num">
                                      <p:cBhvr additive="base">
                                        <p:cTn id="244" dur="600" fill="hold"/>
                                        <p:tgtEl>
                                          <p:spTgt spid="50"/>
                                        </p:tgtEl>
                                        <p:attrNameLst>
                                          <p:attrName>ppt_y</p:attrName>
                                        </p:attrNameLst>
                                      </p:cBhvr>
                                      <p:tavLst>
                                        <p:tav tm="0">
                                          <p:val>
                                            <p:strVal val="#ppt_y+.1"/>
                                          </p:val>
                                        </p:tav>
                                        <p:tav tm="100000">
                                          <p:val>
                                            <p:strVal val="#ppt_y"/>
                                          </p:val>
                                        </p:tav>
                                      </p:tavLst>
                                    </p:anim>
                                  </p:childTnLst>
                                </p:cTn>
                              </p:par>
                              <p:par>
                                <p:cTn id="245" presetID="42" presetClass="entr" presetSubtype="0" fill="hold" grpId="0" nodeType="withEffect">
                                  <p:stCondLst>
                                    <p:cond delay="0"/>
                                  </p:stCondLst>
                                  <p:childTnLst>
                                    <p:set>
                                      <p:cBhvr>
                                        <p:cTn id="246" dur="1" fill="hold">
                                          <p:stCondLst>
                                            <p:cond delay="0"/>
                                          </p:stCondLst>
                                        </p:cTn>
                                        <p:tgtEl>
                                          <p:spTgt spid="51"/>
                                        </p:tgtEl>
                                        <p:attrNameLst>
                                          <p:attrName>style.visibility</p:attrName>
                                        </p:attrNameLst>
                                      </p:cBhvr>
                                      <p:to>
                                        <p:strVal val="visible"/>
                                      </p:to>
                                    </p:set>
                                    <p:animEffect transition="in" filter="fade">
                                      <p:cBhvr>
                                        <p:cTn id="247" dur="600"/>
                                        <p:tgtEl>
                                          <p:spTgt spid="51"/>
                                        </p:tgtEl>
                                      </p:cBhvr>
                                    </p:animEffect>
                                    <p:anim calcmode="lin" valueType="num">
                                      <p:cBhvr additive="base">
                                        <p:cTn id="248" dur="600" fill="hold"/>
                                        <p:tgtEl>
                                          <p:spTgt spid="51"/>
                                        </p:tgtEl>
                                        <p:attrNameLst>
                                          <p:attrName>ppt_x</p:attrName>
                                        </p:attrNameLst>
                                      </p:cBhvr>
                                      <p:tavLst>
                                        <p:tav tm="0">
                                          <p:val>
                                            <p:strVal val="#ppt_x"/>
                                          </p:val>
                                        </p:tav>
                                        <p:tav tm="100000">
                                          <p:val>
                                            <p:strVal val="#ppt_x"/>
                                          </p:val>
                                        </p:tav>
                                      </p:tavLst>
                                    </p:anim>
                                    <p:anim calcmode="lin" valueType="num">
                                      <p:cBhvr additive="base">
                                        <p:cTn id="249" dur="600" fill="hold"/>
                                        <p:tgtEl>
                                          <p:spTgt spid="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P spid="31" grpId="0" animBg="1"/>
      <p:bldP spid="32" grpId="0" animBg="1"/>
      <p:bldP spid="34" grpId="0" animBg="1"/>
      <p:bldP spid="35" grpId="0" animBg="1"/>
      <p:bldP spid="36" grpId="0" animBg="1"/>
      <p:bldP spid="37" grpId="0" animBg="1"/>
      <p:bldP spid="39" grpId="0" animBg="1"/>
      <p:bldP spid="40" grpId="0" animBg="1"/>
      <p:bldP spid="42" grpId="0" animBg="1"/>
      <p:bldP spid="43" grpId="0" animBg="1"/>
      <p:bldP spid="45" grpId="0" animBg="1"/>
      <p:bldP spid="46" grpId="0" animBg="1"/>
      <p:bldP spid="48" grpId="0" animBg="1"/>
      <p:bldP spid="49" grpId="0" animBg="1"/>
      <p:bldP spid="5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D"/>
        </a:solidFill>
      </p:bgPr>
    </p:bg>
    <p:spTree>
      <p:nvGrpSpPr>
        <p:cNvPr id="1" name=""/>
        <p:cNvGrpSpPr/>
        <p:nvPr/>
      </p:nvGrpSpPr>
      <p:grpSpPr>
        <a:xfrm>
          <a:off x="0" y="0"/>
          <a:ext cx="0" cy="0"/>
          <a:chOff x="0" y="0"/>
          <a:chExt cx="0" cy="0"/>
        </a:xfrm>
      </p:grpSpPr>
      <p:sp>
        <p:nvSpPr>
          <p:cNvPr id="2" name="Text 0"/>
          <p:cNvSpPr txBox="1"/>
          <p:nvPr/>
        </p:nvSpPr>
        <p:spPr>
          <a:xfrm>
            <a:off x="457200" y="4864608"/>
            <a:ext cx="4572000" cy="182880"/>
          </a:xfrm>
          <a:prstGeom prst="rect">
            <a:avLst/>
          </a:prstGeom>
          <a:noFill/>
          <a:ln/>
        </p:spPr>
        <p:txBody>
          <a:bodyPr wrap="square" lIns="0" tIns="0" rIns="0" bIns="0" rtlCol="0" anchor="t"/>
          <a:lstStyle/>
          <a:p>
            <a:pPr indent="0" marL="0">
              <a:buNone/>
            </a:pPr>
            <a:r>
              <a:rPr lang="en-US" sz="800" dirty="0">
                <a:solidFill>
                  <a:srgbClr val="5C6685"/>
                </a:solidFill>
                <a:latin typeface="Arial" pitchFamily="34" charset="0"/>
                <a:ea typeface="Arial" pitchFamily="34" charset="-122"/>
                <a:cs typeface="Arial" pitchFamily="34" charset="-120"/>
              </a:rPr>
              <a:t>FaceID École  ·  Présentation aux établissements scolaires</a:t>
            </a:r>
            <a:endParaRPr lang="en-US" sz="800" dirty="0"/>
          </a:p>
        </p:txBody>
      </p:sp>
      <p:sp>
        <p:nvSpPr>
          <p:cNvPr id="3" name="Text 1"/>
          <p:cNvSpPr txBox="1"/>
          <p:nvPr/>
        </p:nvSpPr>
        <p:spPr>
          <a:xfrm>
            <a:off x="8229600" y="4864608"/>
            <a:ext cx="457200" cy="182880"/>
          </a:xfrm>
          <a:prstGeom prst="rect">
            <a:avLst/>
          </a:prstGeom>
          <a:noFill/>
          <a:ln/>
        </p:spPr>
        <p:txBody>
          <a:bodyPr wrap="square" lIns="0" tIns="0" rIns="0" bIns="0" rtlCol="0" anchor="t"/>
          <a:lstStyle/>
          <a:p>
            <a:pPr algn="r" indent="0" marL="0">
              <a:buNone/>
            </a:pPr>
            <a:r>
              <a:rPr lang="en-US" sz="800" dirty="0">
                <a:solidFill>
                  <a:srgbClr val="5C6685"/>
                </a:solidFill>
                <a:latin typeface="Arial" pitchFamily="34" charset="0"/>
                <a:ea typeface="Arial" pitchFamily="34" charset="-122"/>
                <a:cs typeface="Arial" pitchFamily="34" charset="-120"/>
              </a:rPr>
              <a:t>19</a:t>
            </a:r>
            <a:endParaRPr lang="en-US" sz="800" dirty="0"/>
          </a:p>
        </p:txBody>
      </p:sp>
      <p:sp>
        <p:nvSpPr>
          <p:cNvPr id="4" name="a1f_471"/>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0B4D8"/>
                </a:solidFill>
                <a:latin typeface="Arial" pitchFamily="34" charset="0"/>
                <a:ea typeface="Arial" pitchFamily="34" charset="-122"/>
                <a:cs typeface="Arial" pitchFamily="34" charset="-120"/>
              </a:rPr>
              <a:t>06 · MISE EN PLACE</a:t>
            </a:r>
            <a:endParaRPr lang="en-US" sz="1100" dirty="0"/>
          </a:p>
        </p:txBody>
      </p:sp>
      <p:sp>
        <p:nvSpPr>
          <p:cNvPr id="5" name="a1f_472"/>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1E2A78"/>
                </a:solidFill>
                <a:latin typeface="Arial" pitchFamily="34" charset="0"/>
                <a:ea typeface="Arial" pitchFamily="34" charset="-122"/>
                <a:cs typeface="Arial" pitchFamily="34" charset="-120"/>
              </a:rPr>
              <a:t>Un déploiement en cinq étapes</a:t>
            </a:r>
            <a:endParaRPr lang="en-US" sz="2700" dirty="0"/>
          </a:p>
        </p:txBody>
      </p:sp>
      <p:sp>
        <p:nvSpPr>
          <p:cNvPr id="6" name="a2w_473"/>
          <p:cNvSpPr/>
          <p:nvPr/>
        </p:nvSpPr>
        <p:spPr>
          <a:xfrm>
            <a:off x="457200" y="1280160"/>
            <a:ext cx="1737360" cy="640080"/>
          </a:xfrm>
          <a:prstGeom prst="homePlate">
            <a:avLst/>
          </a:prstGeom>
          <a:solidFill>
            <a:srgbClr val="00B4D8"/>
          </a:solidFill>
          <a:ln w="12700">
            <a:solidFill>
              <a:srgbClr val="FFFFFF"/>
            </a:solidFill>
            <a:prstDash val="solid"/>
          </a:ln>
        </p:spPr>
      </p:sp>
      <p:sp>
        <p:nvSpPr>
          <p:cNvPr id="7" name="a2w_474"/>
          <p:cNvSpPr txBox="1"/>
          <p:nvPr/>
        </p:nvSpPr>
        <p:spPr>
          <a:xfrm>
            <a:off x="594360" y="1280160"/>
            <a:ext cx="1280160" cy="64008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1 · Serveur</a:t>
            </a:r>
            <a:endParaRPr lang="en-US" sz="1150" dirty="0"/>
          </a:p>
        </p:txBody>
      </p:sp>
      <p:sp>
        <p:nvSpPr>
          <p:cNvPr id="8" name="a2f_475"/>
          <p:cNvSpPr txBox="1"/>
          <p:nvPr/>
        </p:nvSpPr>
        <p:spPr>
          <a:xfrm>
            <a:off x="594360" y="2057400"/>
            <a:ext cx="1417320" cy="822960"/>
          </a:xfrm>
          <a:prstGeom prst="rect">
            <a:avLst/>
          </a:prstGeom>
          <a:noFill/>
          <a:ln/>
        </p:spPr>
        <p:txBody>
          <a:bodyPr wrap="square" lIns="0" tIns="0" rIns="0" bIns="0" rtlCol="0" anchor="t"/>
          <a:lstStyle/>
          <a:p>
            <a:pPr indent="0" marL="0">
              <a:buNone/>
            </a:pPr>
            <a:r>
              <a:rPr lang="en-US" sz="1000" dirty="0">
                <a:solidFill>
                  <a:srgbClr val="1B2240"/>
                </a:solidFill>
                <a:latin typeface="Arial" pitchFamily="34" charset="0"/>
                <a:ea typeface="Arial" pitchFamily="34" charset="-122"/>
                <a:cs typeface="Arial" pitchFamily="34" charset="-120"/>
              </a:rPr>
              <a:t>Installer les fichiers PHP et la base MySQL.</a:t>
            </a:r>
            <a:endParaRPr lang="en-US" sz="1000" dirty="0"/>
          </a:p>
        </p:txBody>
      </p:sp>
      <p:sp>
        <p:nvSpPr>
          <p:cNvPr id="9" name="a3w_476"/>
          <p:cNvSpPr/>
          <p:nvPr/>
        </p:nvSpPr>
        <p:spPr>
          <a:xfrm>
            <a:off x="2103120" y="1280160"/>
            <a:ext cx="1737360" cy="640080"/>
          </a:xfrm>
          <a:prstGeom prst="chevron">
            <a:avLst/>
          </a:prstGeom>
          <a:solidFill>
            <a:srgbClr val="0891B2"/>
          </a:solidFill>
          <a:ln w="12700">
            <a:solidFill>
              <a:srgbClr val="FFFFFF"/>
            </a:solidFill>
            <a:prstDash val="solid"/>
          </a:ln>
        </p:spPr>
      </p:sp>
      <p:sp>
        <p:nvSpPr>
          <p:cNvPr id="10" name="a3w_477"/>
          <p:cNvSpPr txBox="1"/>
          <p:nvPr/>
        </p:nvSpPr>
        <p:spPr>
          <a:xfrm>
            <a:off x="2423160" y="1280160"/>
            <a:ext cx="1280160" cy="64008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 · École</a:t>
            </a:r>
            <a:endParaRPr lang="en-US" sz="1150" dirty="0"/>
          </a:p>
        </p:txBody>
      </p:sp>
      <p:sp>
        <p:nvSpPr>
          <p:cNvPr id="11" name="a3f_478"/>
          <p:cNvSpPr txBox="1"/>
          <p:nvPr/>
        </p:nvSpPr>
        <p:spPr>
          <a:xfrm>
            <a:off x="2240280" y="2057400"/>
            <a:ext cx="1417320" cy="822960"/>
          </a:xfrm>
          <a:prstGeom prst="rect">
            <a:avLst/>
          </a:prstGeom>
          <a:noFill/>
          <a:ln/>
        </p:spPr>
        <p:txBody>
          <a:bodyPr wrap="square" lIns="0" tIns="0" rIns="0" bIns="0" rtlCol="0" anchor="t"/>
          <a:lstStyle/>
          <a:p>
            <a:pPr indent="0" marL="0">
              <a:buNone/>
            </a:pPr>
            <a:r>
              <a:rPr lang="en-US" sz="1000" dirty="0">
                <a:solidFill>
                  <a:srgbClr val="1B2240"/>
                </a:solidFill>
                <a:latin typeface="Arial" pitchFamily="34" charset="0"/>
                <a:ea typeface="Arial" pitchFamily="34" charset="-122"/>
                <a:cs typeface="Arial" pitchFamily="34" charset="-120"/>
              </a:rPr>
              <a:t>Créer l’école et le compte du directeur.</a:t>
            </a:r>
            <a:endParaRPr lang="en-US" sz="1000" dirty="0"/>
          </a:p>
        </p:txBody>
      </p:sp>
      <p:sp>
        <p:nvSpPr>
          <p:cNvPr id="12" name="a4w_479"/>
          <p:cNvSpPr/>
          <p:nvPr/>
        </p:nvSpPr>
        <p:spPr>
          <a:xfrm>
            <a:off x="3749040" y="1280160"/>
            <a:ext cx="1737360" cy="640080"/>
          </a:xfrm>
          <a:prstGeom prst="chevron">
            <a:avLst/>
          </a:prstGeom>
          <a:solidFill>
            <a:srgbClr val="1B5FA8"/>
          </a:solidFill>
          <a:ln w="12700">
            <a:solidFill>
              <a:srgbClr val="FFFFFF"/>
            </a:solidFill>
            <a:prstDash val="solid"/>
          </a:ln>
        </p:spPr>
      </p:sp>
      <p:sp>
        <p:nvSpPr>
          <p:cNvPr id="13" name="a4w_480"/>
          <p:cNvSpPr txBox="1"/>
          <p:nvPr/>
        </p:nvSpPr>
        <p:spPr>
          <a:xfrm>
            <a:off x="4069080" y="1280160"/>
            <a:ext cx="1280160" cy="64008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3 · Agents</a:t>
            </a:r>
            <a:endParaRPr lang="en-US" sz="1150" dirty="0"/>
          </a:p>
        </p:txBody>
      </p:sp>
      <p:sp>
        <p:nvSpPr>
          <p:cNvPr id="14" name="a4f_481"/>
          <p:cNvSpPr txBox="1"/>
          <p:nvPr/>
        </p:nvSpPr>
        <p:spPr>
          <a:xfrm>
            <a:off x="3886200" y="2057400"/>
            <a:ext cx="1417320" cy="822960"/>
          </a:xfrm>
          <a:prstGeom prst="rect">
            <a:avLst/>
          </a:prstGeom>
          <a:noFill/>
          <a:ln/>
        </p:spPr>
        <p:txBody>
          <a:bodyPr wrap="square" lIns="0" tIns="0" rIns="0" bIns="0" rtlCol="0" anchor="t"/>
          <a:lstStyle/>
          <a:p>
            <a:pPr indent="0" marL="0">
              <a:buNone/>
            </a:pPr>
            <a:r>
              <a:rPr lang="en-US" sz="1000" dirty="0">
                <a:solidFill>
                  <a:srgbClr val="1B2240"/>
                </a:solidFill>
                <a:latin typeface="Arial" pitchFamily="34" charset="0"/>
                <a:ea typeface="Arial" pitchFamily="34" charset="-122"/>
                <a:cs typeface="Arial" pitchFamily="34" charset="-120"/>
              </a:rPr>
              <a:t>Installer l’appli, créer les comptes, les autoriser.</a:t>
            </a:r>
            <a:endParaRPr lang="en-US" sz="1000" dirty="0"/>
          </a:p>
        </p:txBody>
      </p:sp>
      <p:sp>
        <p:nvSpPr>
          <p:cNvPr id="15" name="a5w_482"/>
          <p:cNvSpPr/>
          <p:nvPr/>
        </p:nvSpPr>
        <p:spPr>
          <a:xfrm>
            <a:off x="5394960" y="1280160"/>
            <a:ext cx="1737360" cy="640080"/>
          </a:xfrm>
          <a:prstGeom prst="chevron">
            <a:avLst/>
          </a:prstGeom>
          <a:solidFill>
            <a:srgbClr val="1E2A78"/>
          </a:solidFill>
          <a:ln w="12700">
            <a:solidFill>
              <a:srgbClr val="FFFFFF"/>
            </a:solidFill>
            <a:prstDash val="solid"/>
          </a:ln>
        </p:spPr>
      </p:sp>
      <p:sp>
        <p:nvSpPr>
          <p:cNvPr id="16" name="a5w_483"/>
          <p:cNvSpPr txBox="1"/>
          <p:nvPr/>
        </p:nvSpPr>
        <p:spPr>
          <a:xfrm>
            <a:off x="5715000" y="1280160"/>
            <a:ext cx="1280160" cy="64008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4 · Inscriptions</a:t>
            </a:r>
            <a:endParaRPr lang="en-US" sz="1150" dirty="0"/>
          </a:p>
        </p:txBody>
      </p:sp>
      <p:sp>
        <p:nvSpPr>
          <p:cNvPr id="17" name="a5f_484"/>
          <p:cNvSpPr txBox="1"/>
          <p:nvPr/>
        </p:nvSpPr>
        <p:spPr>
          <a:xfrm>
            <a:off x="5532120" y="2057400"/>
            <a:ext cx="1417320" cy="822960"/>
          </a:xfrm>
          <a:prstGeom prst="rect">
            <a:avLst/>
          </a:prstGeom>
          <a:noFill/>
          <a:ln/>
        </p:spPr>
        <p:txBody>
          <a:bodyPr wrap="square" lIns="0" tIns="0" rIns="0" bIns="0" rtlCol="0" anchor="t"/>
          <a:lstStyle/>
          <a:p>
            <a:pPr indent="0" marL="0">
              <a:buNone/>
            </a:pPr>
            <a:r>
              <a:rPr lang="en-US" sz="1000" dirty="0">
                <a:solidFill>
                  <a:srgbClr val="1B2240"/>
                </a:solidFill>
                <a:latin typeface="Arial" pitchFamily="34" charset="0"/>
                <a:ea typeface="Arial" pitchFamily="34" charset="-122"/>
                <a:cs typeface="Arial" pitchFamily="34" charset="-120"/>
              </a:rPr>
              <a:t>Enregistrer élèves et personnel (5 poses).</a:t>
            </a:r>
            <a:endParaRPr lang="en-US" sz="1000" dirty="0"/>
          </a:p>
        </p:txBody>
      </p:sp>
      <p:sp>
        <p:nvSpPr>
          <p:cNvPr id="18" name="a6w_485"/>
          <p:cNvSpPr/>
          <p:nvPr/>
        </p:nvSpPr>
        <p:spPr>
          <a:xfrm>
            <a:off x="7040880" y="1280160"/>
            <a:ext cx="1737360" cy="640080"/>
          </a:xfrm>
          <a:prstGeom prst="chevron">
            <a:avLst/>
          </a:prstGeom>
          <a:solidFill>
            <a:srgbClr val="141C55"/>
          </a:solidFill>
          <a:ln w="12700">
            <a:solidFill>
              <a:srgbClr val="FFFFFF"/>
            </a:solidFill>
            <a:prstDash val="solid"/>
          </a:ln>
        </p:spPr>
      </p:sp>
      <p:sp>
        <p:nvSpPr>
          <p:cNvPr id="19" name="a6w_486"/>
          <p:cNvSpPr txBox="1"/>
          <p:nvPr/>
        </p:nvSpPr>
        <p:spPr>
          <a:xfrm>
            <a:off x="7360920" y="1280160"/>
            <a:ext cx="1280160" cy="64008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5 · Liaison</a:t>
            </a:r>
            <a:endParaRPr lang="en-US" sz="1150" dirty="0"/>
          </a:p>
        </p:txBody>
      </p:sp>
      <p:sp>
        <p:nvSpPr>
          <p:cNvPr id="20" name="a6f_487"/>
          <p:cNvSpPr txBox="1"/>
          <p:nvPr/>
        </p:nvSpPr>
        <p:spPr>
          <a:xfrm>
            <a:off x="7178040" y="2057400"/>
            <a:ext cx="1417320" cy="822960"/>
          </a:xfrm>
          <a:prstGeom prst="rect">
            <a:avLst/>
          </a:prstGeom>
          <a:noFill/>
          <a:ln/>
        </p:spPr>
        <p:txBody>
          <a:bodyPr wrap="square" lIns="0" tIns="0" rIns="0" bIns="0" rtlCol="0" anchor="t"/>
          <a:lstStyle/>
          <a:p>
            <a:pPr indent="0" marL="0">
              <a:buNone/>
            </a:pPr>
            <a:r>
              <a:rPr lang="en-US" sz="1000" dirty="0">
                <a:solidFill>
                  <a:srgbClr val="1B2240"/>
                </a:solidFill>
                <a:latin typeface="Arial" pitchFamily="34" charset="0"/>
                <a:ea typeface="Arial" pitchFamily="34" charset="-122"/>
                <a:cs typeface="Arial" pitchFamily="34" charset="-120"/>
              </a:rPr>
              <a:t>Relier au système de gestion (facultatif).</a:t>
            </a:r>
            <a:endParaRPr lang="en-US" sz="1000" dirty="0"/>
          </a:p>
        </p:txBody>
      </p:sp>
      <p:sp>
        <p:nvSpPr>
          <p:cNvPr id="21" name="a7u_488"/>
          <p:cNvSpPr/>
          <p:nvPr/>
        </p:nvSpPr>
        <p:spPr>
          <a:xfrm>
            <a:off x="457200" y="3108960"/>
            <a:ext cx="8229600" cy="1371600"/>
          </a:xfrm>
          <a:prstGeom prst="roundRect">
            <a:avLst>
              <a:gd name="adj" fmla="val 5333"/>
            </a:avLst>
          </a:prstGeom>
          <a:solidFill>
            <a:srgbClr val="E4F6FB"/>
          </a:solidFill>
          <a:ln w="12700">
            <a:solidFill>
              <a:srgbClr val="E4F6FB"/>
            </a:solidFill>
            <a:prstDash val="solid"/>
          </a:ln>
        </p:spPr>
      </p:sp>
      <p:sp>
        <p:nvSpPr>
          <p:cNvPr id="22" name="a7u_489"/>
          <p:cNvSpPr txBox="1"/>
          <p:nvPr/>
        </p:nvSpPr>
        <p:spPr>
          <a:xfrm>
            <a:off x="685800" y="3246120"/>
            <a:ext cx="3657600" cy="228600"/>
          </a:xfrm>
          <a:prstGeom prst="rect">
            <a:avLst/>
          </a:prstGeom>
          <a:noFill/>
          <a:ln/>
        </p:spPr>
        <p:txBody>
          <a:bodyPr wrap="square" lIns="0" tIns="0" rIns="0" bIns="0" rtlCol="0" anchor="t"/>
          <a:lstStyle/>
          <a:p>
            <a:pPr indent="0" marL="0">
              <a:buNone/>
            </a:pPr>
            <a:r>
              <a:rPr lang="en-US" sz="1000" b="1" spc="200" kern="0" dirty="0">
                <a:solidFill>
                  <a:srgbClr val="1E2A78"/>
                </a:solidFill>
                <a:latin typeface="Arial" pitchFamily="34" charset="0"/>
                <a:ea typeface="Arial" pitchFamily="34" charset="-122"/>
                <a:cs typeface="Arial" pitchFamily="34" charset="-120"/>
              </a:rPr>
              <a:t>CE QU’IL FAUT</a:t>
            </a:r>
            <a:endParaRPr lang="en-US" sz="1000" dirty="0"/>
          </a:p>
        </p:txBody>
      </p:sp>
      <p:sp>
        <p:nvSpPr>
          <p:cNvPr id="23" name="a8z_490"/>
          <p:cNvSpPr/>
          <p:nvPr/>
        </p:nvSpPr>
        <p:spPr>
          <a:xfrm>
            <a:off x="685800" y="3611880"/>
            <a:ext cx="502920" cy="502920"/>
          </a:xfrm>
          <a:prstGeom prst="ellipse">
            <a:avLst/>
          </a:prstGeom>
          <a:solidFill>
            <a:srgbClr val="FFFFFF"/>
          </a:solidFill>
          <a:ln w="12700">
            <a:solidFill>
              <a:srgbClr val="FFFFFF"/>
            </a:solidFill>
            <a:prstDash val="solid"/>
          </a:ln>
        </p:spPr>
      </p:sp>
      <p:pic>
        <p:nvPicPr>
          <p:cNvPr id="24" name="a8z_490i" descr="preencoded.png">    </p:cNvPr>
          <p:cNvPicPr>
            <a:picLocks noChangeAspect="1"/>
          </p:cNvPicPr>
          <p:nvPr/>
        </p:nvPicPr>
        <p:blipFill>
          <a:blip r:embed="rId1"/>
          <a:stretch>
            <a:fillRect/>
          </a:stretch>
        </p:blipFill>
        <p:spPr>
          <a:xfrm>
            <a:off x="806501" y="3732581"/>
            <a:ext cx="261518" cy="261518"/>
          </a:xfrm>
          <a:prstGeom prst="rect">
            <a:avLst/>
          </a:prstGeom>
        </p:spPr>
      </p:pic>
      <p:sp>
        <p:nvSpPr>
          <p:cNvPr id="25" name="a8z_491"/>
          <p:cNvSpPr txBox="1"/>
          <p:nvPr/>
        </p:nvSpPr>
        <p:spPr>
          <a:xfrm>
            <a:off x="1307592" y="3593592"/>
            <a:ext cx="1920240" cy="256032"/>
          </a:xfrm>
          <a:prstGeom prst="rect">
            <a:avLst/>
          </a:prstGeom>
          <a:noFill/>
          <a:ln/>
        </p:spPr>
        <p:txBody>
          <a:bodyPr wrap="square" lIns="0" tIns="0" rIns="0" bIns="0" rtlCol="0" anchor="t"/>
          <a:lstStyle/>
          <a:p>
            <a:pPr indent="0" marL="0">
              <a:buNone/>
            </a:pPr>
            <a:r>
              <a:rPr lang="en-US" sz="1200" b="1" dirty="0">
                <a:solidFill>
                  <a:srgbClr val="1E2A78"/>
                </a:solidFill>
                <a:latin typeface="Arial" pitchFamily="34" charset="0"/>
                <a:ea typeface="Arial" pitchFamily="34" charset="-122"/>
                <a:cs typeface="Arial" pitchFamily="34" charset="-120"/>
              </a:rPr>
              <a:t>Téléphones Android</a:t>
            </a:r>
            <a:endParaRPr lang="en-US" sz="1200" dirty="0"/>
          </a:p>
        </p:txBody>
      </p:sp>
      <p:sp>
        <p:nvSpPr>
          <p:cNvPr id="26" name="a8z_492"/>
          <p:cNvSpPr txBox="1"/>
          <p:nvPr/>
        </p:nvSpPr>
        <p:spPr>
          <a:xfrm>
            <a:off x="1307592" y="3840480"/>
            <a:ext cx="1920240" cy="457200"/>
          </a:xfrm>
          <a:prstGeom prst="rect">
            <a:avLst/>
          </a:prstGeom>
          <a:noFill/>
          <a:ln/>
        </p:spPr>
        <p:txBody>
          <a:bodyPr wrap="square" lIns="0" tIns="0" rIns="0" bIns="0" rtlCol="0" anchor="t"/>
          <a:lstStyle/>
          <a:p>
            <a:pPr indent="0" marL="0">
              <a:buNone/>
            </a:pPr>
            <a:r>
              <a:rPr lang="en-US" sz="950" dirty="0">
                <a:solidFill>
                  <a:srgbClr val="5C6685"/>
                </a:solidFill>
                <a:latin typeface="Arial" pitchFamily="34" charset="0"/>
                <a:ea typeface="Arial" pitchFamily="34" charset="-122"/>
                <a:cs typeface="Arial" pitchFamily="34" charset="-120"/>
              </a:rPr>
              <a:t>pour les agents</a:t>
            </a:r>
            <a:endParaRPr lang="en-US" sz="950" dirty="0"/>
          </a:p>
        </p:txBody>
      </p:sp>
      <p:sp>
        <p:nvSpPr>
          <p:cNvPr id="27" name="a9z_493"/>
          <p:cNvSpPr/>
          <p:nvPr/>
        </p:nvSpPr>
        <p:spPr>
          <a:xfrm>
            <a:off x="3337560" y="3611880"/>
            <a:ext cx="502920" cy="502920"/>
          </a:xfrm>
          <a:prstGeom prst="ellipse">
            <a:avLst/>
          </a:prstGeom>
          <a:solidFill>
            <a:srgbClr val="FFFFFF"/>
          </a:solidFill>
          <a:ln w="12700">
            <a:solidFill>
              <a:srgbClr val="FFFFFF"/>
            </a:solidFill>
            <a:prstDash val="solid"/>
          </a:ln>
        </p:spPr>
      </p:sp>
      <p:pic>
        <p:nvPicPr>
          <p:cNvPr id="28" name="a9z_493i" descr="preencoded.png">    </p:cNvPr>
          <p:cNvPicPr>
            <a:picLocks noChangeAspect="1"/>
          </p:cNvPicPr>
          <p:nvPr/>
        </p:nvPicPr>
        <p:blipFill>
          <a:blip r:embed="rId2"/>
          <a:stretch>
            <a:fillRect/>
          </a:stretch>
        </p:blipFill>
        <p:spPr>
          <a:xfrm>
            <a:off x="3458261" y="3732581"/>
            <a:ext cx="261518" cy="261518"/>
          </a:xfrm>
          <a:prstGeom prst="rect">
            <a:avLst/>
          </a:prstGeom>
        </p:spPr>
      </p:pic>
      <p:sp>
        <p:nvSpPr>
          <p:cNvPr id="29" name="a9z_494"/>
          <p:cNvSpPr txBox="1"/>
          <p:nvPr/>
        </p:nvSpPr>
        <p:spPr>
          <a:xfrm>
            <a:off x="3959352" y="3593592"/>
            <a:ext cx="1920240" cy="256032"/>
          </a:xfrm>
          <a:prstGeom prst="rect">
            <a:avLst/>
          </a:prstGeom>
          <a:noFill/>
          <a:ln/>
        </p:spPr>
        <p:txBody>
          <a:bodyPr wrap="square" lIns="0" tIns="0" rIns="0" bIns="0" rtlCol="0" anchor="t"/>
          <a:lstStyle/>
          <a:p>
            <a:pPr indent="0" marL="0">
              <a:buNone/>
            </a:pPr>
            <a:r>
              <a:rPr lang="en-US" sz="1200" b="1" dirty="0">
                <a:solidFill>
                  <a:srgbClr val="1E2A78"/>
                </a:solidFill>
                <a:latin typeface="Arial" pitchFamily="34" charset="0"/>
                <a:ea typeface="Arial" pitchFamily="34" charset="-122"/>
                <a:cs typeface="Arial" pitchFamily="34" charset="-120"/>
              </a:rPr>
              <a:t>Un serveur web</a:t>
            </a:r>
            <a:endParaRPr lang="en-US" sz="1200" dirty="0"/>
          </a:p>
        </p:txBody>
      </p:sp>
      <p:sp>
        <p:nvSpPr>
          <p:cNvPr id="30" name="a9z_495"/>
          <p:cNvSpPr txBox="1"/>
          <p:nvPr/>
        </p:nvSpPr>
        <p:spPr>
          <a:xfrm>
            <a:off x="3959352" y="3840480"/>
            <a:ext cx="1920240" cy="457200"/>
          </a:xfrm>
          <a:prstGeom prst="rect">
            <a:avLst/>
          </a:prstGeom>
          <a:noFill/>
          <a:ln/>
        </p:spPr>
        <p:txBody>
          <a:bodyPr wrap="square" lIns="0" tIns="0" rIns="0" bIns="0" rtlCol="0" anchor="t"/>
          <a:lstStyle/>
          <a:p>
            <a:pPr indent="0" marL="0">
              <a:buNone/>
            </a:pPr>
            <a:r>
              <a:rPr lang="en-US" sz="950" dirty="0">
                <a:solidFill>
                  <a:srgbClr val="5C6685"/>
                </a:solidFill>
                <a:latin typeface="Arial" pitchFamily="34" charset="0"/>
                <a:ea typeface="Arial" pitchFamily="34" charset="-122"/>
                <a:cs typeface="Arial" pitchFamily="34" charset="-120"/>
              </a:rPr>
              <a:t>PHP 7.3+ et MySQL 5.7+</a:t>
            </a:r>
            <a:endParaRPr lang="en-US" sz="950" dirty="0"/>
          </a:p>
        </p:txBody>
      </p:sp>
      <p:sp>
        <p:nvSpPr>
          <p:cNvPr id="31" name="a10z_496"/>
          <p:cNvSpPr/>
          <p:nvPr/>
        </p:nvSpPr>
        <p:spPr>
          <a:xfrm>
            <a:off x="5989320" y="3611880"/>
            <a:ext cx="502920" cy="502920"/>
          </a:xfrm>
          <a:prstGeom prst="ellipse">
            <a:avLst/>
          </a:prstGeom>
          <a:solidFill>
            <a:srgbClr val="FFFFFF"/>
          </a:solidFill>
          <a:ln w="12700">
            <a:solidFill>
              <a:srgbClr val="FFFFFF"/>
            </a:solidFill>
            <a:prstDash val="solid"/>
          </a:ln>
        </p:spPr>
      </p:sp>
      <p:pic>
        <p:nvPicPr>
          <p:cNvPr id="32" name="a10z_496i" descr="preencoded.png">    </p:cNvPr>
          <p:cNvPicPr>
            <a:picLocks noChangeAspect="1"/>
          </p:cNvPicPr>
          <p:nvPr/>
        </p:nvPicPr>
        <p:blipFill>
          <a:blip r:embed="rId3"/>
          <a:stretch>
            <a:fillRect/>
          </a:stretch>
        </p:blipFill>
        <p:spPr>
          <a:xfrm>
            <a:off x="6110021" y="3732581"/>
            <a:ext cx="261518" cy="261518"/>
          </a:xfrm>
          <a:prstGeom prst="rect">
            <a:avLst/>
          </a:prstGeom>
        </p:spPr>
      </p:pic>
      <p:sp>
        <p:nvSpPr>
          <p:cNvPr id="33" name="a10z_497"/>
          <p:cNvSpPr txBox="1"/>
          <p:nvPr/>
        </p:nvSpPr>
        <p:spPr>
          <a:xfrm>
            <a:off x="6611112" y="3593592"/>
            <a:ext cx="1920240" cy="256032"/>
          </a:xfrm>
          <a:prstGeom prst="rect">
            <a:avLst/>
          </a:prstGeom>
          <a:noFill/>
          <a:ln/>
        </p:spPr>
        <p:txBody>
          <a:bodyPr wrap="square" lIns="0" tIns="0" rIns="0" bIns="0" rtlCol="0" anchor="t"/>
          <a:lstStyle/>
          <a:p>
            <a:pPr indent="0" marL="0">
              <a:buNone/>
            </a:pPr>
            <a:r>
              <a:rPr lang="en-US" sz="1200" b="1" dirty="0">
                <a:solidFill>
                  <a:srgbClr val="1E2A78"/>
                </a:solidFill>
                <a:latin typeface="Arial" pitchFamily="34" charset="0"/>
                <a:ea typeface="Arial" pitchFamily="34" charset="-122"/>
                <a:cs typeface="Arial" pitchFamily="34" charset="-120"/>
              </a:rPr>
              <a:t>Internet</a:t>
            </a:r>
            <a:endParaRPr lang="en-US" sz="1200" dirty="0"/>
          </a:p>
        </p:txBody>
      </p:sp>
      <p:sp>
        <p:nvSpPr>
          <p:cNvPr id="34" name="a10z_498"/>
          <p:cNvSpPr txBox="1"/>
          <p:nvPr/>
        </p:nvSpPr>
        <p:spPr>
          <a:xfrm>
            <a:off x="6611112" y="3840480"/>
            <a:ext cx="1920240" cy="457200"/>
          </a:xfrm>
          <a:prstGeom prst="rect">
            <a:avLst/>
          </a:prstGeom>
          <a:noFill/>
          <a:ln/>
        </p:spPr>
        <p:txBody>
          <a:bodyPr wrap="square" lIns="0" tIns="0" rIns="0" bIns="0" rtlCol="0" anchor="t"/>
          <a:lstStyle/>
          <a:p>
            <a:pPr indent="0" marL="0">
              <a:buNone/>
            </a:pPr>
            <a:r>
              <a:rPr lang="en-US" sz="950" dirty="0">
                <a:solidFill>
                  <a:srgbClr val="5C6685"/>
                </a:solidFill>
                <a:latin typeface="Arial" pitchFamily="34" charset="0"/>
                <a:ea typeface="Arial" pitchFamily="34" charset="-122"/>
                <a:cs typeface="Arial" pitchFamily="34" charset="-120"/>
              </a:rPr>
              <a:t>pour synchroniser (la reconnaissance marche sans)</a:t>
            </a:r>
            <a:endParaRPr lang="en-US" sz="9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2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3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par>
                          <p:cTn id="4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par>
                          <p:cTn id="50" fill="hold">
                            <p:stCondLst>
                              <p:cond delay="2000"/>
                            </p:stCondLst>
                            <p:childTnLst>
                              <p:par>
                                <p:cTn id="41" presetID="22" presetClass="entr" presetSubtype="8"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par>
                          <p:cTn id="60" fill="hold">
                            <p:stCondLst>
                              <p:cond delay="2500"/>
                            </p:stCondLst>
                            <p:childTnLst>
                              <p:par>
                                <p:cTn id="51" presetID="22" presetClass="entr" presetSubtype="8"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500"/>
                                        <p:tgtEl>
                                          <p:spTgt spid="18"/>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par>
                          <p:cTn id="71" fill="hold">
                            <p:stCondLst>
                              <p:cond delay="3000"/>
                            </p:stCondLst>
                            <p:childTnLst>
                              <p:par>
                                <p:cTn id="61" presetID="42" presetClass="entr" presetSubtype="0"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600"/>
                                        <p:tgtEl>
                                          <p:spTgt spid="21"/>
                                        </p:tgtEl>
                                      </p:cBhvr>
                                    </p:animEffect>
                                    <p:anim calcmode="lin" valueType="num">
                                      <p:cBhvr additive="base">
                                        <p:cTn id="64" dur="600" fill="hold"/>
                                        <p:tgtEl>
                                          <p:spTgt spid="21"/>
                                        </p:tgtEl>
                                        <p:attrNameLst>
                                          <p:attrName>ppt_x</p:attrName>
                                        </p:attrNameLst>
                                      </p:cBhvr>
                                      <p:tavLst>
                                        <p:tav tm="0">
                                          <p:val>
                                            <p:strVal val="#ppt_x"/>
                                          </p:val>
                                        </p:tav>
                                        <p:tav tm="100000">
                                          <p:val>
                                            <p:strVal val="#ppt_x"/>
                                          </p:val>
                                        </p:tav>
                                      </p:tavLst>
                                    </p:anim>
                                    <p:anim calcmode="lin" valueType="num">
                                      <p:cBhvr additive="base">
                                        <p:cTn id="65" dur="600" fill="hold"/>
                                        <p:tgtEl>
                                          <p:spTgt spid="21"/>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600"/>
                                        <p:tgtEl>
                                          <p:spTgt spid="22"/>
                                        </p:tgtEl>
                                      </p:cBhvr>
                                    </p:animEffect>
                                    <p:anim calcmode="lin" valueType="num">
                                      <p:cBhvr additive="base">
                                        <p:cTn id="69" dur="600" fill="hold"/>
                                        <p:tgtEl>
                                          <p:spTgt spid="22"/>
                                        </p:tgtEl>
                                        <p:attrNameLst>
                                          <p:attrName>ppt_x</p:attrName>
                                        </p:attrNameLst>
                                      </p:cBhvr>
                                      <p:tavLst>
                                        <p:tav tm="0">
                                          <p:val>
                                            <p:strVal val="#ppt_x"/>
                                          </p:val>
                                        </p:tav>
                                        <p:tav tm="100000">
                                          <p:val>
                                            <p:strVal val="#ppt_x"/>
                                          </p:val>
                                        </p:tav>
                                      </p:tavLst>
                                    </p:anim>
                                    <p:anim calcmode="lin" valueType="num">
                                      <p:cBhvr additive="base">
                                        <p:cTn id="70" dur="600" fill="hold"/>
                                        <p:tgtEl>
                                          <p:spTgt spid="22"/>
                                        </p:tgtEl>
                                        <p:attrNameLst>
                                          <p:attrName>ppt_y</p:attrName>
                                        </p:attrNameLst>
                                      </p:cBhvr>
                                      <p:tavLst>
                                        <p:tav tm="0">
                                          <p:val>
                                            <p:strVal val="#ppt_y+.1"/>
                                          </p:val>
                                        </p:tav>
                                        <p:tav tm="100000">
                                          <p:val>
                                            <p:strVal val="#ppt_y"/>
                                          </p:val>
                                        </p:tav>
                                      </p:tavLst>
                                    </p:anim>
                                  </p:childTnLst>
                                </p:cTn>
                              </p:par>
                            </p:childTnLst>
                          </p:cTn>
                        </p:par>
                        <p:par>
                          <p:cTn id="92" fill="hold">
                            <p:stCondLst>
                              <p:cond delay="3600"/>
                            </p:stCondLst>
                            <p:childTnLst>
                              <p:par>
                                <p:cTn id="72" presetID="53" presetClass="entr" presetSubtype="16" fill="hold" grpId="0" nodeType="afterEffect">
                                  <p:stCondLst>
                                    <p:cond delay="0"/>
                                  </p:stCondLst>
                                  <p:childTnLst>
                                    <p:set>
                                      <p:cBhvr>
                                        <p:cTn id="73" dur="1" fill="hold">
                                          <p:stCondLst>
                                            <p:cond delay="0"/>
                                          </p:stCondLst>
                                        </p:cTn>
                                        <p:tgtEl>
                                          <p:spTgt spid="23"/>
                                        </p:tgtEl>
                                        <p:attrNameLst>
                                          <p:attrName>style.visibility</p:attrName>
                                        </p:attrNameLst>
                                      </p:cBhvr>
                                      <p:to>
                                        <p:strVal val="visible"/>
                                      </p:to>
                                    </p:set>
                                    <p:anim calcmode="lin" valueType="num">
                                      <p:cBhvr>
                                        <p:cTn id="74" dur="450" fill="hold"/>
                                        <p:tgtEl>
                                          <p:spTgt spid="23"/>
                                        </p:tgtEl>
                                        <p:attrNameLst>
                                          <p:attrName>ppt_w</p:attrName>
                                        </p:attrNameLst>
                                      </p:cBhvr>
                                      <p:tavLst>
                                        <p:tav tm="0">
                                          <p:val>
                                            <p:fltVal val="0"/>
                                          </p:val>
                                        </p:tav>
                                        <p:tav tm="100000">
                                          <p:val>
                                            <p:strVal val="#ppt_w"/>
                                          </p:val>
                                        </p:tav>
                                      </p:tavLst>
                                    </p:anim>
                                    <p:anim calcmode="lin" valueType="num">
                                      <p:cBhvr>
                                        <p:cTn id="75" dur="450" fill="hold"/>
                                        <p:tgtEl>
                                          <p:spTgt spid="23"/>
                                        </p:tgtEl>
                                        <p:attrNameLst>
                                          <p:attrName>ppt_h</p:attrName>
                                        </p:attrNameLst>
                                      </p:cBhvr>
                                      <p:tavLst>
                                        <p:tav tm="0">
                                          <p:val>
                                            <p:fltVal val="0"/>
                                          </p:val>
                                        </p:tav>
                                        <p:tav tm="100000">
                                          <p:val>
                                            <p:strVal val="#ppt_h"/>
                                          </p:val>
                                        </p:tav>
                                      </p:tavLst>
                                    </p:anim>
                                    <p:animEffect transition="in" filter="fade">
                                      <p:cBhvr>
                                        <p:cTn id="76" dur="450"/>
                                        <p:tgtEl>
                                          <p:spTgt spid="23"/>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p:cTn id="79" dur="450" fill="hold"/>
                                        <p:tgtEl>
                                          <p:spTgt spid="24"/>
                                        </p:tgtEl>
                                        <p:attrNameLst>
                                          <p:attrName>ppt_w</p:attrName>
                                        </p:attrNameLst>
                                      </p:cBhvr>
                                      <p:tavLst>
                                        <p:tav tm="0">
                                          <p:val>
                                            <p:fltVal val="0"/>
                                          </p:val>
                                        </p:tav>
                                        <p:tav tm="100000">
                                          <p:val>
                                            <p:strVal val="#ppt_w"/>
                                          </p:val>
                                        </p:tav>
                                      </p:tavLst>
                                    </p:anim>
                                    <p:anim calcmode="lin" valueType="num">
                                      <p:cBhvr>
                                        <p:cTn id="80" dur="450" fill="hold"/>
                                        <p:tgtEl>
                                          <p:spTgt spid="24"/>
                                        </p:tgtEl>
                                        <p:attrNameLst>
                                          <p:attrName>ppt_h</p:attrName>
                                        </p:attrNameLst>
                                      </p:cBhvr>
                                      <p:tavLst>
                                        <p:tav tm="0">
                                          <p:val>
                                            <p:fltVal val="0"/>
                                          </p:val>
                                        </p:tav>
                                        <p:tav tm="100000">
                                          <p:val>
                                            <p:strVal val="#ppt_h"/>
                                          </p:val>
                                        </p:tav>
                                      </p:tavLst>
                                    </p:anim>
                                    <p:animEffect transition="in" filter="fade">
                                      <p:cBhvr>
                                        <p:cTn id="81" dur="450"/>
                                        <p:tgtEl>
                                          <p:spTgt spid="24"/>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25"/>
                                        </p:tgtEl>
                                        <p:attrNameLst>
                                          <p:attrName>style.visibility</p:attrName>
                                        </p:attrNameLst>
                                      </p:cBhvr>
                                      <p:to>
                                        <p:strVal val="visible"/>
                                      </p:to>
                                    </p:set>
                                    <p:anim calcmode="lin" valueType="num">
                                      <p:cBhvr>
                                        <p:cTn id="84" dur="450" fill="hold"/>
                                        <p:tgtEl>
                                          <p:spTgt spid="25"/>
                                        </p:tgtEl>
                                        <p:attrNameLst>
                                          <p:attrName>ppt_w</p:attrName>
                                        </p:attrNameLst>
                                      </p:cBhvr>
                                      <p:tavLst>
                                        <p:tav tm="0">
                                          <p:val>
                                            <p:fltVal val="0"/>
                                          </p:val>
                                        </p:tav>
                                        <p:tav tm="100000">
                                          <p:val>
                                            <p:strVal val="#ppt_w"/>
                                          </p:val>
                                        </p:tav>
                                      </p:tavLst>
                                    </p:anim>
                                    <p:anim calcmode="lin" valueType="num">
                                      <p:cBhvr>
                                        <p:cTn id="85" dur="450" fill="hold"/>
                                        <p:tgtEl>
                                          <p:spTgt spid="25"/>
                                        </p:tgtEl>
                                        <p:attrNameLst>
                                          <p:attrName>ppt_h</p:attrName>
                                        </p:attrNameLst>
                                      </p:cBhvr>
                                      <p:tavLst>
                                        <p:tav tm="0">
                                          <p:val>
                                            <p:fltVal val="0"/>
                                          </p:val>
                                        </p:tav>
                                        <p:tav tm="100000">
                                          <p:val>
                                            <p:strVal val="#ppt_h"/>
                                          </p:val>
                                        </p:tav>
                                      </p:tavLst>
                                    </p:anim>
                                    <p:animEffect transition="in" filter="fade">
                                      <p:cBhvr>
                                        <p:cTn id="86" dur="450"/>
                                        <p:tgtEl>
                                          <p:spTgt spid="25"/>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p:cTn id="89" dur="450" fill="hold"/>
                                        <p:tgtEl>
                                          <p:spTgt spid="26"/>
                                        </p:tgtEl>
                                        <p:attrNameLst>
                                          <p:attrName>ppt_w</p:attrName>
                                        </p:attrNameLst>
                                      </p:cBhvr>
                                      <p:tavLst>
                                        <p:tav tm="0">
                                          <p:val>
                                            <p:fltVal val="0"/>
                                          </p:val>
                                        </p:tav>
                                        <p:tav tm="100000">
                                          <p:val>
                                            <p:strVal val="#ppt_w"/>
                                          </p:val>
                                        </p:tav>
                                      </p:tavLst>
                                    </p:anim>
                                    <p:anim calcmode="lin" valueType="num">
                                      <p:cBhvr>
                                        <p:cTn id="90" dur="450" fill="hold"/>
                                        <p:tgtEl>
                                          <p:spTgt spid="26"/>
                                        </p:tgtEl>
                                        <p:attrNameLst>
                                          <p:attrName>ppt_h</p:attrName>
                                        </p:attrNameLst>
                                      </p:cBhvr>
                                      <p:tavLst>
                                        <p:tav tm="0">
                                          <p:val>
                                            <p:fltVal val="0"/>
                                          </p:val>
                                        </p:tav>
                                        <p:tav tm="100000">
                                          <p:val>
                                            <p:strVal val="#ppt_h"/>
                                          </p:val>
                                        </p:tav>
                                      </p:tavLst>
                                    </p:anim>
                                    <p:animEffect transition="in" filter="fade">
                                      <p:cBhvr>
                                        <p:cTn id="91" dur="450"/>
                                        <p:tgtEl>
                                          <p:spTgt spid="26"/>
                                        </p:tgtEl>
                                      </p:cBhvr>
                                    </p:animEffect>
                                  </p:childTnLst>
                                </p:cTn>
                              </p:par>
                            </p:childTnLst>
                          </p:cTn>
                        </p:par>
                        <p:par>
                          <p:cTn id="113" fill="hold">
                            <p:stCondLst>
                              <p:cond delay="4050"/>
                            </p:stCondLst>
                            <p:childTnLst>
                              <p:par>
                                <p:cTn id="93" presetID="53" presetClass="entr" presetSubtype="16" fill="hold" grpId="0" nodeType="afterEffect">
                                  <p:stCondLst>
                                    <p:cond delay="0"/>
                                  </p:stCondLst>
                                  <p:childTnLst>
                                    <p:set>
                                      <p:cBhvr>
                                        <p:cTn id="94" dur="1" fill="hold">
                                          <p:stCondLst>
                                            <p:cond delay="0"/>
                                          </p:stCondLst>
                                        </p:cTn>
                                        <p:tgtEl>
                                          <p:spTgt spid="27"/>
                                        </p:tgtEl>
                                        <p:attrNameLst>
                                          <p:attrName>style.visibility</p:attrName>
                                        </p:attrNameLst>
                                      </p:cBhvr>
                                      <p:to>
                                        <p:strVal val="visible"/>
                                      </p:to>
                                    </p:set>
                                    <p:anim calcmode="lin" valueType="num">
                                      <p:cBhvr>
                                        <p:cTn id="95" dur="450" fill="hold"/>
                                        <p:tgtEl>
                                          <p:spTgt spid="27"/>
                                        </p:tgtEl>
                                        <p:attrNameLst>
                                          <p:attrName>ppt_w</p:attrName>
                                        </p:attrNameLst>
                                      </p:cBhvr>
                                      <p:tavLst>
                                        <p:tav tm="0">
                                          <p:val>
                                            <p:fltVal val="0"/>
                                          </p:val>
                                        </p:tav>
                                        <p:tav tm="100000">
                                          <p:val>
                                            <p:strVal val="#ppt_w"/>
                                          </p:val>
                                        </p:tav>
                                      </p:tavLst>
                                    </p:anim>
                                    <p:anim calcmode="lin" valueType="num">
                                      <p:cBhvr>
                                        <p:cTn id="96" dur="450" fill="hold"/>
                                        <p:tgtEl>
                                          <p:spTgt spid="27"/>
                                        </p:tgtEl>
                                        <p:attrNameLst>
                                          <p:attrName>ppt_h</p:attrName>
                                        </p:attrNameLst>
                                      </p:cBhvr>
                                      <p:tavLst>
                                        <p:tav tm="0">
                                          <p:val>
                                            <p:fltVal val="0"/>
                                          </p:val>
                                        </p:tav>
                                        <p:tav tm="100000">
                                          <p:val>
                                            <p:strVal val="#ppt_h"/>
                                          </p:val>
                                        </p:tav>
                                      </p:tavLst>
                                    </p:anim>
                                    <p:animEffect transition="in" filter="fade">
                                      <p:cBhvr>
                                        <p:cTn id="97" dur="450"/>
                                        <p:tgtEl>
                                          <p:spTgt spid="27"/>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28"/>
                                        </p:tgtEl>
                                        <p:attrNameLst>
                                          <p:attrName>style.visibility</p:attrName>
                                        </p:attrNameLst>
                                      </p:cBhvr>
                                      <p:to>
                                        <p:strVal val="visible"/>
                                      </p:to>
                                    </p:set>
                                    <p:anim calcmode="lin" valueType="num">
                                      <p:cBhvr>
                                        <p:cTn id="100" dur="450" fill="hold"/>
                                        <p:tgtEl>
                                          <p:spTgt spid="28"/>
                                        </p:tgtEl>
                                        <p:attrNameLst>
                                          <p:attrName>ppt_w</p:attrName>
                                        </p:attrNameLst>
                                      </p:cBhvr>
                                      <p:tavLst>
                                        <p:tav tm="0">
                                          <p:val>
                                            <p:fltVal val="0"/>
                                          </p:val>
                                        </p:tav>
                                        <p:tav tm="100000">
                                          <p:val>
                                            <p:strVal val="#ppt_w"/>
                                          </p:val>
                                        </p:tav>
                                      </p:tavLst>
                                    </p:anim>
                                    <p:anim calcmode="lin" valueType="num">
                                      <p:cBhvr>
                                        <p:cTn id="101" dur="450" fill="hold"/>
                                        <p:tgtEl>
                                          <p:spTgt spid="28"/>
                                        </p:tgtEl>
                                        <p:attrNameLst>
                                          <p:attrName>ppt_h</p:attrName>
                                        </p:attrNameLst>
                                      </p:cBhvr>
                                      <p:tavLst>
                                        <p:tav tm="0">
                                          <p:val>
                                            <p:fltVal val="0"/>
                                          </p:val>
                                        </p:tav>
                                        <p:tav tm="100000">
                                          <p:val>
                                            <p:strVal val="#ppt_h"/>
                                          </p:val>
                                        </p:tav>
                                      </p:tavLst>
                                    </p:anim>
                                    <p:animEffect transition="in" filter="fade">
                                      <p:cBhvr>
                                        <p:cTn id="102" dur="450"/>
                                        <p:tgtEl>
                                          <p:spTgt spid="28"/>
                                        </p:tgtEl>
                                      </p:cBhvr>
                                    </p:animEffect>
                                  </p:childTnLst>
                                </p:cTn>
                              </p:par>
                              <p:par>
                                <p:cTn id="103" presetID="53" presetClass="entr" presetSubtype="16" fill="hold" grpId="0" nodeType="withEffect">
                                  <p:stCondLst>
                                    <p:cond delay="0"/>
                                  </p:stCondLst>
                                  <p:childTnLst>
                                    <p:set>
                                      <p:cBhvr>
                                        <p:cTn id="104" dur="1" fill="hold">
                                          <p:stCondLst>
                                            <p:cond delay="0"/>
                                          </p:stCondLst>
                                        </p:cTn>
                                        <p:tgtEl>
                                          <p:spTgt spid="29"/>
                                        </p:tgtEl>
                                        <p:attrNameLst>
                                          <p:attrName>style.visibility</p:attrName>
                                        </p:attrNameLst>
                                      </p:cBhvr>
                                      <p:to>
                                        <p:strVal val="visible"/>
                                      </p:to>
                                    </p:set>
                                    <p:anim calcmode="lin" valueType="num">
                                      <p:cBhvr>
                                        <p:cTn id="105" dur="450" fill="hold"/>
                                        <p:tgtEl>
                                          <p:spTgt spid="29"/>
                                        </p:tgtEl>
                                        <p:attrNameLst>
                                          <p:attrName>ppt_w</p:attrName>
                                        </p:attrNameLst>
                                      </p:cBhvr>
                                      <p:tavLst>
                                        <p:tav tm="0">
                                          <p:val>
                                            <p:fltVal val="0"/>
                                          </p:val>
                                        </p:tav>
                                        <p:tav tm="100000">
                                          <p:val>
                                            <p:strVal val="#ppt_w"/>
                                          </p:val>
                                        </p:tav>
                                      </p:tavLst>
                                    </p:anim>
                                    <p:anim calcmode="lin" valueType="num">
                                      <p:cBhvr>
                                        <p:cTn id="106" dur="450" fill="hold"/>
                                        <p:tgtEl>
                                          <p:spTgt spid="29"/>
                                        </p:tgtEl>
                                        <p:attrNameLst>
                                          <p:attrName>ppt_h</p:attrName>
                                        </p:attrNameLst>
                                      </p:cBhvr>
                                      <p:tavLst>
                                        <p:tav tm="0">
                                          <p:val>
                                            <p:fltVal val="0"/>
                                          </p:val>
                                        </p:tav>
                                        <p:tav tm="100000">
                                          <p:val>
                                            <p:strVal val="#ppt_h"/>
                                          </p:val>
                                        </p:tav>
                                      </p:tavLst>
                                    </p:anim>
                                    <p:animEffect transition="in" filter="fade">
                                      <p:cBhvr>
                                        <p:cTn id="107" dur="450"/>
                                        <p:tgtEl>
                                          <p:spTgt spid="29"/>
                                        </p:tgtEl>
                                      </p:cBhvr>
                                    </p:animEffect>
                                  </p:childTnLst>
                                </p:cTn>
                              </p:par>
                              <p:par>
                                <p:cTn id="108" presetID="53" presetClass="entr" presetSubtype="16" fill="hold" grpId="0" nodeType="withEffect">
                                  <p:stCondLst>
                                    <p:cond delay="0"/>
                                  </p:stCondLst>
                                  <p:childTnLst>
                                    <p:set>
                                      <p:cBhvr>
                                        <p:cTn id="109" dur="1" fill="hold">
                                          <p:stCondLst>
                                            <p:cond delay="0"/>
                                          </p:stCondLst>
                                        </p:cTn>
                                        <p:tgtEl>
                                          <p:spTgt spid="30"/>
                                        </p:tgtEl>
                                        <p:attrNameLst>
                                          <p:attrName>style.visibility</p:attrName>
                                        </p:attrNameLst>
                                      </p:cBhvr>
                                      <p:to>
                                        <p:strVal val="visible"/>
                                      </p:to>
                                    </p:set>
                                    <p:anim calcmode="lin" valueType="num">
                                      <p:cBhvr>
                                        <p:cTn id="110" dur="450" fill="hold"/>
                                        <p:tgtEl>
                                          <p:spTgt spid="30"/>
                                        </p:tgtEl>
                                        <p:attrNameLst>
                                          <p:attrName>ppt_w</p:attrName>
                                        </p:attrNameLst>
                                      </p:cBhvr>
                                      <p:tavLst>
                                        <p:tav tm="0">
                                          <p:val>
                                            <p:fltVal val="0"/>
                                          </p:val>
                                        </p:tav>
                                        <p:tav tm="100000">
                                          <p:val>
                                            <p:strVal val="#ppt_w"/>
                                          </p:val>
                                        </p:tav>
                                      </p:tavLst>
                                    </p:anim>
                                    <p:anim calcmode="lin" valueType="num">
                                      <p:cBhvr>
                                        <p:cTn id="111" dur="450" fill="hold"/>
                                        <p:tgtEl>
                                          <p:spTgt spid="30"/>
                                        </p:tgtEl>
                                        <p:attrNameLst>
                                          <p:attrName>ppt_h</p:attrName>
                                        </p:attrNameLst>
                                      </p:cBhvr>
                                      <p:tavLst>
                                        <p:tav tm="0">
                                          <p:val>
                                            <p:fltVal val="0"/>
                                          </p:val>
                                        </p:tav>
                                        <p:tav tm="100000">
                                          <p:val>
                                            <p:strVal val="#ppt_h"/>
                                          </p:val>
                                        </p:tav>
                                      </p:tavLst>
                                    </p:anim>
                                    <p:animEffect transition="in" filter="fade">
                                      <p:cBhvr>
                                        <p:cTn id="112" dur="450"/>
                                        <p:tgtEl>
                                          <p:spTgt spid="30"/>
                                        </p:tgtEl>
                                      </p:cBhvr>
                                    </p:animEffect>
                                  </p:childTnLst>
                                </p:cTn>
                              </p:par>
                            </p:childTnLst>
                          </p:cTn>
                        </p:par>
                        <p:par>
                          <p:cTn id="134" fill="hold">
                            <p:stCondLst>
                              <p:cond delay="4500"/>
                            </p:stCondLst>
                            <p:childTnLst>
                              <p:par>
                                <p:cTn id="114" presetID="53" presetClass="entr" presetSubtype="16" fill="hold" grpId="0" nodeType="afterEffect">
                                  <p:stCondLst>
                                    <p:cond delay="0"/>
                                  </p:stCondLst>
                                  <p:childTnLst>
                                    <p:set>
                                      <p:cBhvr>
                                        <p:cTn id="115" dur="1" fill="hold">
                                          <p:stCondLst>
                                            <p:cond delay="0"/>
                                          </p:stCondLst>
                                        </p:cTn>
                                        <p:tgtEl>
                                          <p:spTgt spid="31"/>
                                        </p:tgtEl>
                                        <p:attrNameLst>
                                          <p:attrName>style.visibility</p:attrName>
                                        </p:attrNameLst>
                                      </p:cBhvr>
                                      <p:to>
                                        <p:strVal val="visible"/>
                                      </p:to>
                                    </p:set>
                                    <p:anim calcmode="lin" valueType="num">
                                      <p:cBhvr>
                                        <p:cTn id="116" dur="450" fill="hold"/>
                                        <p:tgtEl>
                                          <p:spTgt spid="31"/>
                                        </p:tgtEl>
                                        <p:attrNameLst>
                                          <p:attrName>ppt_w</p:attrName>
                                        </p:attrNameLst>
                                      </p:cBhvr>
                                      <p:tavLst>
                                        <p:tav tm="0">
                                          <p:val>
                                            <p:fltVal val="0"/>
                                          </p:val>
                                        </p:tav>
                                        <p:tav tm="100000">
                                          <p:val>
                                            <p:strVal val="#ppt_w"/>
                                          </p:val>
                                        </p:tav>
                                      </p:tavLst>
                                    </p:anim>
                                    <p:anim calcmode="lin" valueType="num">
                                      <p:cBhvr>
                                        <p:cTn id="117" dur="450" fill="hold"/>
                                        <p:tgtEl>
                                          <p:spTgt spid="31"/>
                                        </p:tgtEl>
                                        <p:attrNameLst>
                                          <p:attrName>ppt_h</p:attrName>
                                        </p:attrNameLst>
                                      </p:cBhvr>
                                      <p:tavLst>
                                        <p:tav tm="0">
                                          <p:val>
                                            <p:fltVal val="0"/>
                                          </p:val>
                                        </p:tav>
                                        <p:tav tm="100000">
                                          <p:val>
                                            <p:strVal val="#ppt_h"/>
                                          </p:val>
                                        </p:tav>
                                      </p:tavLst>
                                    </p:anim>
                                    <p:animEffect transition="in" filter="fade">
                                      <p:cBhvr>
                                        <p:cTn id="118" dur="450"/>
                                        <p:tgtEl>
                                          <p:spTgt spid="31"/>
                                        </p:tgtEl>
                                      </p:cBhvr>
                                    </p:animEffect>
                                  </p:childTnLst>
                                </p:cTn>
                              </p:par>
                              <p:par>
                                <p:cTn id="119" presetID="53" presetClass="entr" presetSubtype="16" fill="hold" grpId="0" nodeType="withEffect">
                                  <p:stCondLst>
                                    <p:cond delay="0"/>
                                  </p:stCondLst>
                                  <p:childTnLst>
                                    <p:set>
                                      <p:cBhvr>
                                        <p:cTn id="120" dur="1" fill="hold">
                                          <p:stCondLst>
                                            <p:cond delay="0"/>
                                          </p:stCondLst>
                                        </p:cTn>
                                        <p:tgtEl>
                                          <p:spTgt spid="32"/>
                                        </p:tgtEl>
                                        <p:attrNameLst>
                                          <p:attrName>style.visibility</p:attrName>
                                        </p:attrNameLst>
                                      </p:cBhvr>
                                      <p:to>
                                        <p:strVal val="visible"/>
                                      </p:to>
                                    </p:set>
                                    <p:anim calcmode="lin" valueType="num">
                                      <p:cBhvr>
                                        <p:cTn id="121" dur="450" fill="hold"/>
                                        <p:tgtEl>
                                          <p:spTgt spid="32"/>
                                        </p:tgtEl>
                                        <p:attrNameLst>
                                          <p:attrName>ppt_w</p:attrName>
                                        </p:attrNameLst>
                                      </p:cBhvr>
                                      <p:tavLst>
                                        <p:tav tm="0">
                                          <p:val>
                                            <p:fltVal val="0"/>
                                          </p:val>
                                        </p:tav>
                                        <p:tav tm="100000">
                                          <p:val>
                                            <p:strVal val="#ppt_w"/>
                                          </p:val>
                                        </p:tav>
                                      </p:tavLst>
                                    </p:anim>
                                    <p:anim calcmode="lin" valueType="num">
                                      <p:cBhvr>
                                        <p:cTn id="122" dur="450" fill="hold"/>
                                        <p:tgtEl>
                                          <p:spTgt spid="32"/>
                                        </p:tgtEl>
                                        <p:attrNameLst>
                                          <p:attrName>ppt_h</p:attrName>
                                        </p:attrNameLst>
                                      </p:cBhvr>
                                      <p:tavLst>
                                        <p:tav tm="0">
                                          <p:val>
                                            <p:fltVal val="0"/>
                                          </p:val>
                                        </p:tav>
                                        <p:tav tm="100000">
                                          <p:val>
                                            <p:strVal val="#ppt_h"/>
                                          </p:val>
                                        </p:tav>
                                      </p:tavLst>
                                    </p:anim>
                                    <p:animEffect transition="in" filter="fade">
                                      <p:cBhvr>
                                        <p:cTn id="123" dur="450"/>
                                        <p:tgtEl>
                                          <p:spTgt spid="32"/>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33"/>
                                        </p:tgtEl>
                                        <p:attrNameLst>
                                          <p:attrName>style.visibility</p:attrName>
                                        </p:attrNameLst>
                                      </p:cBhvr>
                                      <p:to>
                                        <p:strVal val="visible"/>
                                      </p:to>
                                    </p:set>
                                    <p:anim calcmode="lin" valueType="num">
                                      <p:cBhvr>
                                        <p:cTn id="126" dur="450" fill="hold"/>
                                        <p:tgtEl>
                                          <p:spTgt spid="33"/>
                                        </p:tgtEl>
                                        <p:attrNameLst>
                                          <p:attrName>ppt_w</p:attrName>
                                        </p:attrNameLst>
                                      </p:cBhvr>
                                      <p:tavLst>
                                        <p:tav tm="0">
                                          <p:val>
                                            <p:fltVal val="0"/>
                                          </p:val>
                                        </p:tav>
                                        <p:tav tm="100000">
                                          <p:val>
                                            <p:strVal val="#ppt_w"/>
                                          </p:val>
                                        </p:tav>
                                      </p:tavLst>
                                    </p:anim>
                                    <p:anim calcmode="lin" valueType="num">
                                      <p:cBhvr>
                                        <p:cTn id="127" dur="450" fill="hold"/>
                                        <p:tgtEl>
                                          <p:spTgt spid="33"/>
                                        </p:tgtEl>
                                        <p:attrNameLst>
                                          <p:attrName>ppt_h</p:attrName>
                                        </p:attrNameLst>
                                      </p:cBhvr>
                                      <p:tavLst>
                                        <p:tav tm="0">
                                          <p:val>
                                            <p:fltVal val="0"/>
                                          </p:val>
                                        </p:tav>
                                        <p:tav tm="100000">
                                          <p:val>
                                            <p:strVal val="#ppt_h"/>
                                          </p:val>
                                        </p:tav>
                                      </p:tavLst>
                                    </p:anim>
                                    <p:animEffect transition="in" filter="fade">
                                      <p:cBhvr>
                                        <p:cTn id="128" dur="450"/>
                                        <p:tgtEl>
                                          <p:spTgt spid="33"/>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34"/>
                                        </p:tgtEl>
                                        <p:attrNameLst>
                                          <p:attrName>style.visibility</p:attrName>
                                        </p:attrNameLst>
                                      </p:cBhvr>
                                      <p:to>
                                        <p:strVal val="visible"/>
                                      </p:to>
                                    </p:set>
                                    <p:anim calcmode="lin" valueType="num">
                                      <p:cBhvr>
                                        <p:cTn id="131" dur="450" fill="hold"/>
                                        <p:tgtEl>
                                          <p:spTgt spid="34"/>
                                        </p:tgtEl>
                                        <p:attrNameLst>
                                          <p:attrName>ppt_w</p:attrName>
                                        </p:attrNameLst>
                                      </p:cBhvr>
                                      <p:tavLst>
                                        <p:tav tm="0">
                                          <p:val>
                                            <p:fltVal val="0"/>
                                          </p:val>
                                        </p:tav>
                                        <p:tav tm="100000">
                                          <p:val>
                                            <p:strVal val="#ppt_w"/>
                                          </p:val>
                                        </p:tav>
                                      </p:tavLst>
                                    </p:anim>
                                    <p:anim calcmode="lin" valueType="num">
                                      <p:cBhvr>
                                        <p:cTn id="132" dur="450" fill="hold"/>
                                        <p:tgtEl>
                                          <p:spTgt spid="34"/>
                                        </p:tgtEl>
                                        <p:attrNameLst>
                                          <p:attrName>ppt_h</p:attrName>
                                        </p:attrNameLst>
                                      </p:cBhvr>
                                      <p:tavLst>
                                        <p:tav tm="0">
                                          <p:val>
                                            <p:fltVal val="0"/>
                                          </p:val>
                                        </p:tav>
                                        <p:tav tm="100000">
                                          <p:val>
                                            <p:strVal val="#ppt_h"/>
                                          </p:val>
                                        </p:tav>
                                      </p:tavLst>
                                    </p:anim>
                                    <p:animEffect transition="in" filter="fade">
                                      <p:cBhvr>
                                        <p:cTn id="133"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9" grpId="0" animBg="1"/>
      <p:bldP spid="30" grpId="0" animBg="1"/>
      <p:bldP spid="31" grpId="0" animBg="1"/>
      <p:bldP spid="33" grpId="0" animBg="1"/>
      <p:bldP spid="3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1f_499"/>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48CAE4"/>
                </a:solidFill>
                <a:latin typeface="Arial" pitchFamily="34" charset="0"/>
                <a:ea typeface="Arial" pitchFamily="34" charset="-122"/>
                <a:cs typeface="Arial" pitchFamily="34" charset="-120"/>
              </a:rPr>
              <a:t>EN RÉSUMÉ</a:t>
            </a:r>
            <a:endParaRPr lang="en-US" sz="1100" dirty="0"/>
          </a:p>
        </p:txBody>
      </p:sp>
      <p:sp>
        <p:nvSpPr>
          <p:cNvPr id="3" name="a1f_500"/>
          <p:cNvSpPr txBox="1"/>
          <p:nvPr/>
        </p:nvSpPr>
        <p:spPr>
          <a:xfrm>
            <a:off x="457200" y="493776"/>
            <a:ext cx="8229600" cy="548640"/>
          </a:xfrm>
          <a:prstGeom prst="rect">
            <a:avLst/>
          </a:prstGeom>
          <a:noFill/>
          <a:ln/>
        </p:spPr>
        <p:txBody>
          <a:bodyPr wrap="square" lIns="0" tIns="0" rIns="0" bIns="0" rtlCol="0" anchor="t"/>
          <a:lstStyle/>
          <a:p>
            <a:pPr indent="0" marL="0">
              <a:buNone/>
            </a:pPr>
            <a:r>
              <a:rPr lang="en-US" sz="2700" b="1" dirty="0">
                <a:solidFill>
                  <a:srgbClr val="FFFFFF"/>
                </a:solidFill>
                <a:latin typeface="Arial" pitchFamily="34" charset="0"/>
                <a:ea typeface="Arial" pitchFamily="34" charset="-122"/>
                <a:cs typeface="Arial" pitchFamily="34" charset="-120"/>
              </a:rPr>
              <a:t>Pourquoi choisir FaceID École ?</a:t>
            </a:r>
            <a:endParaRPr lang="en-US" sz="2700" dirty="0"/>
          </a:p>
        </p:txBody>
      </p:sp>
      <p:sp>
        <p:nvSpPr>
          <p:cNvPr id="4" name="a2z_501"/>
          <p:cNvSpPr/>
          <p:nvPr/>
        </p:nvSpPr>
        <p:spPr>
          <a:xfrm>
            <a:off x="1069848" y="1325880"/>
            <a:ext cx="694944" cy="694944"/>
          </a:xfrm>
          <a:prstGeom prst="ellipse">
            <a:avLst/>
          </a:prstGeom>
          <a:solidFill>
            <a:srgbClr val="00B4D8"/>
          </a:solidFill>
          <a:ln w="12700">
            <a:solidFill>
              <a:srgbClr val="00B4D8"/>
            </a:solidFill>
            <a:prstDash val="solid"/>
          </a:ln>
        </p:spPr>
      </p:sp>
      <p:pic>
        <p:nvPicPr>
          <p:cNvPr id="5" name="a2z_501i" descr="preencoded.png">    </p:cNvPr>
          <p:cNvPicPr>
            <a:picLocks noChangeAspect="1"/>
          </p:cNvPicPr>
          <p:nvPr/>
        </p:nvPicPr>
        <p:blipFill>
          <a:blip r:embed="rId2"/>
          <a:stretch>
            <a:fillRect/>
          </a:stretch>
        </p:blipFill>
        <p:spPr>
          <a:xfrm>
            <a:off x="1236635" y="1492667"/>
            <a:ext cx="361371" cy="361371"/>
          </a:xfrm>
          <a:prstGeom prst="rect">
            <a:avLst/>
          </a:prstGeom>
        </p:spPr>
      </p:pic>
      <p:sp>
        <p:nvSpPr>
          <p:cNvPr id="6" name="a2u_502"/>
          <p:cNvSpPr txBox="1"/>
          <p:nvPr/>
        </p:nvSpPr>
        <p:spPr>
          <a:xfrm>
            <a:off x="457200" y="2130552"/>
            <a:ext cx="1920240" cy="384048"/>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Rapide</a:t>
            </a:r>
            <a:endParaRPr lang="en-US" sz="2000" dirty="0"/>
          </a:p>
        </p:txBody>
      </p:sp>
      <p:sp>
        <p:nvSpPr>
          <p:cNvPr id="7" name="a2u_503"/>
          <p:cNvSpPr txBox="1"/>
          <p:nvPr/>
        </p:nvSpPr>
        <p:spPr>
          <a:xfrm>
            <a:off x="548640" y="2542032"/>
            <a:ext cx="1737360" cy="502920"/>
          </a:xfrm>
          <a:prstGeom prst="rect">
            <a:avLst/>
          </a:prstGeom>
          <a:noFill/>
          <a:ln/>
        </p:spPr>
        <p:txBody>
          <a:bodyPr wrap="square" lIns="0" tIns="0" rIns="0" bIns="0" rtlCol="0" anchor="t"/>
          <a:lstStyle/>
          <a:p>
            <a:pPr algn="ctr" indent="0" marL="0">
              <a:buNone/>
            </a:pPr>
            <a:r>
              <a:rPr lang="en-US" sz="1100" dirty="0">
                <a:solidFill>
                  <a:srgbClr val="C7E9F5"/>
                </a:solidFill>
                <a:latin typeface="Arial" pitchFamily="34" charset="0"/>
                <a:ea typeface="Arial" pitchFamily="34" charset="-122"/>
                <a:cs typeface="Arial" pitchFamily="34" charset="-120"/>
              </a:rPr>
              <a:t>Une réponse en quelques secondes.</a:t>
            </a:r>
            <a:endParaRPr lang="en-US" sz="1100" dirty="0"/>
          </a:p>
        </p:txBody>
      </p:sp>
      <p:sp>
        <p:nvSpPr>
          <p:cNvPr id="8" name="a3z_504"/>
          <p:cNvSpPr/>
          <p:nvPr/>
        </p:nvSpPr>
        <p:spPr>
          <a:xfrm>
            <a:off x="3172968" y="1325880"/>
            <a:ext cx="694944" cy="694944"/>
          </a:xfrm>
          <a:prstGeom prst="ellipse">
            <a:avLst/>
          </a:prstGeom>
          <a:solidFill>
            <a:srgbClr val="00B4D8"/>
          </a:solidFill>
          <a:ln w="12700">
            <a:solidFill>
              <a:srgbClr val="00B4D8"/>
            </a:solidFill>
            <a:prstDash val="solid"/>
          </a:ln>
        </p:spPr>
      </p:sp>
      <p:pic>
        <p:nvPicPr>
          <p:cNvPr id="9" name="a3z_504i" descr="preencoded.png">    </p:cNvPr>
          <p:cNvPicPr>
            <a:picLocks noChangeAspect="1"/>
          </p:cNvPicPr>
          <p:nvPr/>
        </p:nvPicPr>
        <p:blipFill>
          <a:blip r:embed="rId3"/>
          <a:stretch>
            <a:fillRect/>
          </a:stretch>
        </p:blipFill>
        <p:spPr>
          <a:xfrm>
            <a:off x="3339755" y="1492667"/>
            <a:ext cx="361371" cy="361371"/>
          </a:xfrm>
          <a:prstGeom prst="rect">
            <a:avLst/>
          </a:prstGeom>
        </p:spPr>
      </p:pic>
      <p:sp>
        <p:nvSpPr>
          <p:cNvPr id="10" name="a3u_505"/>
          <p:cNvSpPr txBox="1"/>
          <p:nvPr/>
        </p:nvSpPr>
        <p:spPr>
          <a:xfrm>
            <a:off x="2560320" y="2130552"/>
            <a:ext cx="1920240" cy="384048"/>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Fiable</a:t>
            </a:r>
            <a:endParaRPr lang="en-US" sz="2000" dirty="0"/>
          </a:p>
        </p:txBody>
      </p:sp>
      <p:sp>
        <p:nvSpPr>
          <p:cNvPr id="11" name="a3u_506"/>
          <p:cNvSpPr txBox="1"/>
          <p:nvPr/>
        </p:nvSpPr>
        <p:spPr>
          <a:xfrm>
            <a:off x="2651760" y="2542032"/>
            <a:ext cx="1737360" cy="502920"/>
          </a:xfrm>
          <a:prstGeom prst="rect">
            <a:avLst/>
          </a:prstGeom>
          <a:noFill/>
          <a:ln/>
        </p:spPr>
        <p:txBody>
          <a:bodyPr wrap="square" lIns="0" tIns="0" rIns="0" bIns="0" rtlCol="0" anchor="t"/>
          <a:lstStyle/>
          <a:p>
            <a:pPr algn="ctr" indent="0" marL="0">
              <a:buNone/>
            </a:pPr>
            <a:r>
              <a:rPr lang="en-US" sz="1100" dirty="0">
                <a:solidFill>
                  <a:srgbClr val="C7E9F5"/>
                </a:solidFill>
                <a:latin typeface="Arial" pitchFamily="34" charset="0"/>
                <a:ea typeface="Arial" pitchFamily="34" charset="-122"/>
                <a:cs typeface="Arial" pitchFamily="34" charset="-120"/>
              </a:rPr>
              <a:t>5 poses, et un doute signalé.</a:t>
            </a:r>
            <a:endParaRPr lang="en-US" sz="1100" dirty="0"/>
          </a:p>
        </p:txBody>
      </p:sp>
      <p:sp>
        <p:nvSpPr>
          <p:cNvPr id="12" name="a4z_507"/>
          <p:cNvSpPr/>
          <p:nvPr/>
        </p:nvSpPr>
        <p:spPr>
          <a:xfrm>
            <a:off x="5276088" y="1325880"/>
            <a:ext cx="694944" cy="694944"/>
          </a:xfrm>
          <a:prstGeom prst="ellipse">
            <a:avLst/>
          </a:prstGeom>
          <a:solidFill>
            <a:srgbClr val="00B4D8"/>
          </a:solidFill>
          <a:ln w="12700">
            <a:solidFill>
              <a:srgbClr val="00B4D8"/>
            </a:solidFill>
            <a:prstDash val="solid"/>
          </a:ln>
        </p:spPr>
      </p:sp>
      <p:pic>
        <p:nvPicPr>
          <p:cNvPr id="13" name="a4z_507i" descr="preencoded.png">    </p:cNvPr>
          <p:cNvPicPr>
            <a:picLocks noChangeAspect="1"/>
          </p:cNvPicPr>
          <p:nvPr/>
        </p:nvPicPr>
        <p:blipFill>
          <a:blip r:embed="rId4"/>
          <a:stretch>
            <a:fillRect/>
          </a:stretch>
        </p:blipFill>
        <p:spPr>
          <a:xfrm>
            <a:off x="5442875" y="1492667"/>
            <a:ext cx="361371" cy="361371"/>
          </a:xfrm>
          <a:prstGeom prst="rect">
            <a:avLst/>
          </a:prstGeom>
        </p:spPr>
      </p:pic>
      <p:sp>
        <p:nvSpPr>
          <p:cNvPr id="14" name="a4u_508"/>
          <p:cNvSpPr txBox="1"/>
          <p:nvPr/>
        </p:nvSpPr>
        <p:spPr>
          <a:xfrm>
            <a:off x="4663440" y="2130552"/>
            <a:ext cx="1920240" cy="384048"/>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Confidentiel</a:t>
            </a:r>
            <a:endParaRPr lang="en-US" sz="2000" dirty="0"/>
          </a:p>
        </p:txBody>
      </p:sp>
      <p:sp>
        <p:nvSpPr>
          <p:cNvPr id="15" name="a4u_509"/>
          <p:cNvSpPr txBox="1"/>
          <p:nvPr/>
        </p:nvSpPr>
        <p:spPr>
          <a:xfrm>
            <a:off x="4754880" y="2542032"/>
            <a:ext cx="1737360" cy="502920"/>
          </a:xfrm>
          <a:prstGeom prst="rect">
            <a:avLst/>
          </a:prstGeom>
          <a:noFill/>
          <a:ln/>
        </p:spPr>
        <p:txBody>
          <a:bodyPr wrap="square" lIns="0" tIns="0" rIns="0" bIns="0" rtlCol="0" anchor="t"/>
          <a:lstStyle/>
          <a:p>
            <a:pPr algn="ctr" indent="0" marL="0">
              <a:buNone/>
            </a:pPr>
            <a:r>
              <a:rPr lang="en-US" sz="1100" dirty="0">
                <a:solidFill>
                  <a:srgbClr val="C7E9F5"/>
                </a:solidFill>
                <a:latin typeface="Arial" pitchFamily="34" charset="0"/>
                <a:ea typeface="Arial" pitchFamily="34" charset="-122"/>
                <a:cs typeface="Arial" pitchFamily="34" charset="-120"/>
              </a:rPr>
              <a:t>Données cloisonnées, droits par agent.</a:t>
            </a:r>
            <a:endParaRPr lang="en-US" sz="1100" dirty="0"/>
          </a:p>
        </p:txBody>
      </p:sp>
      <p:sp>
        <p:nvSpPr>
          <p:cNvPr id="16" name="a5z_510"/>
          <p:cNvSpPr/>
          <p:nvPr/>
        </p:nvSpPr>
        <p:spPr>
          <a:xfrm>
            <a:off x="7379208" y="1325880"/>
            <a:ext cx="694944" cy="694944"/>
          </a:xfrm>
          <a:prstGeom prst="ellipse">
            <a:avLst/>
          </a:prstGeom>
          <a:solidFill>
            <a:srgbClr val="00B4D8"/>
          </a:solidFill>
          <a:ln w="12700">
            <a:solidFill>
              <a:srgbClr val="00B4D8"/>
            </a:solidFill>
            <a:prstDash val="solid"/>
          </a:ln>
        </p:spPr>
      </p:sp>
      <p:pic>
        <p:nvPicPr>
          <p:cNvPr id="17" name="a5z_510i" descr="preencoded.png">    </p:cNvPr>
          <p:cNvPicPr>
            <a:picLocks noChangeAspect="1"/>
          </p:cNvPicPr>
          <p:nvPr/>
        </p:nvPicPr>
        <p:blipFill>
          <a:blip r:embed="rId5"/>
          <a:stretch>
            <a:fillRect/>
          </a:stretch>
        </p:blipFill>
        <p:spPr>
          <a:xfrm>
            <a:off x="7545995" y="1492667"/>
            <a:ext cx="361371" cy="361371"/>
          </a:xfrm>
          <a:prstGeom prst="rect">
            <a:avLst/>
          </a:prstGeom>
        </p:spPr>
      </p:pic>
      <p:sp>
        <p:nvSpPr>
          <p:cNvPr id="18" name="a5u_511"/>
          <p:cNvSpPr txBox="1"/>
          <p:nvPr/>
        </p:nvSpPr>
        <p:spPr>
          <a:xfrm>
            <a:off x="6766560" y="2130552"/>
            <a:ext cx="1920240" cy="384048"/>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Évolutif</a:t>
            </a:r>
            <a:endParaRPr lang="en-US" sz="2000" dirty="0"/>
          </a:p>
        </p:txBody>
      </p:sp>
      <p:sp>
        <p:nvSpPr>
          <p:cNvPr id="19" name="a5u_512"/>
          <p:cNvSpPr txBox="1"/>
          <p:nvPr/>
        </p:nvSpPr>
        <p:spPr>
          <a:xfrm>
            <a:off x="6858000" y="2542032"/>
            <a:ext cx="1737360" cy="502920"/>
          </a:xfrm>
          <a:prstGeom prst="rect">
            <a:avLst/>
          </a:prstGeom>
          <a:noFill/>
          <a:ln/>
        </p:spPr>
        <p:txBody>
          <a:bodyPr wrap="square" lIns="0" tIns="0" rIns="0" bIns="0" rtlCol="0" anchor="t"/>
          <a:lstStyle/>
          <a:p>
            <a:pPr algn="ctr" indent="0" marL="0">
              <a:buNone/>
            </a:pPr>
            <a:r>
              <a:rPr lang="en-US" sz="1100" dirty="0">
                <a:solidFill>
                  <a:srgbClr val="C7E9F5"/>
                </a:solidFill>
                <a:latin typeface="Arial" pitchFamily="34" charset="0"/>
                <a:ea typeface="Arial" pitchFamily="34" charset="-122"/>
                <a:cs typeface="Arial" pitchFamily="34" charset="-120"/>
              </a:rPr>
              <a:t>Reliable à la gestion de l’école.</a:t>
            </a:r>
            <a:endParaRPr lang="en-US" sz="1100" dirty="0"/>
          </a:p>
        </p:txBody>
      </p:sp>
      <p:sp>
        <p:nvSpPr>
          <p:cNvPr id="20" name="a6z_513"/>
          <p:cNvSpPr/>
          <p:nvPr/>
        </p:nvSpPr>
        <p:spPr>
          <a:xfrm>
            <a:off x="1371600" y="3291840"/>
            <a:ext cx="6400800" cy="658368"/>
          </a:xfrm>
          <a:prstGeom prst="roundRect">
            <a:avLst>
              <a:gd name="adj" fmla="val 11111"/>
            </a:avLst>
          </a:prstGeom>
          <a:solidFill>
            <a:srgbClr val="48CAE4"/>
          </a:solidFill>
          <a:ln w="12700">
            <a:solidFill>
              <a:srgbClr val="48CAE4"/>
            </a:solidFill>
            <a:prstDash val="solid"/>
          </a:ln>
        </p:spPr>
      </p:sp>
      <p:sp>
        <p:nvSpPr>
          <p:cNvPr id="21" name="a6z_514"/>
          <p:cNvSpPr txBox="1"/>
          <p:nvPr/>
        </p:nvSpPr>
        <p:spPr>
          <a:xfrm>
            <a:off x="1371600" y="3291840"/>
            <a:ext cx="6400800" cy="658368"/>
          </a:xfrm>
          <a:prstGeom prst="rect">
            <a:avLst/>
          </a:prstGeom>
          <a:noFill/>
          <a:ln/>
        </p:spPr>
        <p:txBody>
          <a:bodyPr wrap="square" lIns="0" tIns="0" rIns="0" bIns="0" rtlCol="0" anchor="ctr"/>
          <a:lstStyle/>
          <a:p>
            <a:pPr algn="ctr" indent="0" marL="0">
              <a:buNone/>
            </a:pPr>
            <a:r>
              <a:rPr lang="en-US" sz="1600" b="1" dirty="0">
                <a:solidFill>
                  <a:srgbClr val="141C55"/>
                </a:solidFill>
                <a:latin typeface="Arial" pitchFamily="34" charset="0"/>
                <a:ea typeface="Arial" pitchFamily="34" charset="-122"/>
                <a:cs typeface="Arial" pitchFamily="34" charset="-120"/>
              </a:rPr>
              <a:t>Prochaine étape : un essai pilote dans votre établissement</a:t>
            </a:r>
            <a:endParaRPr lang="en-US" sz="1600" dirty="0"/>
          </a:p>
        </p:txBody>
      </p:sp>
      <p:sp>
        <p:nvSpPr>
          <p:cNvPr id="22" name="a7f_515"/>
          <p:cNvSpPr txBox="1"/>
          <p:nvPr/>
        </p:nvSpPr>
        <p:spPr>
          <a:xfrm>
            <a:off x="457200" y="4160520"/>
            <a:ext cx="8229600" cy="320040"/>
          </a:xfrm>
          <a:prstGeom prst="rect">
            <a:avLst/>
          </a:prstGeom>
          <a:noFill/>
          <a:ln/>
        </p:spPr>
        <p:txBody>
          <a:bodyPr wrap="square" lIns="0" tIns="0" rIns="0" bIns="0" rtlCol="0" anchor="t"/>
          <a:lstStyle/>
          <a:p>
            <a:pPr algn="ctr" indent="0" marL="0">
              <a:buNone/>
            </a:pPr>
            <a:r>
              <a:rPr lang="en-US" sz="1400" dirty="0">
                <a:solidFill>
                  <a:srgbClr val="FFFFFF"/>
                </a:solidFill>
                <a:latin typeface="Arial" pitchFamily="34" charset="0"/>
                <a:ea typeface="Arial" pitchFamily="34" charset="-122"/>
                <a:cs typeface="Arial" pitchFamily="34" charset="-120"/>
              </a:rPr>
              <a:t>Merci de votre attention  ·  Questions &amp; démonstration en direct</a:t>
            </a:r>
            <a:endParaRPr lang="en-US" sz="1400" dirty="0"/>
          </a:p>
        </p:txBody>
      </p:sp>
      <p:sp>
        <p:nvSpPr>
          <p:cNvPr id="23" name="a8f_516"/>
          <p:cNvSpPr txBox="1"/>
          <p:nvPr/>
        </p:nvSpPr>
        <p:spPr>
          <a:xfrm>
            <a:off x="457200" y="4526280"/>
            <a:ext cx="8229600" cy="274320"/>
          </a:xfrm>
          <a:prstGeom prst="rect">
            <a:avLst/>
          </a:prstGeom>
          <a:noFill/>
          <a:ln/>
        </p:spPr>
        <p:txBody>
          <a:bodyPr wrap="square" lIns="0" tIns="0" rIns="0" bIns="0" rtlCol="0" anchor="t"/>
          <a:lstStyle/>
          <a:p>
            <a:pPr algn="ctr" indent="0" marL="0">
              <a:buNone/>
            </a:pPr>
            <a:r>
              <a:rPr lang="en-US" sz="1000" i="1" dirty="0">
                <a:solidFill>
                  <a:srgbClr val="C7E9F5"/>
                </a:solidFill>
                <a:latin typeface="Arial" pitchFamily="34" charset="0"/>
                <a:ea typeface="Arial" pitchFamily="34" charset="-122"/>
                <a:cs typeface="Arial" pitchFamily="34" charset="-120"/>
              </a:rPr>
              <a:t>Développé par Abdou · 36629518</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par>
                          <p:cTn id="31"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450" fill="hold"/>
                                        <p:tgtEl>
                                          <p:spTgt spid="4"/>
                                        </p:tgtEl>
                                        <p:attrNameLst>
                                          <p:attrName>ppt_w</p:attrName>
                                        </p:attrNameLst>
                                      </p:cBhvr>
                                      <p:tavLst>
                                        <p:tav tm="0">
                                          <p:val>
                                            <p:fltVal val="0"/>
                                          </p:val>
                                        </p:tav>
                                        <p:tav tm="100000">
                                          <p:val>
                                            <p:strVal val="#ppt_w"/>
                                          </p:val>
                                        </p:tav>
                                      </p:tavLst>
                                    </p:anim>
                                    <p:anim calcmode="lin" valueType="num">
                                      <p:cBhvr>
                                        <p:cTn id="14" dur="450" fill="hold"/>
                                        <p:tgtEl>
                                          <p:spTgt spid="4"/>
                                        </p:tgtEl>
                                        <p:attrNameLst>
                                          <p:attrName>ppt_h</p:attrName>
                                        </p:attrNameLst>
                                      </p:cBhvr>
                                      <p:tavLst>
                                        <p:tav tm="0">
                                          <p:val>
                                            <p:fltVal val="0"/>
                                          </p:val>
                                        </p:tav>
                                        <p:tav tm="100000">
                                          <p:val>
                                            <p:strVal val="#ppt_h"/>
                                          </p:val>
                                        </p:tav>
                                      </p:tavLst>
                                    </p:anim>
                                    <p:animEffect transition="in" filter="fade">
                                      <p:cBhvr>
                                        <p:cTn id="15" dur="450"/>
                                        <p:tgtEl>
                                          <p:spTgt spid="4"/>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450" fill="hold"/>
                                        <p:tgtEl>
                                          <p:spTgt spid="5"/>
                                        </p:tgtEl>
                                        <p:attrNameLst>
                                          <p:attrName>ppt_w</p:attrName>
                                        </p:attrNameLst>
                                      </p:cBhvr>
                                      <p:tavLst>
                                        <p:tav tm="0">
                                          <p:val>
                                            <p:fltVal val="0"/>
                                          </p:val>
                                        </p:tav>
                                        <p:tav tm="100000">
                                          <p:val>
                                            <p:strVal val="#ppt_w"/>
                                          </p:val>
                                        </p:tav>
                                      </p:tavLst>
                                    </p:anim>
                                    <p:anim calcmode="lin" valueType="num">
                                      <p:cBhvr>
                                        <p:cTn id="19" dur="450" fill="hold"/>
                                        <p:tgtEl>
                                          <p:spTgt spid="5"/>
                                        </p:tgtEl>
                                        <p:attrNameLst>
                                          <p:attrName>ppt_h</p:attrName>
                                        </p:attrNameLst>
                                      </p:cBhvr>
                                      <p:tavLst>
                                        <p:tav tm="0">
                                          <p:val>
                                            <p:fltVal val="0"/>
                                          </p:val>
                                        </p:tav>
                                        <p:tav tm="100000">
                                          <p:val>
                                            <p:strVal val="#ppt_h"/>
                                          </p:val>
                                        </p:tav>
                                      </p:tavLst>
                                    </p:anim>
                                    <p:animEffect transition="in" filter="fade">
                                      <p:cBhvr>
                                        <p:cTn id="20" dur="450"/>
                                        <p:tgtEl>
                                          <p:spTgt spid="5"/>
                                        </p:tgtEl>
                                      </p:cBhvr>
                                    </p:animEffect>
                                  </p:childTnLst>
                                </p:cTn>
                              </p:par>
                              <p:par>
                                <p:cTn id="21" presetID="42"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additive="base">
                                        <p:cTn id="29" dur="600" fill="hold"/>
                                        <p:tgtEl>
                                          <p:spTgt spid="7"/>
                                        </p:tgtEl>
                                        <p:attrNameLst>
                                          <p:attrName>ppt_x</p:attrName>
                                        </p:attrNameLst>
                                      </p:cBhvr>
                                      <p:tavLst>
                                        <p:tav tm="0">
                                          <p:val>
                                            <p:strVal val="#ppt_x"/>
                                          </p:val>
                                        </p:tav>
                                        <p:tav tm="100000">
                                          <p:val>
                                            <p:strVal val="#ppt_x"/>
                                          </p:val>
                                        </p:tav>
                                      </p:tavLst>
                                    </p:anim>
                                    <p:anim calcmode="lin" valueType="num">
                                      <p:cBhvr additive="base">
                                        <p:cTn id="30" dur="600" fill="hold"/>
                                        <p:tgtEl>
                                          <p:spTgt spid="7"/>
                                        </p:tgtEl>
                                        <p:attrNameLst>
                                          <p:attrName>ppt_y</p:attrName>
                                        </p:attrNameLst>
                                      </p:cBhvr>
                                      <p:tavLst>
                                        <p:tav tm="0">
                                          <p:val>
                                            <p:strVal val="#ppt_y+.1"/>
                                          </p:val>
                                        </p:tav>
                                        <p:tav tm="100000">
                                          <p:val>
                                            <p:strVal val="#ppt_y"/>
                                          </p:val>
                                        </p:tav>
                                      </p:tavLst>
                                    </p:anim>
                                  </p:childTnLst>
                                </p:cTn>
                              </p:par>
                            </p:childTnLst>
                          </p:cTn>
                        </p:par>
                        <p:par>
                          <p:cTn id="52" fill="hold">
                            <p:stCondLst>
                              <p:cond delay="1100"/>
                            </p:stCondLst>
                            <p:childTnLst>
                              <p:par>
                                <p:cTn id="32" presetID="53" presetClass="entr" presetSubtype="16"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450" fill="hold"/>
                                        <p:tgtEl>
                                          <p:spTgt spid="8"/>
                                        </p:tgtEl>
                                        <p:attrNameLst>
                                          <p:attrName>ppt_w</p:attrName>
                                        </p:attrNameLst>
                                      </p:cBhvr>
                                      <p:tavLst>
                                        <p:tav tm="0">
                                          <p:val>
                                            <p:fltVal val="0"/>
                                          </p:val>
                                        </p:tav>
                                        <p:tav tm="100000">
                                          <p:val>
                                            <p:strVal val="#ppt_w"/>
                                          </p:val>
                                        </p:tav>
                                      </p:tavLst>
                                    </p:anim>
                                    <p:anim calcmode="lin" valueType="num">
                                      <p:cBhvr>
                                        <p:cTn id="35" dur="450" fill="hold"/>
                                        <p:tgtEl>
                                          <p:spTgt spid="8"/>
                                        </p:tgtEl>
                                        <p:attrNameLst>
                                          <p:attrName>ppt_h</p:attrName>
                                        </p:attrNameLst>
                                      </p:cBhvr>
                                      <p:tavLst>
                                        <p:tav tm="0">
                                          <p:val>
                                            <p:fltVal val="0"/>
                                          </p:val>
                                        </p:tav>
                                        <p:tav tm="100000">
                                          <p:val>
                                            <p:strVal val="#ppt_h"/>
                                          </p:val>
                                        </p:tav>
                                      </p:tavLst>
                                    </p:anim>
                                    <p:animEffect transition="in" filter="fade">
                                      <p:cBhvr>
                                        <p:cTn id="36" dur="450"/>
                                        <p:tgtEl>
                                          <p:spTgt spid="8"/>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450" fill="hold"/>
                                        <p:tgtEl>
                                          <p:spTgt spid="9"/>
                                        </p:tgtEl>
                                        <p:attrNameLst>
                                          <p:attrName>ppt_w</p:attrName>
                                        </p:attrNameLst>
                                      </p:cBhvr>
                                      <p:tavLst>
                                        <p:tav tm="0">
                                          <p:val>
                                            <p:fltVal val="0"/>
                                          </p:val>
                                        </p:tav>
                                        <p:tav tm="100000">
                                          <p:val>
                                            <p:strVal val="#ppt_w"/>
                                          </p:val>
                                        </p:tav>
                                      </p:tavLst>
                                    </p:anim>
                                    <p:anim calcmode="lin" valueType="num">
                                      <p:cBhvr>
                                        <p:cTn id="40" dur="450" fill="hold"/>
                                        <p:tgtEl>
                                          <p:spTgt spid="9"/>
                                        </p:tgtEl>
                                        <p:attrNameLst>
                                          <p:attrName>ppt_h</p:attrName>
                                        </p:attrNameLst>
                                      </p:cBhvr>
                                      <p:tavLst>
                                        <p:tav tm="0">
                                          <p:val>
                                            <p:fltVal val="0"/>
                                          </p:val>
                                        </p:tav>
                                        <p:tav tm="100000">
                                          <p:val>
                                            <p:strVal val="#ppt_h"/>
                                          </p:val>
                                        </p:tav>
                                      </p:tavLst>
                                    </p:anim>
                                    <p:animEffect transition="in" filter="fade">
                                      <p:cBhvr>
                                        <p:cTn id="41" dur="450"/>
                                        <p:tgtEl>
                                          <p:spTgt spid="9"/>
                                        </p:tgtEl>
                                      </p:cBhvr>
                                    </p:animEffect>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600"/>
                                        <p:tgtEl>
                                          <p:spTgt spid="10"/>
                                        </p:tgtEl>
                                      </p:cBhvr>
                                    </p:animEffect>
                                    <p:anim calcmode="lin" valueType="num">
                                      <p:cBhvr additive="base">
                                        <p:cTn id="45" dur="600" fill="hold"/>
                                        <p:tgtEl>
                                          <p:spTgt spid="10"/>
                                        </p:tgtEl>
                                        <p:attrNameLst>
                                          <p:attrName>ppt_x</p:attrName>
                                        </p:attrNameLst>
                                      </p:cBhvr>
                                      <p:tavLst>
                                        <p:tav tm="0">
                                          <p:val>
                                            <p:strVal val="#ppt_x"/>
                                          </p:val>
                                        </p:tav>
                                        <p:tav tm="100000">
                                          <p:val>
                                            <p:strVal val="#ppt_x"/>
                                          </p:val>
                                        </p:tav>
                                      </p:tavLst>
                                    </p:anim>
                                    <p:anim calcmode="lin" valueType="num">
                                      <p:cBhvr additive="base">
                                        <p:cTn id="46" dur="6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600"/>
                                        <p:tgtEl>
                                          <p:spTgt spid="11"/>
                                        </p:tgtEl>
                                      </p:cBhvr>
                                    </p:animEffect>
                                    <p:anim calcmode="lin" valueType="num">
                                      <p:cBhvr additive="base">
                                        <p:cTn id="50" dur="600" fill="hold"/>
                                        <p:tgtEl>
                                          <p:spTgt spid="11"/>
                                        </p:tgtEl>
                                        <p:attrNameLst>
                                          <p:attrName>ppt_x</p:attrName>
                                        </p:attrNameLst>
                                      </p:cBhvr>
                                      <p:tavLst>
                                        <p:tav tm="0">
                                          <p:val>
                                            <p:strVal val="#ppt_x"/>
                                          </p:val>
                                        </p:tav>
                                        <p:tav tm="100000">
                                          <p:val>
                                            <p:strVal val="#ppt_x"/>
                                          </p:val>
                                        </p:tav>
                                      </p:tavLst>
                                    </p:anim>
                                    <p:anim calcmode="lin" valueType="num">
                                      <p:cBhvr additive="base">
                                        <p:cTn id="51" dur="600" fill="hold"/>
                                        <p:tgtEl>
                                          <p:spTgt spid="11"/>
                                        </p:tgtEl>
                                        <p:attrNameLst>
                                          <p:attrName>ppt_y</p:attrName>
                                        </p:attrNameLst>
                                      </p:cBhvr>
                                      <p:tavLst>
                                        <p:tav tm="0">
                                          <p:val>
                                            <p:strVal val="#ppt_y+.1"/>
                                          </p:val>
                                        </p:tav>
                                        <p:tav tm="100000">
                                          <p:val>
                                            <p:strVal val="#ppt_y"/>
                                          </p:val>
                                        </p:tav>
                                      </p:tavLst>
                                    </p:anim>
                                  </p:childTnLst>
                                </p:cTn>
                              </p:par>
                            </p:childTnLst>
                          </p:cTn>
                        </p:par>
                        <p:par>
                          <p:cTn id="73" fill="hold">
                            <p:stCondLst>
                              <p:cond delay="1700"/>
                            </p:stCondLst>
                            <p:childTnLst>
                              <p:par>
                                <p:cTn id="53" presetID="53" presetClass="entr" presetSubtype="16" fill="hold" grpId="0" nodeType="after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p:cTn id="55" dur="450" fill="hold"/>
                                        <p:tgtEl>
                                          <p:spTgt spid="12"/>
                                        </p:tgtEl>
                                        <p:attrNameLst>
                                          <p:attrName>ppt_w</p:attrName>
                                        </p:attrNameLst>
                                      </p:cBhvr>
                                      <p:tavLst>
                                        <p:tav tm="0">
                                          <p:val>
                                            <p:fltVal val="0"/>
                                          </p:val>
                                        </p:tav>
                                        <p:tav tm="100000">
                                          <p:val>
                                            <p:strVal val="#ppt_w"/>
                                          </p:val>
                                        </p:tav>
                                      </p:tavLst>
                                    </p:anim>
                                    <p:anim calcmode="lin" valueType="num">
                                      <p:cBhvr>
                                        <p:cTn id="56" dur="450" fill="hold"/>
                                        <p:tgtEl>
                                          <p:spTgt spid="12"/>
                                        </p:tgtEl>
                                        <p:attrNameLst>
                                          <p:attrName>ppt_h</p:attrName>
                                        </p:attrNameLst>
                                      </p:cBhvr>
                                      <p:tavLst>
                                        <p:tav tm="0">
                                          <p:val>
                                            <p:fltVal val="0"/>
                                          </p:val>
                                        </p:tav>
                                        <p:tav tm="100000">
                                          <p:val>
                                            <p:strVal val="#ppt_h"/>
                                          </p:val>
                                        </p:tav>
                                      </p:tavLst>
                                    </p:anim>
                                    <p:animEffect transition="in" filter="fade">
                                      <p:cBhvr>
                                        <p:cTn id="57" dur="450"/>
                                        <p:tgtEl>
                                          <p:spTgt spid="12"/>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p:cTn id="60" dur="450" fill="hold"/>
                                        <p:tgtEl>
                                          <p:spTgt spid="13"/>
                                        </p:tgtEl>
                                        <p:attrNameLst>
                                          <p:attrName>ppt_w</p:attrName>
                                        </p:attrNameLst>
                                      </p:cBhvr>
                                      <p:tavLst>
                                        <p:tav tm="0">
                                          <p:val>
                                            <p:fltVal val="0"/>
                                          </p:val>
                                        </p:tav>
                                        <p:tav tm="100000">
                                          <p:val>
                                            <p:strVal val="#ppt_w"/>
                                          </p:val>
                                        </p:tav>
                                      </p:tavLst>
                                    </p:anim>
                                    <p:anim calcmode="lin" valueType="num">
                                      <p:cBhvr>
                                        <p:cTn id="61" dur="450" fill="hold"/>
                                        <p:tgtEl>
                                          <p:spTgt spid="13"/>
                                        </p:tgtEl>
                                        <p:attrNameLst>
                                          <p:attrName>ppt_h</p:attrName>
                                        </p:attrNameLst>
                                      </p:cBhvr>
                                      <p:tavLst>
                                        <p:tav tm="0">
                                          <p:val>
                                            <p:fltVal val="0"/>
                                          </p:val>
                                        </p:tav>
                                        <p:tav tm="100000">
                                          <p:val>
                                            <p:strVal val="#ppt_h"/>
                                          </p:val>
                                        </p:tav>
                                      </p:tavLst>
                                    </p:anim>
                                    <p:animEffect transition="in" filter="fade">
                                      <p:cBhvr>
                                        <p:cTn id="62" dur="450"/>
                                        <p:tgtEl>
                                          <p:spTgt spid="13"/>
                                        </p:tgtEl>
                                      </p:cBhvr>
                                    </p:animEffect>
                                  </p:childTnLst>
                                </p:cTn>
                              </p:par>
                              <p:par>
                                <p:cTn id="63" presetID="42" presetClass="entr" presetSubtype="0" fill="hold" grpId="0" nodeType="with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600"/>
                                        <p:tgtEl>
                                          <p:spTgt spid="14"/>
                                        </p:tgtEl>
                                      </p:cBhvr>
                                    </p:animEffect>
                                    <p:anim calcmode="lin" valueType="num">
                                      <p:cBhvr additive="base">
                                        <p:cTn id="66" dur="600" fill="hold"/>
                                        <p:tgtEl>
                                          <p:spTgt spid="14"/>
                                        </p:tgtEl>
                                        <p:attrNameLst>
                                          <p:attrName>ppt_x</p:attrName>
                                        </p:attrNameLst>
                                      </p:cBhvr>
                                      <p:tavLst>
                                        <p:tav tm="0">
                                          <p:val>
                                            <p:strVal val="#ppt_x"/>
                                          </p:val>
                                        </p:tav>
                                        <p:tav tm="100000">
                                          <p:val>
                                            <p:strVal val="#ppt_x"/>
                                          </p:val>
                                        </p:tav>
                                      </p:tavLst>
                                    </p:anim>
                                    <p:anim calcmode="lin" valueType="num">
                                      <p:cBhvr additive="base">
                                        <p:cTn id="67" dur="600" fill="hold"/>
                                        <p:tgtEl>
                                          <p:spTgt spid="14"/>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600"/>
                                        <p:tgtEl>
                                          <p:spTgt spid="15"/>
                                        </p:tgtEl>
                                      </p:cBhvr>
                                    </p:animEffect>
                                    <p:anim calcmode="lin" valueType="num">
                                      <p:cBhvr additive="base">
                                        <p:cTn id="71" dur="600" fill="hold"/>
                                        <p:tgtEl>
                                          <p:spTgt spid="15"/>
                                        </p:tgtEl>
                                        <p:attrNameLst>
                                          <p:attrName>ppt_x</p:attrName>
                                        </p:attrNameLst>
                                      </p:cBhvr>
                                      <p:tavLst>
                                        <p:tav tm="0">
                                          <p:val>
                                            <p:strVal val="#ppt_x"/>
                                          </p:val>
                                        </p:tav>
                                        <p:tav tm="100000">
                                          <p:val>
                                            <p:strVal val="#ppt_x"/>
                                          </p:val>
                                        </p:tav>
                                      </p:tavLst>
                                    </p:anim>
                                    <p:anim calcmode="lin" valueType="num">
                                      <p:cBhvr additive="base">
                                        <p:cTn id="72" dur="600" fill="hold"/>
                                        <p:tgtEl>
                                          <p:spTgt spid="15"/>
                                        </p:tgtEl>
                                        <p:attrNameLst>
                                          <p:attrName>ppt_y</p:attrName>
                                        </p:attrNameLst>
                                      </p:cBhvr>
                                      <p:tavLst>
                                        <p:tav tm="0">
                                          <p:val>
                                            <p:strVal val="#ppt_y+.1"/>
                                          </p:val>
                                        </p:tav>
                                        <p:tav tm="100000">
                                          <p:val>
                                            <p:strVal val="#ppt_y"/>
                                          </p:val>
                                        </p:tav>
                                      </p:tavLst>
                                    </p:anim>
                                  </p:childTnLst>
                                </p:cTn>
                              </p:par>
                            </p:childTnLst>
                          </p:cTn>
                        </p:par>
                        <p:par>
                          <p:cTn id="94" fill="hold">
                            <p:stCondLst>
                              <p:cond delay="2300"/>
                            </p:stCondLst>
                            <p:childTnLst>
                              <p:par>
                                <p:cTn id="74" presetID="53" presetClass="entr" presetSubtype="16" fill="hold" grpId="0" nodeType="afterEffect">
                                  <p:stCondLst>
                                    <p:cond delay="0"/>
                                  </p:stCondLst>
                                  <p:childTnLst>
                                    <p:set>
                                      <p:cBhvr>
                                        <p:cTn id="75" dur="1" fill="hold">
                                          <p:stCondLst>
                                            <p:cond delay="0"/>
                                          </p:stCondLst>
                                        </p:cTn>
                                        <p:tgtEl>
                                          <p:spTgt spid="16"/>
                                        </p:tgtEl>
                                        <p:attrNameLst>
                                          <p:attrName>style.visibility</p:attrName>
                                        </p:attrNameLst>
                                      </p:cBhvr>
                                      <p:to>
                                        <p:strVal val="visible"/>
                                      </p:to>
                                    </p:set>
                                    <p:anim calcmode="lin" valueType="num">
                                      <p:cBhvr>
                                        <p:cTn id="76" dur="450" fill="hold"/>
                                        <p:tgtEl>
                                          <p:spTgt spid="16"/>
                                        </p:tgtEl>
                                        <p:attrNameLst>
                                          <p:attrName>ppt_w</p:attrName>
                                        </p:attrNameLst>
                                      </p:cBhvr>
                                      <p:tavLst>
                                        <p:tav tm="0">
                                          <p:val>
                                            <p:fltVal val="0"/>
                                          </p:val>
                                        </p:tav>
                                        <p:tav tm="100000">
                                          <p:val>
                                            <p:strVal val="#ppt_w"/>
                                          </p:val>
                                        </p:tav>
                                      </p:tavLst>
                                    </p:anim>
                                    <p:anim calcmode="lin" valueType="num">
                                      <p:cBhvr>
                                        <p:cTn id="77" dur="450" fill="hold"/>
                                        <p:tgtEl>
                                          <p:spTgt spid="16"/>
                                        </p:tgtEl>
                                        <p:attrNameLst>
                                          <p:attrName>ppt_h</p:attrName>
                                        </p:attrNameLst>
                                      </p:cBhvr>
                                      <p:tavLst>
                                        <p:tav tm="0">
                                          <p:val>
                                            <p:fltVal val="0"/>
                                          </p:val>
                                        </p:tav>
                                        <p:tav tm="100000">
                                          <p:val>
                                            <p:strVal val="#ppt_h"/>
                                          </p:val>
                                        </p:tav>
                                      </p:tavLst>
                                    </p:anim>
                                    <p:animEffect transition="in" filter="fade">
                                      <p:cBhvr>
                                        <p:cTn id="78" dur="450"/>
                                        <p:tgtEl>
                                          <p:spTgt spid="16"/>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 calcmode="lin" valueType="num">
                                      <p:cBhvr>
                                        <p:cTn id="81" dur="450" fill="hold"/>
                                        <p:tgtEl>
                                          <p:spTgt spid="17"/>
                                        </p:tgtEl>
                                        <p:attrNameLst>
                                          <p:attrName>ppt_w</p:attrName>
                                        </p:attrNameLst>
                                      </p:cBhvr>
                                      <p:tavLst>
                                        <p:tav tm="0">
                                          <p:val>
                                            <p:fltVal val="0"/>
                                          </p:val>
                                        </p:tav>
                                        <p:tav tm="100000">
                                          <p:val>
                                            <p:strVal val="#ppt_w"/>
                                          </p:val>
                                        </p:tav>
                                      </p:tavLst>
                                    </p:anim>
                                    <p:anim calcmode="lin" valueType="num">
                                      <p:cBhvr>
                                        <p:cTn id="82" dur="450" fill="hold"/>
                                        <p:tgtEl>
                                          <p:spTgt spid="17"/>
                                        </p:tgtEl>
                                        <p:attrNameLst>
                                          <p:attrName>ppt_h</p:attrName>
                                        </p:attrNameLst>
                                      </p:cBhvr>
                                      <p:tavLst>
                                        <p:tav tm="0">
                                          <p:val>
                                            <p:fltVal val="0"/>
                                          </p:val>
                                        </p:tav>
                                        <p:tav tm="100000">
                                          <p:val>
                                            <p:strVal val="#ppt_h"/>
                                          </p:val>
                                        </p:tav>
                                      </p:tavLst>
                                    </p:anim>
                                    <p:animEffect transition="in" filter="fade">
                                      <p:cBhvr>
                                        <p:cTn id="83" dur="450"/>
                                        <p:tgtEl>
                                          <p:spTgt spid="17"/>
                                        </p:tgtEl>
                                      </p:cBhvr>
                                    </p:animEffect>
                                  </p:childTnLst>
                                </p:cTn>
                              </p:par>
                              <p:par>
                                <p:cTn id="84" presetID="42"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600"/>
                                        <p:tgtEl>
                                          <p:spTgt spid="18"/>
                                        </p:tgtEl>
                                      </p:cBhvr>
                                    </p:animEffect>
                                    <p:anim calcmode="lin" valueType="num">
                                      <p:cBhvr additive="base">
                                        <p:cTn id="87" dur="600" fill="hold"/>
                                        <p:tgtEl>
                                          <p:spTgt spid="18"/>
                                        </p:tgtEl>
                                        <p:attrNameLst>
                                          <p:attrName>ppt_x</p:attrName>
                                        </p:attrNameLst>
                                      </p:cBhvr>
                                      <p:tavLst>
                                        <p:tav tm="0">
                                          <p:val>
                                            <p:strVal val="#ppt_x"/>
                                          </p:val>
                                        </p:tav>
                                        <p:tav tm="100000">
                                          <p:val>
                                            <p:strVal val="#ppt_x"/>
                                          </p:val>
                                        </p:tav>
                                      </p:tavLst>
                                    </p:anim>
                                    <p:anim calcmode="lin" valueType="num">
                                      <p:cBhvr additive="base">
                                        <p:cTn id="88" dur="600" fill="hold"/>
                                        <p:tgtEl>
                                          <p:spTgt spid="18"/>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600"/>
                                        <p:tgtEl>
                                          <p:spTgt spid="19"/>
                                        </p:tgtEl>
                                      </p:cBhvr>
                                    </p:animEffect>
                                    <p:anim calcmode="lin" valueType="num">
                                      <p:cBhvr additive="base">
                                        <p:cTn id="92" dur="600" fill="hold"/>
                                        <p:tgtEl>
                                          <p:spTgt spid="19"/>
                                        </p:tgtEl>
                                        <p:attrNameLst>
                                          <p:attrName>ppt_x</p:attrName>
                                        </p:attrNameLst>
                                      </p:cBhvr>
                                      <p:tavLst>
                                        <p:tav tm="0">
                                          <p:val>
                                            <p:strVal val="#ppt_x"/>
                                          </p:val>
                                        </p:tav>
                                        <p:tav tm="100000">
                                          <p:val>
                                            <p:strVal val="#ppt_x"/>
                                          </p:val>
                                        </p:tav>
                                      </p:tavLst>
                                    </p:anim>
                                    <p:anim calcmode="lin" valueType="num">
                                      <p:cBhvr additive="base">
                                        <p:cTn id="93" dur="600" fill="hold"/>
                                        <p:tgtEl>
                                          <p:spTgt spid="19"/>
                                        </p:tgtEl>
                                        <p:attrNameLst>
                                          <p:attrName>ppt_y</p:attrName>
                                        </p:attrNameLst>
                                      </p:cBhvr>
                                      <p:tavLst>
                                        <p:tav tm="0">
                                          <p:val>
                                            <p:strVal val="#ppt_y+.1"/>
                                          </p:val>
                                        </p:tav>
                                        <p:tav tm="100000">
                                          <p:val>
                                            <p:strVal val="#ppt_y"/>
                                          </p:val>
                                        </p:tav>
                                      </p:tavLst>
                                    </p:anim>
                                  </p:childTnLst>
                                </p:cTn>
                              </p:par>
                            </p:childTnLst>
                          </p:cTn>
                        </p:par>
                        <p:par>
                          <p:cTn id="105" fill="hold">
                            <p:stCondLst>
                              <p:cond delay="2900"/>
                            </p:stCondLst>
                            <p:childTnLst>
                              <p:par>
                                <p:cTn id="95" presetID="53" presetClass="entr" presetSubtype="16" fill="hold" grpId="0" nodeType="afterEffect">
                                  <p:stCondLst>
                                    <p:cond delay="0"/>
                                  </p:stCondLst>
                                  <p:childTnLst>
                                    <p:set>
                                      <p:cBhvr>
                                        <p:cTn id="96" dur="1" fill="hold">
                                          <p:stCondLst>
                                            <p:cond delay="0"/>
                                          </p:stCondLst>
                                        </p:cTn>
                                        <p:tgtEl>
                                          <p:spTgt spid="20"/>
                                        </p:tgtEl>
                                        <p:attrNameLst>
                                          <p:attrName>style.visibility</p:attrName>
                                        </p:attrNameLst>
                                      </p:cBhvr>
                                      <p:to>
                                        <p:strVal val="visible"/>
                                      </p:to>
                                    </p:set>
                                    <p:anim calcmode="lin" valueType="num">
                                      <p:cBhvr>
                                        <p:cTn id="97" dur="450" fill="hold"/>
                                        <p:tgtEl>
                                          <p:spTgt spid="20"/>
                                        </p:tgtEl>
                                        <p:attrNameLst>
                                          <p:attrName>ppt_w</p:attrName>
                                        </p:attrNameLst>
                                      </p:cBhvr>
                                      <p:tavLst>
                                        <p:tav tm="0">
                                          <p:val>
                                            <p:fltVal val="0"/>
                                          </p:val>
                                        </p:tav>
                                        <p:tav tm="100000">
                                          <p:val>
                                            <p:strVal val="#ppt_w"/>
                                          </p:val>
                                        </p:tav>
                                      </p:tavLst>
                                    </p:anim>
                                    <p:anim calcmode="lin" valueType="num">
                                      <p:cBhvr>
                                        <p:cTn id="98" dur="450" fill="hold"/>
                                        <p:tgtEl>
                                          <p:spTgt spid="20"/>
                                        </p:tgtEl>
                                        <p:attrNameLst>
                                          <p:attrName>ppt_h</p:attrName>
                                        </p:attrNameLst>
                                      </p:cBhvr>
                                      <p:tavLst>
                                        <p:tav tm="0">
                                          <p:val>
                                            <p:fltVal val="0"/>
                                          </p:val>
                                        </p:tav>
                                        <p:tav tm="100000">
                                          <p:val>
                                            <p:strVal val="#ppt_h"/>
                                          </p:val>
                                        </p:tav>
                                      </p:tavLst>
                                    </p:anim>
                                    <p:animEffect transition="in" filter="fade">
                                      <p:cBhvr>
                                        <p:cTn id="99" dur="450"/>
                                        <p:tgtEl>
                                          <p:spTgt spid="20"/>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1"/>
                                        </p:tgtEl>
                                        <p:attrNameLst>
                                          <p:attrName>style.visibility</p:attrName>
                                        </p:attrNameLst>
                                      </p:cBhvr>
                                      <p:to>
                                        <p:strVal val="visible"/>
                                      </p:to>
                                    </p:set>
                                    <p:anim calcmode="lin" valueType="num">
                                      <p:cBhvr>
                                        <p:cTn id="102" dur="450" fill="hold"/>
                                        <p:tgtEl>
                                          <p:spTgt spid="21"/>
                                        </p:tgtEl>
                                        <p:attrNameLst>
                                          <p:attrName>ppt_w</p:attrName>
                                        </p:attrNameLst>
                                      </p:cBhvr>
                                      <p:tavLst>
                                        <p:tav tm="0">
                                          <p:val>
                                            <p:fltVal val="0"/>
                                          </p:val>
                                        </p:tav>
                                        <p:tav tm="100000">
                                          <p:val>
                                            <p:strVal val="#ppt_w"/>
                                          </p:val>
                                        </p:tav>
                                      </p:tavLst>
                                    </p:anim>
                                    <p:anim calcmode="lin" valueType="num">
                                      <p:cBhvr>
                                        <p:cTn id="103" dur="450" fill="hold"/>
                                        <p:tgtEl>
                                          <p:spTgt spid="21"/>
                                        </p:tgtEl>
                                        <p:attrNameLst>
                                          <p:attrName>ppt_h</p:attrName>
                                        </p:attrNameLst>
                                      </p:cBhvr>
                                      <p:tavLst>
                                        <p:tav tm="0">
                                          <p:val>
                                            <p:fltVal val="0"/>
                                          </p:val>
                                        </p:tav>
                                        <p:tav tm="100000">
                                          <p:val>
                                            <p:strVal val="#ppt_h"/>
                                          </p:val>
                                        </p:tav>
                                      </p:tavLst>
                                    </p:anim>
                                    <p:animEffect transition="in" filter="fade">
                                      <p:cBhvr>
                                        <p:cTn id="104" dur="450"/>
                                        <p:tgtEl>
                                          <p:spTgt spid="21"/>
                                        </p:tgtEl>
                                      </p:cBhvr>
                                    </p:animEffect>
                                  </p:childTnLst>
                                </p:cTn>
                              </p:par>
                            </p:childTnLst>
                          </p:cTn>
                        </p:par>
                        <p:par>
                          <p:cTn id="109" fill="hold">
                            <p:stCondLst>
                              <p:cond delay="3350"/>
                            </p:stCondLst>
                            <p:childTnLst>
                              <p:par>
                                <p:cTn id="106" presetID="10" presetClass="entr" presetSubtype="0" fill="hold" grpId="0" nodeType="afterEffect">
                                  <p:stCondLst>
                                    <p:cond delay="0"/>
                                  </p:stCondLst>
                                  <p:childTnLst>
                                    <p:set>
                                      <p:cBhvr>
                                        <p:cTn id="107" dur="1" fill="hold">
                                          <p:stCondLst>
                                            <p:cond delay="0"/>
                                          </p:stCondLst>
                                        </p:cTn>
                                        <p:tgtEl>
                                          <p:spTgt spid="22"/>
                                        </p:tgtEl>
                                        <p:attrNameLst>
                                          <p:attrName>style.visibility</p:attrName>
                                        </p:attrNameLst>
                                      </p:cBhvr>
                                      <p:to>
                                        <p:strVal val="visible"/>
                                      </p:to>
                                    </p:set>
                                    <p:animEffect transition="in" filter="fade">
                                      <p:cBhvr>
                                        <p:cTn id="108" dur="500"/>
                                        <p:tgtEl>
                                          <p:spTgt spid="22"/>
                                        </p:tgtEl>
                                      </p:cBhvr>
                                    </p:animEffect>
                                  </p:childTnLst>
                                </p:cTn>
                              </p:par>
                            </p:childTnLst>
                          </p:cTn>
                        </p:par>
                        <p:par>
                          <p:cTn id="113" fill="hold">
                            <p:stCondLst>
                              <p:cond delay="3850"/>
                            </p:stCondLst>
                            <p:childTnLst>
                              <p:par>
                                <p:cTn id="110" presetID="10" presetClass="entr" presetSubtype="0" fill="hold" grpId="0" nodeType="after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1" grpId="0" animBg="1"/>
      <p:bldP spid="22" grpId="0" animBg="1"/>
      <p:bldP spid="2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FaceID École — présentation aux établissements</dc:title>
  <dc:subject>PptxGenJS Presentation</dc:subject>
  <dc:creator>Abdou</dc:creator>
  <cp:lastModifiedBy>Abdou</cp:lastModifiedBy>
  <cp:revision>1</cp:revision>
  <dcterms:created xsi:type="dcterms:W3CDTF">2026-09-27T12:52:05Z</dcterms:created>
  <dcterms:modified xsi:type="dcterms:W3CDTF">2026-09-27T12:52:05Z</dcterms:modified>
</cp:coreProperties>
</file>